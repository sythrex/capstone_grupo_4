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317" r:id="rId9"/>
    <p:sldId id="260" r:id="rId10"/>
    <p:sldId id="264" r:id="rId11"/>
    <p:sldId id="275" r:id="rId12"/>
    <p:sldId id="272" r:id="rId13"/>
    <p:sldId id="328" r:id="rId14"/>
    <p:sldId id="329" r:id="rId15"/>
    <p:sldId id="277" r:id="rId16"/>
    <p:sldId id="271" r:id="rId17"/>
    <p:sldId id="334" r:id="rId18"/>
    <p:sldId id="336" r:id="rId19"/>
    <p:sldId id="333" r:id="rId20"/>
    <p:sldId id="339" r:id="rId21"/>
  </p:sldIdLst>
  <p:sldSz cx="9144000" cy="5143500" type="screen16x9"/>
  <p:notesSz cx="6858000" cy="9144000"/>
  <p:embeddedFontLst>
    <p:embeddedFont>
      <p:font typeface="Exo" panose="020B0604020202020204" charset="0"/>
      <p:regular r:id="rId23"/>
      <p:bold r:id="rId24"/>
      <p:italic r:id="rId25"/>
      <p:boldItalic r:id="rId26"/>
    </p:embeddedFont>
    <p:embeddedFont>
      <p:font typeface="PT Sans" panose="020B0503020203020204" pitchFamily="34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B1271F-E701-484A-95C6-EB249B6E4E4E}">
  <a:tblStyle styleId="{3DB1271F-E701-484A-95C6-EB249B6E4E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0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697" name="Google Shape;26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761" name="Google Shape;2761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f11272de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774" name="Google Shape;2774;gf11272de0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803" name="Google Shape;2803;gedfa3e31c0_2_20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>
          <a:extLst>
            <a:ext uri="{FF2B5EF4-FFF2-40B4-BE49-F238E27FC236}">
              <a16:creationId xmlns:a16="http://schemas.microsoft.com/office/drawing/2014/main" id="{D614C6F4-C03E-D13D-1297-C9B04C66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edfa3e31c0_2_20568:notes">
            <a:extLst>
              <a:ext uri="{FF2B5EF4-FFF2-40B4-BE49-F238E27FC236}">
                <a16:creationId xmlns:a16="http://schemas.microsoft.com/office/drawing/2014/main" id="{5B12114B-6564-1804-C39D-96D95ABE6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803" name="Google Shape;2803;gedfa3e31c0_2_20568:notes">
            <a:extLst>
              <a:ext uri="{FF2B5EF4-FFF2-40B4-BE49-F238E27FC236}">
                <a16:creationId xmlns:a16="http://schemas.microsoft.com/office/drawing/2014/main" id="{7DA62CC8-3A1A-BCA5-418E-AE3457609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3069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gedfa3e31c0_2_20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855" name="Google Shape;2855;gedfa3e31c0_2_20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gedfa3e31c0_2_20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037" name="Google Shape;3037;gedfa3e31c0_2_20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edfa3e31c0_2_20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646" name="Google Shape;3646;gedfa3e31c0_2_20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gedfa3e31c0_2_20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448" name="Google Shape;3448;gedfa3e31c0_2_20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7">
          <a:extLst>
            <a:ext uri="{FF2B5EF4-FFF2-40B4-BE49-F238E27FC236}">
              <a16:creationId xmlns:a16="http://schemas.microsoft.com/office/drawing/2014/main" id="{F49902DE-3AA0-0A22-9BE5-90A063A3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8" name="Google Shape;4058;gedfa3e31c0_2_20892:notes">
            <a:extLst>
              <a:ext uri="{FF2B5EF4-FFF2-40B4-BE49-F238E27FC236}">
                <a16:creationId xmlns:a16="http://schemas.microsoft.com/office/drawing/2014/main" id="{55ECAC9F-53C0-BA19-7A60-DA552F11E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4059" name="Google Shape;4059;gedfa3e31c0_2_20892:notes">
            <a:extLst>
              <a:ext uri="{FF2B5EF4-FFF2-40B4-BE49-F238E27FC236}">
                <a16:creationId xmlns:a16="http://schemas.microsoft.com/office/drawing/2014/main" id="{1A7EC4A9-2A45-9A8A-EC7B-D11ADEF99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011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8">
          <a:extLst>
            <a:ext uri="{FF2B5EF4-FFF2-40B4-BE49-F238E27FC236}">
              <a16:creationId xmlns:a16="http://schemas.microsoft.com/office/drawing/2014/main" id="{86141235-6D3C-1DD6-2965-AEC36952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9" name="Google Shape;3859;gedfa3e31c0_2_20880:notes">
            <a:extLst>
              <a:ext uri="{FF2B5EF4-FFF2-40B4-BE49-F238E27FC236}">
                <a16:creationId xmlns:a16="http://schemas.microsoft.com/office/drawing/2014/main" id="{FF2EEC0D-D778-1BF2-43AE-662EC6136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860" name="Google Shape;3860;gedfa3e31c0_2_20880:notes">
            <a:extLst>
              <a:ext uri="{FF2B5EF4-FFF2-40B4-BE49-F238E27FC236}">
                <a16:creationId xmlns:a16="http://schemas.microsoft.com/office/drawing/2014/main" id="{17937E17-CC5E-5962-1D03-D698DADF1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17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gedfa3e31c0_2_208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750" name="Google Shape;3750;gedfa3e31c0_2_208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gf11272de0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387" name="Google Shape;3387;gf11272de0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6">
          <a:extLst>
            <a:ext uri="{FF2B5EF4-FFF2-40B4-BE49-F238E27FC236}">
              <a16:creationId xmlns:a16="http://schemas.microsoft.com/office/drawing/2014/main" id="{4BF2CF07-9DE9-A072-21C9-09CF29C1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gedfa3e31c0_2_20834:notes">
            <a:extLst>
              <a:ext uri="{FF2B5EF4-FFF2-40B4-BE49-F238E27FC236}">
                <a16:creationId xmlns:a16="http://schemas.microsoft.com/office/drawing/2014/main" id="{857CFE43-198A-D478-FA91-FC8F8D251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258" name="Google Shape;3258;gedfa3e31c0_2_20834:notes">
            <a:extLst>
              <a:ext uri="{FF2B5EF4-FFF2-40B4-BE49-F238E27FC236}">
                <a16:creationId xmlns:a16="http://schemas.microsoft.com/office/drawing/2014/main" id="{8901D491-49D7-35EC-2BBA-F8EC03436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595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0">
          <a:extLst>
            <a:ext uri="{FF2B5EF4-FFF2-40B4-BE49-F238E27FC236}">
              <a16:creationId xmlns:a16="http://schemas.microsoft.com/office/drawing/2014/main" id="{021F9296-F044-BBA3-1F55-647B06E5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gf11272de0f_0_12:notes">
            <a:extLst>
              <a:ext uri="{FF2B5EF4-FFF2-40B4-BE49-F238E27FC236}">
                <a16:creationId xmlns:a16="http://schemas.microsoft.com/office/drawing/2014/main" id="{494ECBC1-8B6D-BD41-32F1-C7329383B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2" name="Google Shape;2912;gf11272de0f_0_12:notes">
            <a:extLst>
              <a:ext uri="{FF2B5EF4-FFF2-40B4-BE49-F238E27FC236}">
                <a16:creationId xmlns:a16="http://schemas.microsoft.com/office/drawing/2014/main" id="{B0CE3D3C-1E21-21A3-8C18-587AC7021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87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6">
          <a:extLst>
            <a:ext uri="{FF2B5EF4-FFF2-40B4-BE49-F238E27FC236}">
              <a16:creationId xmlns:a16="http://schemas.microsoft.com/office/drawing/2014/main" id="{04870441-6389-7780-1CEF-3683FF84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gedfa3e31c0_2_20834:notes">
            <a:extLst>
              <a:ext uri="{FF2B5EF4-FFF2-40B4-BE49-F238E27FC236}">
                <a16:creationId xmlns:a16="http://schemas.microsoft.com/office/drawing/2014/main" id="{47CC5907-6600-3382-FB1E-0A6E9C02D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3258" name="Google Shape;3258;gedfa3e31c0_2_20834:notes">
            <a:extLst>
              <a:ext uri="{FF2B5EF4-FFF2-40B4-BE49-F238E27FC236}">
                <a16:creationId xmlns:a16="http://schemas.microsoft.com/office/drawing/2014/main" id="{2B7A29D5-1E9E-A3A3-19DE-1C83D8DB5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78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6" r:id="rId6"/>
    <p:sldLayoutId id="2147483658" r:id="rId7"/>
    <p:sldLayoutId id="2147483659" r:id="rId8"/>
    <p:sldLayoutId id="2147483663" r:id="rId9"/>
    <p:sldLayoutId id="2147483667" r:id="rId10"/>
    <p:sldLayoutId id="2147483670" r:id="rId11"/>
    <p:sldLayoutId id="2147483671" r:id="rId12"/>
    <p:sldLayoutId id="2147483674" r:id="rId13"/>
    <p:sldLayoutId id="2147483675" r:id="rId14"/>
    <p:sldLayoutId id="214748367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eg"/><Relationship Id="rId4" Type="http://schemas.openxmlformats.org/officeDocument/2006/relationships/image" Target="../media/image20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0" name="Google Shape;2700;p34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701" name="Google Shape;2701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7" name="Google Shape;2707;p34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8" name="Google Shape;2708;p3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4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15" name="Google Shape;2715;p3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0" name="Google Shape;2720;p34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21" name="Google Shape;2721;p3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22" name="Google Shape;2722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2" name="Google Shape;2732;p3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33" name="Google Shape;2733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43" name="Google Shape;2743;p34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44" name="Google Shape;2744;p3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8" name="Google Shape;2758;p34"/>
          <p:cNvSpPr txBox="1">
            <a:spLocks noGrp="1"/>
          </p:cNvSpPr>
          <p:nvPr>
            <p:ph type="ctrTitle"/>
          </p:nvPr>
        </p:nvSpPr>
        <p:spPr>
          <a:xfrm>
            <a:off x="1368766" y="1601184"/>
            <a:ext cx="65088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5800" dirty="0">
                <a:solidFill>
                  <a:schemeClr val="accent2"/>
                </a:solidFill>
              </a:rPr>
              <a:t>MechaGestionEX</a:t>
            </a:r>
            <a:br>
              <a:rPr lang="en-US" sz="5800" dirty="0">
                <a:solidFill>
                  <a:schemeClr val="accent2"/>
                </a:solidFill>
              </a:rPr>
            </a:br>
            <a:r>
              <a:rPr lang="es-MX" sz="2800" dirty="0"/>
              <a:t>PRESENTACIÓN FINAL CAPSTONE</a:t>
            </a:r>
            <a:endParaRPr lang="en-US" sz="50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C66D273B-DCA3-34D6-B427-C79EC0A2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763" y="325874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" name="Google Shape;2765;p35"/>
          <p:cNvGrpSpPr/>
          <p:nvPr/>
        </p:nvGrpSpPr>
        <p:grpSpPr>
          <a:xfrm>
            <a:off x="2332585" y="422567"/>
            <a:ext cx="883262" cy="242091"/>
            <a:chOff x="2300350" y="2601250"/>
            <a:chExt cx="2275275" cy="623625"/>
          </a:xfrm>
        </p:grpSpPr>
        <p:sp>
          <p:nvSpPr>
            <p:cNvPr id="2766" name="Google Shape;2766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758;p34">
            <a:extLst>
              <a:ext uri="{FF2B5EF4-FFF2-40B4-BE49-F238E27FC236}">
                <a16:creationId xmlns:a16="http://schemas.microsoft.com/office/drawing/2014/main" id="{85EAB024-6F30-D9EE-7008-FD4D43D8F89D}"/>
              </a:ext>
            </a:extLst>
          </p:cNvPr>
          <p:cNvSpPr txBox="1">
            <a:spLocks/>
          </p:cNvSpPr>
          <p:nvPr/>
        </p:nvSpPr>
        <p:spPr>
          <a:xfrm>
            <a:off x="84918" y="-447524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7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79BB760E-9497-EBBD-6950-23969F270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988" y="494446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2776;p36">
            <a:extLst>
              <a:ext uri="{FF2B5EF4-FFF2-40B4-BE49-F238E27FC236}">
                <a16:creationId xmlns:a16="http://schemas.microsoft.com/office/drawing/2014/main" id="{9F18B840-F605-B28C-E33B-E4B577B94A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1127463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INTEGRANTES DEL </a:t>
            </a:r>
            <a:r>
              <a:rPr lang="en" sz="3200" dirty="0">
                <a:solidFill>
                  <a:schemeClr val="accent2"/>
                </a:solidFill>
              </a:rPr>
              <a:t>PROYECTO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17" name="Google Shape;2776;p36">
            <a:extLst>
              <a:ext uri="{FF2B5EF4-FFF2-40B4-BE49-F238E27FC236}">
                <a16:creationId xmlns:a16="http://schemas.microsoft.com/office/drawing/2014/main" id="{9FFBAFE4-72F1-1DF5-969F-EDBC1687E425}"/>
              </a:ext>
            </a:extLst>
          </p:cNvPr>
          <p:cNvSpPr txBox="1">
            <a:spLocks/>
          </p:cNvSpPr>
          <p:nvPr/>
        </p:nvSpPr>
        <p:spPr>
          <a:xfrm>
            <a:off x="1895505" y="2013881"/>
            <a:ext cx="2211021" cy="886418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ctr"/>
            <a:r>
              <a:rPr lang="en-US" sz="1800" dirty="0">
                <a:solidFill>
                  <a:schemeClr val="accent2"/>
                </a:solidFill>
              </a:rPr>
              <a:t>CARLOS</a:t>
            </a:r>
          </a:p>
          <a:p>
            <a:pPr algn="ctr"/>
            <a:r>
              <a:rPr lang="en-US" sz="1800" dirty="0">
                <a:solidFill>
                  <a:schemeClr val="accent2"/>
                </a:solidFill>
              </a:rPr>
              <a:t> HERRERA</a:t>
            </a:r>
          </a:p>
          <a:p>
            <a:pPr algn="ctr"/>
            <a:r>
              <a:rPr lang="en-US" sz="1800" dirty="0">
                <a:solidFill>
                  <a:schemeClr val="accent2"/>
                </a:solidFill>
              </a:rPr>
              <a:t>ALMENDRA</a:t>
            </a:r>
          </a:p>
        </p:txBody>
      </p:sp>
      <p:sp>
        <p:nvSpPr>
          <p:cNvPr id="18" name="Google Shape;2776;p36">
            <a:extLst>
              <a:ext uri="{FF2B5EF4-FFF2-40B4-BE49-F238E27FC236}">
                <a16:creationId xmlns:a16="http://schemas.microsoft.com/office/drawing/2014/main" id="{E663E82F-EE9E-6FC8-9510-6C7A6F88BAAD}"/>
              </a:ext>
            </a:extLst>
          </p:cNvPr>
          <p:cNvSpPr txBox="1">
            <a:spLocks/>
          </p:cNvSpPr>
          <p:nvPr/>
        </p:nvSpPr>
        <p:spPr>
          <a:xfrm>
            <a:off x="4920314" y="2013881"/>
            <a:ext cx="2211021" cy="886418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ctr"/>
            <a:r>
              <a:rPr lang="en-US" sz="1800" dirty="0">
                <a:solidFill>
                  <a:schemeClr val="accent2"/>
                </a:solidFill>
              </a:rPr>
              <a:t>MARCELO</a:t>
            </a:r>
          </a:p>
          <a:p>
            <a:pPr algn="ctr"/>
            <a:r>
              <a:rPr lang="en-US" sz="1800" dirty="0">
                <a:solidFill>
                  <a:schemeClr val="accent2"/>
                </a:solidFill>
              </a:rPr>
              <a:t>ESCOBAR</a:t>
            </a:r>
          </a:p>
          <a:p>
            <a:pPr algn="ctr"/>
            <a:r>
              <a:rPr lang="en-US" sz="1800" dirty="0">
                <a:solidFill>
                  <a:schemeClr val="accent2"/>
                </a:solidFill>
              </a:rPr>
              <a:t>LEÓN</a:t>
            </a:r>
          </a:p>
        </p:txBody>
      </p:sp>
      <p:sp>
        <p:nvSpPr>
          <p:cNvPr id="20" name="Google Shape;2776;p36">
            <a:extLst>
              <a:ext uri="{FF2B5EF4-FFF2-40B4-BE49-F238E27FC236}">
                <a16:creationId xmlns:a16="http://schemas.microsoft.com/office/drawing/2014/main" id="{1562B0E6-C66A-C510-6881-2B7CAD34EC3A}"/>
              </a:ext>
            </a:extLst>
          </p:cNvPr>
          <p:cNvSpPr txBox="1">
            <a:spLocks/>
          </p:cNvSpPr>
          <p:nvPr/>
        </p:nvSpPr>
        <p:spPr>
          <a:xfrm>
            <a:off x="2031214" y="3126063"/>
            <a:ext cx="1939602" cy="5727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ctr"/>
            <a:r>
              <a:rPr lang="en-US" sz="1600" dirty="0"/>
              <a:t>Lider Técnico</a:t>
            </a:r>
          </a:p>
          <a:p>
            <a:pPr algn="ctr"/>
            <a:r>
              <a:rPr lang="en-US" sz="1600" dirty="0"/>
              <a:t>&amp;</a:t>
            </a:r>
          </a:p>
          <a:p>
            <a:pPr algn="ctr"/>
            <a:r>
              <a:rPr lang="en-US" sz="1600" dirty="0"/>
              <a:t>Back End </a:t>
            </a:r>
          </a:p>
          <a:p>
            <a:pPr algn="ctr"/>
            <a:r>
              <a:rPr lang="en-US" sz="1600" b="0" dirty="0"/>
              <a:t> </a:t>
            </a:r>
            <a:endParaRPr lang="en-US" sz="1600" b="0" dirty="0">
              <a:solidFill>
                <a:schemeClr val="accent2"/>
              </a:solidFill>
            </a:endParaRPr>
          </a:p>
        </p:txBody>
      </p:sp>
      <p:sp>
        <p:nvSpPr>
          <p:cNvPr id="21" name="Google Shape;2776;p36">
            <a:extLst>
              <a:ext uri="{FF2B5EF4-FFF2-40B4-BE49-F238E27FC236}">
                <a16:creationId xmlns:a16="http://schemas.microsoft.com/office/drawing/2014/main" id="{16CB37A1-F020-E98A-9464-8AE9599B7471}"/>
              </a:ext>
            </a:extLst>
          </p:cNvPr>
          <p:cNvSpPr txBox="1">
            <a:spLocks/>
          </p:cNvSpPr>
          <p:nvPr/>
        </p:nvSpPr>
        <p:spPr>
          <a:xfrm>
            <a:off x="5056023" y="3126063"/>
            <a:ext cx="1939602" cy="5727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algn="ctr"/>
            <a:r>
              <a:rPr lang="en-US" sz="1600" dirty="0"/>
              <a:t>Scrum Master</a:t>
            </a:r>
          </a:p>
          <a:p>
            <a:pPr algn="ctr"/>
            <a:r>
              <a:rPr lang="en-US" sz="1600" dirty="0"/>
              <a:t>&amp;</a:t>
            </a:r>
          </a:p>
          <a:p>
            <a:pPr algn="ctr"/>
            <a:r>
              <a:rPr lang="en-US" sz="1600" dirty="0"/>
              <a:t>Front End / QA</a:t>
            </a:r>
          </a:p>
          <a:p>
            <a:pPr algn="ctr"/>
            <a:r>
              <a:rPr lang="en-US" sz="1600" b="0" dirty="0"/>
              <a:t> </a:t>
            </a:r>
            <a:endParaRPr lang="en-US" sz="1600" b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36"/>
          <p:cNvSpPr txBox="1">
            <a:spLocks noGrp="1"/>
          </p:cNvSpPr>
          <p:nvPr>
            <p:ph type="title"/>
          </p:nvPr>
        </p:nvSpPr>
        <p:spPr>
          <a:xfrm>
            <a:off x="713100" y="824976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DESCRIPCIONES DEL </a:t>
            </a:r>
            <a:r>
              <a:rPr lang="en" sz="3200" dirty="0">
                <a:solidFill>
                  <a:schemeClr val="accent2"/>
                </a:solidFill>
              </a:rPr>
              <a:t>PROYECTO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2778" name="Google Shape;2778;p36"/>
          <p:cNvSpPr txBox="1">
            <a:spLocks noGrp="1"/>
          </p:cNvSpPr>
          <p:nvPr>
            <p:ph type="subTitle" idx="1"/>
          </p:nvPr>
        </p:nvSpPr>
        <p:spPr>
          <a:xfrm>
            <a:off x="776549" y="2823576"/>
            <a:ext cx="3477397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Falta o ausencia de trazabilidad de servicios y reparaciones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Mala administración de clientes y vehículos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Dificultades para realizar tareas internas del taller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Baja eficiencia en la comunicación con los clientes</a:t>
            </a:r>
          </a:p>
        </p:txBody>
      </p:sp>
      <p:sp>
        <p:nvSpPr>
          <p:cNvPr id="2779" name="Google Shape;2779;p36"/>
          <p:cNvSpPr txBox="1">
            <a:spLocks noGrp="1"/>
          </p:cNvSpPr>
          <p:nvPr>
            <p:ph type="title" idx="3"/>
          </p:nvPr>
        </p:nvSpPr>
        <p:spPr>
          <a:xfrm>
            <a:off x="1054845" y="1490693"/>
            <a:ext cx="2920807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PROBLEMAS </a:t>
            </a:r>
            <a:endParaRPr sz="2400" dirty="0"/>
          </a:p>
        </p:txBody>
      </p:sp>
      <p:sp>
        <p:nvSpPr>
          <p:cNvPr id="2785" name="Google Shape;2785;p36"/>
          <p:cNvSpPr txBox="1">
            <a:spLocks noGrp="1"/>
          </p:cNvSpPr>
          <p:nvPr>
            <p:ph type="title" idx="9"/>
          </p:nvPr>
        </p:nvSpPr>
        <p:spPr>
          <a:xfrm>
            <a:off x="5410455" y="1489925"/>
            <a:ext cx="2678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SOLUCIÓN</a:t>
            </a:r>
            <a:endParaRPr sz="2400" dirty="0"/>
          </a:p>
        </p:txBody>
      </p:sp>
      <p:grpSp>
        <p:nvGrpSpPr>
          <p:cNvPr id="2795" name="Google Shape;2795;p36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96" name="Google Shape;2796;p3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694E1198-FD9C-7F4C-2044-E13390DA7EE9}"/>
              </a:ext>
            </a:extLst>
          </p:cNvPr>
          <p:cNvSpPr txBox="1">
            <a:spLocks/>
          </p:cNvSpPr>
          <p:nvPr/>
        </p:nvSpPr>
        <p:spPr>
          <a:xfrm>
            <a:off x="601662" y="-653318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01001EE-D4B2-39D1-2D46-8885F6644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697" y="282579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2778;p36">
            <a:extLst>
              <a:ext uri="{FF2B5EF4-FFF2-40B4-BE49-F238E27FC236}">
                <a16:creationId xmlns:a16="http://schemas.microsoft.com/office/drawing/2014/main" id="{58353FAF-D4C8-F36D-E29D-949BF7E7765C}"/>
              </a:ext>
            </a:extLst>
          </p:cNvPr>
          <p:cNvSpPr txBox="1">
            <a:spLocks/>
          </p:cNvSpPr>
          <p:nvPr/>
        </p:nvSpPr>
        <p:spPr>
          <a:xfrm>
            <a:off x="5011106" y="2823576"/>
            <a:ext cx="3477397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Registro y administración de clientes y vehículos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Control de atenciones informativas y con detalle para taller y clientes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Seguimiento de estados de reparación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Procesos automatizados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Registro de inventario para posibles auditorías de repuestos.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15B697-B6DF-2408-2064-9135C73D3C3F}"/>
              </a:ext>
            </a:extLst>
          </p:cNvPr>
          <p:cNvCxnSpPr>
            <a:stCxn id="2779" idx="3"/>
            <a:endCxn id="2785" idx="1"/>
          </p:cNvCxnSpPr>
          <p:nvPr/>
        </p:nvCxnSpPr>
        <p:spPr>
          <a:xfrm flipV="1">
            <a:off x="3975652" y="1732325"/>
            <a:ext cx="1434803" cy="768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37"/>
          <p:cNvSpPr txBox="1">
            <a:spLocks noGrp="1"/>
          </p:cNvSpPr>
          <p:nvPr>
            <p:ph type="title"/>
          </p:nvPr>
        </p:nvSpPr>
        <p:spPr>
          <a:xfrm>
            <a:off x="1015163" y="1307063"/>
            <a:ext cx="4401600" cy="11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 </a:t>
            </a:r>
            <a:r>
              <a:rPr lang="en" dirty="0">
                <a:solidFill>
                  <a:schemeClr val="accent2"/>
                </a:solidFill>
              </a:rPr>
              <a:t>GENERAL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806" name="Google Shape;2806;p37"/>
          <p:cNvSpPr txBox="1">
            <a:spLocks noGrp="1"/>
          </p:cNvSpPr>
          <p:nvPr>
            <p:ph type="subTitle" idx="1"/>
          </p:nvPr>
        </p:nvSpPr>
        <p:spPr>
          <a:xfrm>
            <a:off x="1015163" y="2576125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Desarrollar una plataforma web robusta y optimizada para talleres mecánicos, automatizando procesos claves y mejorando la trazabilidad de la información.</a:t>
            </a:r>
          </a:p>
        </p:txBody>
      </p:sp>
      <p:pic>
        <p:nvPicPr>
          <p:cNvPr id="2807" name="Google Shape;2807;p37"/>
          <p:cNvPicPr preferRelativeResize="0"/>
          <p:nvPr/>
        </p:nvPicPr>
        <p:blipFill rotWithShape="1">
          <a:blip r:embed="rId3">
            <a:alphaModFix/>
          </a:blip>
          <a:srcRect l="15592" r="15598"/>
          <a:stretch/>
        </p:blipFill>
        <p:spPr>
          <a:xfrm>
            <a:off x="5474725" y="1307063"/>
            <a:ext cx="2727600" cy="2730300"/>
          </a:xfrm>
          <a:prstGeom prst="ellipse">
            <a:avLst/>
          </a:prstGeom>
          <a:noFill/>
          <a:ln>
            <a:noFill/>
          </a:ln>
          <a:effectLst>
            <a:outerShdw blurRad="657225" algn="bl" rotWithShape="0">
              <a:schemeClr val="accent2">
                <a:alpha val="40000"/>
              </a:schemeClr>
            </a:outerShdw>
          </a:effectLst>
        </p:spPr>
      </p:pic>
      <p:sp>
        <p:nvSpPr>
          <p:cNvPr id="2808" name="Google Shape;2808;p37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7"/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0" name="Google Shape;2810;p37"/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7" name="Google Shape;2817;p37"/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3" name="Google Shape;2823;p37"/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0" name="Google Shape;2830;p37"/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2" name="Google Shape;2842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Google Shape;2758;p34">
            <a:extLst>
              <a:ext uri="{FF2B5EF4-FFF2-40B4-BE49-F238E27FC236}">
                <a16:creationId xmlns:a16="http://schemas.microsoft.com/office/drawing/2014/main" id="{5B2C6EDE-5C2D-64ED-8CC1-1B2E612355A5}"/>
              </a:ext>
            </a:extLst>
          </p:cNvPr>
          <p:cNvSpPr txBox="1">
            <a:spLocks/>
          </p:cNvSpPr>
          <p:nvPr/>
        </p:nvSpPr>
        <p:spPr>
          <a:xfrm>
            <a:off x="303311" y="-223761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7" name="Picture 6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17A59E34-94C8-CBB7-9403-AC5D0599C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326" y="741023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>
          <a:extLst>
            <a:ext uri="{FF2B5EF4-FFF2-40B4-BE49-F238E27FC236}">
              <a16:creationId xmlns:a16="http://schemas.microsoft.com/office/drawing/2014/main" id="{74CCAB04-6642-E176-76B4-4A484708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7" name="Google Shape;2807;p37">
            <a:extLst>
              <a:ext uri="{FF2B5EF4-FFF2-40B4-BE49-F238E27FC236}">
                <a16:creationId xmlns:a16="http://schemas.microsoft.com/office/drawing/2014/main" id="{62EA5AD8-F0C5-EBA5-953D-EECAB758E6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592" r="15598"/>
          <a:stretch/>
        </p:blipFill>
        <p:spPr>
          <a:xfrm>
            <a:off x="5474725" y="1307063"/>
            <a:ext cx="2727600" cy="2730300"/>
          </a:xfrm>
          <a:prstGeom prst="ellipse">
            <a:avLst/>
          </a:prstGeom>
          <a:noFill/>
          <a:ln>
            <a:noFill/>
          </a:ln>
          <a:effectLst>
            <a:outerShdw blurRad="657225" algn="bl" rotWithShape="0">
              <a:schemeClr val="accent2">
                <a:alpha val="40000"/>
              </a:schemeClr>
            </a:outerShdw>
          </a:effectLst>
        </p:spPr>
      </p:pic>
      <p:sp>
        <p:nvSpPr>
          <p:cNvPr id="2808" name="Google Shape;2808;p37">
            <a:extLst>
              <a:ext uri="{FF2B5EF4-FFF2-40B4-BE49-F238E27FC236}">
                <a16:creationId xmlns:a16="http://schemas.microsoft.com/office/drawing/2014/main" id="{2D5053ED-892E-B7BE-E5E1-F6A8AA26B3D7}"/>
              </a:ext>
            </a:extLst>
          </p:cNvPr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9" name="Google Shape;2809;p37">
            <a:extLst>
              <a:ext uri="{FF2B5EF4-FFF2-40B4-BE49-F238E27FC236}">
                <a16:creationId xmlns:a16="http://schemas.microsoft.com/office/drawing/2014/main" id="{74ED60BD-18DD-1A4D-48A0-819C47ED33E2}"/>
              </a:ext>
            </a:extLst>
          </p:cNvPr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0" name="Google Shape;2810;p37">
            <a:extLst>
              <a:ext uri="{FF2B5EF4-FFF2-40B4-BE49-F238E27FC236}">
                <a16:creationId xmlns:a16="http://schemas.microsoft.com/office/drawing/2014/main" id="{F09872A7-5B3D-CD61-D0E1-11236F93E729}"/>
              </a:ext>
            </a:extLst>
          </p:cNvPr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811" name="Google Shape;2811;p37">
              <a:extLst>
                <a:ext uri="{FF2B5EF4-FFF2-40B4-BE49-F238E27FC236}">
                  <a16:creationId xmlns:a16="http://schemas.microsoft.com/office/drawing/2014/main" id="{66C22C8E-2F0C-E9DC-919F-22BADFDCCE94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7">
              <a:extLst>
                <a:ext uri="{FF2B5EF4-FFF2-40B4-BE49-F238E27FC236}">
                  <a16:creationId xmlns:a16="http://schemas.microsoft.com/office/drawing/2014/main" id="{03379D57-8AB9-52B1-EF28-B4479682CEA8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7">
              <a:extLst>
                <a:ext uri="{FF2B5EF4-FFF2-40B4-BE49-F238E27FC236}">
                  <a16:creationId xmlns:a16="http://schemas.microsoft.com/office/drawing/2014/main" id="{58D3180F-A14B-32EA-2803-8B1D20EC383C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7">
              <a:extLst>
                <a:ext uri="{FF2B5EF4-FFF2-40B4-BE49-F238E27FC236}">
                  <a16:creationId xmlns:a16="http://schemas.microsoft.com/office/drawing/2014/main" id="{0F015486-D82F-F136-D18A-F54FF811EF1E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7">
              <a:extLst>
                <a:ext uri="{FF2B5EF4-FFF2-40B4-BE49-F238E27FC236}">
                  <a16:creationId xmlns:a16="http://schemas.microsoft.com/office/drawing/2014/main" id="{719B97EC-D56B-93F7-DB87-84A0EC72DFD5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7">
              <a:extLst>
                <a:ext uri="{FF2B5EF4-FFF2-40B4-BE49-F238E27FC236}">
                  <a16:creationId xmlns:a16="http://schemas.microsoft.com/office/drawing/2014/main" id="{BFE42A28-E358-96A6-55A3-9DE15DB5F7BD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7" name="Google Shape;2817;p37">
            <a:extLst>
              <a:ext uri="{FF2B5EF4-FFF2-40B4-BE49-F238E27FC236}">
                <a16:creationId xmlns:a16="http://schemas.microsoft.com/office/drawing/2014/main" id="{AD909986-B2CB-B4DD-AA18-FA21431C28D7}"/>
              </a:ext>
            </a:extLst>
          </p:cNvPr>
          <p:cNvGrpSpPr/>
          <p:nvPr/>
        </p:nvGrpSpPr>
        <p:grpSpPr>
          <a:xfrm rot="5400000">
            <a:off x="2345200" y="185400"/>
            <a:ext cx="98902" cy="553090"/>
            <a:chOff x="4898850" y="4820550"/>
            <a:chExt cx="98902" cy="553090"/>
          </a:xfrm>
        </p:grpSpPr>
        <p:sp>
          <p:nvSpPr>
            <p:cNvPr id="2818" name="Google Shape;2818;p37">
              <a:extLst>
                <a:ext uri="{FF2B5EF4-FFF2-40B4-BE49-F238E27FC236}">
                  <a16:creationId xmlns:a16="http://schemas.microsoft.com/office/drawing/2014/main" id="{8AF58BDF-B81D-D38F-D356-DC2384B48B3C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7">
              <a:extLst>
                <a:ext uri="{FF2B5EF4-FFF2-40B4-BE49-F238E27FC236}">
                  <a16:creationId xmlns:a16="http://schemas.microsoft.com/office/drawing/2014/main" id="{FA9661BB-AC13-DEFA-85D4-167B36A88370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7">
              <a:extLst>
                <a:ext uri="{FF2B5EF4-FFF2-40B4-BE49-F238E27FC236}">
                  <a16:creationId xmlns:a16="http://schemas.microsoft.com/office/drawing/2014/main" id="{12F9C85A-49E2-7716-E998-3B68A7F421A2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7">
              <a:extLst>
                <a:ext uri="{FF2B5EF4-FFF2-40B4-BE49-F238E27FC236}">
                  <a16:creationId xmlns:a16="http://schemas.microsoft.com/office/drawing/2014/main" id="{0233EAC8-37CA-F88F-D288-C09A751FC1AB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7">
              <a:extLst>
                <a:ext uri="{FF2B5EF4-FFF2-40B4-BE49-F238E27FC236}">
                  <a16:creationId xmlns:a16="http://schemas.microsoft.com/office/drawing/2014/main" id="{2F5105A5-4D84-71AE-A8B8-56C91CD9C3A4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3" name="Google Shape;2823;p37">
            <a:extLst>
              <a:ext uri="{FF2B5EF4-FFF2-40B4-BE49-F238E27FC236}">
                <a16:creationId xmlns:a16="http://schemas.microsoft.com/office/drawing/2014/main" id="{9F4A4992-42C4-783C-D544-06E7F55B78EB}"/>
              </a:ext>
            </a:extLst>
          </p:cNvPr>
          <p:cNvGrpSpPr/>
          <p:nvPr/>
        </p:nvGrpSpPr>
        <p:grpSpPr>
          <a:xfrm>
            <a:off x="2596239" y="4297878"/>
            <a:ext cx="883262" cy="242091"/>
            <a:chOff x="2300350" y="2601250"/>
            <a:chExt cx="2275275" cy="623625"/>
          </a:xfrm>
        </p:grpSpPr>
        <p:sp>
          <p:nvSpPr>
            <p:cNvPr id="2824" name="Google Shape;2824;p37">
              <a:extLst>
                <a:ext uri="{FF2B5EF4-FFF2-40B4-BE49-F238E27FC236}">
                  <a16:creationId xmlns:a16="http://schemas.microsoft.com/office/drawing/2014/main" id="{4A3EC6DC-4AB2-BB3F-CC80-A35448962529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7">
              <a:extLst>
                <a:ext uri="{FF2B5EF4-FFF2-40B4-BE49-F238E27FC236}">
                  <a16:creationId xmlns:a16="http://schemas.microsoft.com/office/drawing/2014/main" id="{43692D8B-6F4B-2978-C3D1-5368D3A75715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>
              <a:extLst>
                <a:ext uri="{FF2B5EF4-FFF2-40B4-BE49-F238E27FC236}">
                  <a16:creationId xmlns:a16="http://schemas.microsoft.com/office/drawing/2014/main" id="{232A68C2-4CC1-DB9C-A6D0-C7AC2682C367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>
              <a:extLst>
                <a:ext uri="{FF2B5EF4-FFF2-40B4-BE49-F238E27FC236}">
                  <a16:creationId xmlns:a16="http://schemas.microsoft.com/office/drawing/2014/main" id="{AF06A410-4AC9-375E-D06D-5B1BBD45638A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>
              <a:extLst>
                <a:ext uri="{FF2B5EF4-FFF2-40B4-BE49-F238E27FC236}">
                  <a16:creationId xmlns:a16="http://schemas.microsoft.com/office/drawing/2014/main" id="{2561B9B0-8B36-88A8-0BF8-86BBA0232ECC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>
              <a:extLst>
                <a:ext uri="{FF2B5EF4-FFF2-40B4-BE49-F238E27FC236}">
                  <a16:creationId xmlns:a16="http://schemas.microsoft.com/office/drawing/2014/main" id="{94F5280B-45FD-C710-D7BE-B6CB511259DC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0" name="Google Shape;2830;p37">
            <a:extLst>
              <a:ext uri="{FF2B5EF4-FFF2-40B4-BE49-F238E27FC236}">
                <a16:creationId xmlns:a16="http://schemas.microsoft.com/office/drawing/2014/main" id="{6ADDA1A6-D478-7529-E86E-FF26E223B5EE}"/>
              </a:ext>
            </a:extLst>
          </p:cNvPr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831" name="Google Shape;2831;p37">
              <a:extLst>
                <a:ext uri="{FF2B5EF4-FFF2-40B4-BE49-F238E27FC236}">
                  <a16:creationId xmlns:a16="http://schemas.microsoft.com/office/drawing/2014/main" id="{439D7929-2200-5271-17B8-8A09BFBE6EEF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32" name="Google Shape;2832;p37">
                <a:extLst>
                  <a:ext uri="{FF2B5EF4-FFF2-40B4-BE49-F238E27FC236}">
                    <a16:creationId xmlns:a16="http://schemas.microsoft.com/office/drawing/2014/main" id="{9FF48948-C574-CDE7-C80E-3F53DB290D8D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7">
                <a:extLst>
                  <a:ext uri="{FF2B5EF4-FFF2-40B4-BE49-F238E27FC236}">
                    <a16:creationId xmlns:a16="http://schemas.microsoft.com/office/drawing/2014/main" id="{BE9C64F5-C28D-91B6-CFAD-31599530DC98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7">
                <a:extLst>
                  <a:ext uri="{FF2B5EF4-FFF2-40B4-BE49-F238E27FC236}">
                    <a16:creationId xmlns:a16="http://schemas.microsoft.com/office/drawing/2014/main" id="{2FD205AB-E4FE-3A9F-1401-B9F51A9760DD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7">
                <a:extLst>
                  <a:ext uri="{FF2B5EF4-FFF2-40B4-BE49-F238E27FC236}">
                    <a16:creationId xmlns:a16="http://schemas.microsoft.com/office/drawing/2014/main" id="{E976B26C-63A6-B7B3-4305-C057C4F02037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7">
                <a:extLst>
                  <a:ext uri="{FF2B5EF4-FFF2-40B4-BE49-F238E27FC236}">
                    <a16:creationId xmlns:a16="http://schemas.microsoft.com/office/drawing/2014/main" id="{E1EE9442-0AB6-0004-3610-54E8B70E1519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7">
                <a:extLst>
                  <a:ext uri="{FF2B5EF4-FFF2-40B4-BE49-F238E27FC236}">
                    <a16:creationId xmlns:a16="http://schemas.microsoft.com/office/drawing/2014/main" id="{F3449465-3256-1265-9A89-35A9A5AB30D4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7">
                <a:extLst>
                  <a:ext uri="{FF2B5EF4-FFF2-40B4-BE49-F238E27FC236}">
                    <a16:creationId xmlns:a16="http://schemas.microsoft.com/office/drawing/2014/main" id="{DAA589A8-5993-7CA5-04A3-21E321B0CA30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7">
                <a:extLst>
                  <a:ext uri="{FF2B5EF4-FFF2-40B4-BE49-F238E27FC236}">
                    <a16:creationId xmlns:a16="http://schemas.microsoft.com/office/drawing/2014/main" id="{C09FE56A-587C-E2B3-B770-4B83C278B3C8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7">
                <a:extLst>
                  <a:ext uri="{FF2B5EF4-FFF2-40B4-BE49-F238E27FC236}">
                    <a16:creationId xmlns:a16="http://schemas.microsoft.com/office/drawing/2014/main" id="{9678022D-BBC5-0AA6-BA05-2A00075BEFE3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7">
                <a:extLst>
                  <a:ext uri="{FF2B5EF4-FFF2-40B4-BE49-F238E27FC236}">
                    <a16:creationId xmlns:a16="http://schemas.microsoft.com/office/drawing/2014/main" id="{B384E1B0-0157-3B1F-8CEA-AEB59793FDC7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2" name="Google Shape;2842;p37">
              <a:extLst>
                <a:ext uri="{FF2B5EF4-FFF2-40B4-BE49-F238E27FC236}">
                  <a16:creationId xmlns:a16="http://schemas.microsoft.com/office/drawing/2014/main" id="{5452C31B-5CD2-B399-5DF1-2FD2F8C79002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43" name="Google Shape;2843;p37">
                <a:extLst>
                  <a:ext uri="{FF2B5EF4-FFF2-40B4-BE49-F238E27FC236}">
                    <a16:creationId xmlns:a16="http://schemas.microsoft.com/office/drawing/2014/main" id="{73CA2297-A544-C28D-BC87-546F0900B392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7">
                <a:extLst>
                  <a:ext uri="{FF2B5EF4-FFF2-40B4-BE49-F238E27FC236}">
                    <a16:creationId xmlns:a16="http://schemas.microsoft.com/office/drawing/2014/main" id="{4DD47EA6-4784-CBB5-F345-52678A862BF0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7">
                <a:extLst>
                  <a:ext uri="{FF2B5EF4-FFF2-40B4-BE49-F238E27FC236}">
                    <a16:creationId xmlns:a16="http://schemas.microsoft.com/office/drawing/2014/main" id="{EAD087BD-811B-0482-D1A2-A6CC6765B469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7">
                <a:extLst>
                  <a:ext uri="{FF2B5EF4-FFF2-40B4-BE49-F238E27FC236}">
                    <a16:creationId xmlns:a16="http://schemas.microsoft.com/office/drawing/2014/main" id="{598BF706-2090-D1E7-59BE-BD4CE09FA957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7">
                <a:extLst>
                  <a:ext uri="{FF2B5EF4-FFF2-40B4-BE49-F238E27FC236}">
                    <a16:creationId xmlns:a16="http://schemas.microsoft.com/office/drawing/2014/main" id="{D4EF11CD-76BB-F238-FC3B-0FF5C3B3DFC2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7">
                <a:extLst>
                  <a:ext uri="{FF2B5EF4-FFF2-40B4-BE49-F238E27FC236}">
                    <a16:creationId xmlns:a16="http://schemas.microsoft.com/office/drawing/2014/main" id="{E2189958-30B4-F342-1D69-0EA35218D754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7">
                <a:extLst>
                  <a:ext uri="{FF2B5EF4-FFF2-40B4-BE49-F238E27FC236}">
                    <a16:creationId xmlns:a16="http://schemas.microsoft.com/office/drawing/2014/main" id="{54263303-702C-97F2-5DE7-79F6DEC671E9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7">
                <a:extLst>
                  <a:ext uri="{FF2B5EF4-FFF2-40B4-BE49-F238E27FC236}">
                    <a16:creationId xmlns:a16="http://schemas.microsoft.com/office/drawing/2014/main" id="{A6ACD6D6-83E7-125D-7439-C095B620F77C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7">
                <a:extLst>
                  <a:ext uri="{FF2B5EF4-FFF2-40B4-BE49-F238E27FC236}">
                    <a16:creationId xmlns:a16="http://schemas.microsoft.com/office/drawing/2014/main" id="{1E77B93A-4ECE-3172-7339-AA13E3E03BC1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7">
                <a:extLst>
                  <a:ext uri="{FF2B5EF4-FFF2-40B4-BE49-F238E27FC236}">
                    <a16:creationId xmlns:a16="http://schemas.microsoft.com/office/drawing/2014/main" id="{8F6DF537-BE11-B8FF-C103-BB4D7F6E0FB2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2805;p37">
            <a:extLst>
              <a:ext uri="{FF2B5EF4-FFF2-40B4-BE49-F238E27FC236}">
                <a16:creationId xmlns:a16="http://schemas.microsoft.com/office/drawing/2014/main" id="{F94DDE92-A6D2-DBB6-65E5-4B1509548BE9}"/>
              </a:ext>
            </a:extLst>
          </p:cNvPr>
          <p:cNvSpPr txBox="1">
            <a:spLocks/>
          </p:cNvSpPr>
          <p:nvPr/>
        </p:nvSpPr>
        <p:spPr>
          <a:xfrm>
            <a:off x="618357" y="490088"/>
            <a:ext cx="5609951" cy="1198800"/>
          </a:xfrm>
          <a:prstGeom prst="rect">
            <a:avLst/>
          </a:prstGeom>
          <a:noFill/>
          <a:ln>
            <a:noFill/>
          </a:ln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dirty="0"/>
              <a:t>OBJETIVOS </a:t>
            </a:r>
            <a:r>
              <a:rPr lang="en-US" dirty="0">
                <a:solidFill>
                  <a:schemeClr val="accent2"/>
                </a:solidFill>
              </a:rPr>
              <a:t>ESPECÍFICOS</a:t>
            </a:r>
          </a:p>
        </p:txBody>
      </p:sp>
      <p:sp>
        <p:nvSpPr>
          <p:cNvPr id="5" name="Google Shape;2806;p37">
            <a:extLst>
              <a:ext uri="{FF2B5EF4-FFF2-40B4-BE49-F238E27FC236}">
                <a16:creationId xmlns:a16="http://schemas.microsoft.com/office/drawing/2014/main" id="{FAE0A594-1423-D595-C2E2-F310027020C3}"/>
              </a:ext>
            </a:extLst>
          </p:cNvPr>
          <p:cNvSpPr txBox="1">
            <a:spLocks/>
          </p:cNvSpPr>
          <p:nvPr/>
        </p:nvSpPr>
        <p:spPr>
          <a:xfrm>
            <a:off x="562544" y="1720735"/>
            <a:ext cx="4990462" cy="16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Implementación de módulos para registro y gestión de clientes y vehículos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Desarrollar un sistema de administración de servicios y atenciones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Integración de roles y perfiles a los clientes y funcionarios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Crear una interfaz segura, intuitiva y fácil de usar mediante ASP.NET (MVC), Bootstrap 5 y </a:t>
            </a:r>
            <a:r>
              <a:rPr lang="es-ES" dirty="0" err="1"/>
              <a:t>Entity</a:t>
            </a:r>
            <a:r>
              <a:rPr lang="es-ES" dirty="0"/>
              <a:t>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Mejora de la eficiencia operativa de los talleres mediante automatización y centralización de los datos</a:t>
            </a:r>
          </a:p>
        </p:txBody>
      </p:sp>
      <p:sp>
        <p:nvSpPr>
          <p:cNvPr id="10" name="Google Shape;2758;p34">
            <a:extLst>
              <a:ext uri="{FF2B5EF4-FFF2-40B4-BE49-F238E27FC236}">
                <a16:creationId xmlns:a16="http://schemas.microsoft.com/office/drawing/2014/main" id="{143579C1-A388-CFB5-1B6E-28719FF80DD2}"/>
              </a:ext>
            </a:extLst>
          </p:cNvPr>
          <p:cNvSpPr txBox="1">
            <a:spLocks/>
          </p:cNvSpPr>
          <p:nvPr/>
        </p:nvSpPr>
        <p:spPr>
          <a:xfrm>
            <a:off x="303311" y="-223761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11" name="Picture 10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726CE8AF-0E84-1E33-9A53-0034E86BD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326" y="746649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44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38"/>
          <p:cNvSpPr txBox="1">
            <a:spLocks noGrp="1"/>
          </p:cNvSpPr>
          <p:nvPr>
            <p:ph type="title"/>
          </p:nvPr>
        </p:nvSpPr>
        <p:spPr>
          <a:xfrm>
            <a:off x="1657633" y="940979"/>
            <a:ext cx="5830200" cy="11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ALCANCES Y LIMITACIONES</a:t>
            </a:r>
            <a:br>
              <a:rPr lang="en" sz="2400" dirty="0"/>
            </a:br>
            <a:r>
              <a:rPr lang="en" sz="2400" dirty="0"/>
              <a:t> </a:t>
            </a:r>
            <a:r>
              <a:rPr lang="en" sz="2400" dirty="0">
                <a:solidFill>
                  <a:schemeClr val="accent2"/>
                </a:solidFill>
              </a:rPr>
              <a:t>DEL PROYECTO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2858" name="Google Shape;2858;p38"/>
          <p:cNvSpPr txBox="1">
            <a:spLocks noGrp="1"/>
          </p:cNvSpPr>
          <p:nvPr>
            <p:ph type="subTitle" idx="1"/>
          </p:nvPr>
        </p:nvSpPr>
        <p:spPr>
          <a:xfrm>
            <a:off x="764017" y="2123497"/>
            <a:ext cx="4018368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s-ES" b="1" dirty="0"/>
              <a:t>ALCANCES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s-ES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Gestión completa de clientes y vehículos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Administración de atenciones, bitácoras y servicios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Sistema de roles como cliente y funcionario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Módulo de </a:t>
            </a:r>
            <a:r>
              <a:rPr lang="es-ES" dirty="0" err="1"/>
              <a:t>Login</a:t>
            </a:r>
            <a:r>
              <a:rPr lang="es-ES" dirty="0"/>
              <a:t> con validaciones seguras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Base de datos integrada desde SQL Server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Arquitectura MVC utilizando ASP.NET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Integración de </a:t>
            </a:r>
            <a:r>
              <a:rPr lang="es-ES" dirty="0" err="1"/>
              <a:t>Chatbot</a:t>
            </a:r>
            <a:r>
              <a:rPr lang="es-ES" dirty="0"/>
              <a:t> </a:t>
            </a:r>
          </a:p>
        </p:txBody>
      </p:sp>
      <p:grpSp>
        <p:nvGrpSpPr>
          <p:cNvPr id="2859" name="Google Shape;2859;p38"/>
          <p:cNvGrpSpPr/>
          <p:nvPr/>
        </p:nvGrpSpPr>
        <p:grpSpPr>
          <a:xfrm flipH="1">
            <a:off x="4130364" y="4335404"/>
            <a:ext cx="883262" cy="242091"/>
            <a:chOff x="2300350" y="2601250"/>
            <a:chExt cx="2275275" cy="623625"/>
          </a:xfrm>
        </p:grpSpPr>
        <p:sp>
          <p:nvSpPr>
            <p:cNvPr id="2860" name="Google Shape;2860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6" name="Google Shape;2866;p38"/>
          <p:cNvGrpSpPr/>
          <p:nvPr/>
        </p:nvGrpSpPr>
        <p:grpSpPr>
          <a:xfrm>
            <a:off x="6397851" y="1075319"/>
            <a:ext cx="1252897" cy="51000"/>
            <a:chOff x="2915381" y="4104819"/>
            <a:chExt cx="1252897" cy="51000"/>
          </a:xfrm>
        </p:grpSpPr>
        <p:sp>
          <p:nvSpPr>
            <p:cNvPr id="2867" name="Google Shape;2867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1" name="Google Shape;2881;p38"/>
          <p:cNvGrpSpPr/>
          <p:nvPr/>
        </p:nvGrpSpPr>
        <p:grpSpPr>
          <a:xfrm rot="5400000">
            <a:off x="7822000" y="3988625"/>
            <a:ext cx="98902" cy="553090"/>
            <a:chOff x="4898850" y="4820550"/>
            <a:chExt cx="98902" cy="553090"/>
          </a:xfrm>
        </p:grpSpPr>
        <p:sp>
          <p:nvSpPr>
            <p:cNvPr id="2882" name="Google Shape;2882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7" name="Google Shape;2887;p38"/>
          <p:cNvGrpSpPr/>
          <p:nvPr/>
        </p:nvGrpSpPr>
        <p:grpSpPr>
          <a:xfrm>
            <a:off x="1632103" y="4389467"/>
            <a:ext cx="1105976" cy="133969"/>
            <a:chOff x="8183182" y="663852"/>
            <a:chExt cx="1475028" cy="178673"/>
          </a:xfrm>
        </p:grpSpPr>
        <p:grpSp>
          <p:nvGrpSpPr>
            <p:cNvPr id="2888" name="Google Shape;2888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89" name="Google Shape;2889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9" name="Google Shape;2899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00" name="Google Shape;2900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7B2EE0EB-3AA5-1107-68DF-021F14F3154C}"/>
              </a:ext>
            </a:extLst>
          </p:cNvPr>
          <p:cNvSpPr txBox="1">
            <a:spLocks/>
          </p:cNvSpPr>
          <p:nvPr/>
        </p:nvSpPr>
        <p:spPr>
          <a:xfrm>
            <a:off x="1211630" y="-58321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A0C06F9-F702-B4AE-27F3-24450652E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938" y="300312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858;p38">
            <a:extLst>
              <a:ext uri="{FF2B5EF4-FFF2-40B4-BE49-F238E27FC236}">
                <a16:creationId xmlns:a16="http://schemas.microsoft.com/office/drawing/2014/main" id="{C2C04E13-E1A2-743B-7F2F-C90A102E3D04}"/>
              </a:ext>
            </a:extLst>
          </p:cNvPr>
          <p:cNvSpPr txBox="1">
            <a:spLocks/>
          </p:cNvSpPr>
          <p:nvPr/>
        </p:nvSpPr>
        <p:spPr>
          <a:xfrm>
            <a:off x="4758543" y="2110379"/>
            <a:ext cx="4018368" cy="1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ES" b="1" dirty="0"/>
              <a:t>LIMITACIONES</a:t>
            </a:r>
          </a:p>
          <a:p>
            <a:pPr marL="0" indent="0"/>
            <a:endParaRPr lang="es-ES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No se incluye facturación electrónica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No se contempla integración con proveedores externos para los repuestos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Notificaciones por correo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No se incluye módulo de SII ni Transbank.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42"/>
          <p:cNvSpPr txBox="1">
            <a:spLocks noGrp="1"/>
          </p:cNvSpPr>
          <p:nvPr>
            <p:ph type="title"/>
          </p:nvPr>
        </p:nvSpPr>
        <p:spPr>
          <a:xfrm>
            <a:off x="1118477" y="1197431"/>
            <a:ext cx="6907045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800" dirty="0"/>
              <a:t>METODOLOGÍA DE TRABAJO PARA EL DESARROLLO DEL PROYECTO</a:t>
            </a:r>
            <a:br>
              <a:rPr lang="es-CL" sz="1050" dirty="0"/>
            </a:b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3041" name="Google Shape;3041;p42"/>
          <p:cNvSpPr txBox="1">
            <a:spLocks noGrp="1"/>
          </p:cNvSpPr>
          <p:nvPr>
            <p:ph type="subTitle" idx="1"/>
          </p:nvPr>
        </p:nvSpPr>
        <p:spPr>
          <a:xfrm>
            <a:off x="4846682" y="3123896"/>
            <a:ext cx="1752642" cy="11071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Reajustes y correcciones según las necesidades del sistema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46" name="Google Shape;3046;p42"/>
          <p:cNvGrpSpPr/>
          <p:nvPr/>
        </p:nvGrpSpPr>
        <p:grpSpPr>
          <a:xfrm>
            <a:off x="5419567" y="4501791"/>
            <a:ext cx="1105976" cy="133969"/>
            <a:chOff x="8183182" y="663852"/>
            <a:chExt cx="1475028" cy="178673"/>
          </a:xfrm>
        </p:grpSpPr>
        <p:grpSp>
          <p:nvGrpSpPr>
            <p:cNvPr id="3047" name="Google Shape;3047;p4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048" name="Google Shape;3048;p4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4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4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4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4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4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4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4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4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4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8" name="Google Shape;3058;p4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059" name="Google Shape;3059;p4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4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4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4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4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4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4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4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4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4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69" name="Google Shape;3069;p42"/>
          <p:cNvGrpSpPr/>
          <p:nvPr/>
        </p:nvGrpSpPr>
        <p:grpSpPr>
          <a:xfrm>
            <a:off x="5265831" y="2101769"/>
            <a:ext cx="854980" cy="750308"/>
            <a:chOff x="7547949" y="2761477"/>
            <a:chExt cx="417348" cy="366254"/>
          </a:xfrm>
        </p:grpSpPr>
        <p:sp>
          <p:nvSpPr>
            <p:cNvPr id="3070" name="Google Shape;3070;p42"/>
            <p:cNvSpPr/>
            <p:nvPr/>
          </p:nvSpPr>
          <p:spPr>
            <a:xfrm>
              <a:off x="7744686" y="2908824"/>
              <a:ext cx="23889" cy="23889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4" y="1"/>
                    <a:pt x="1" y="143"/>
                    <a:pt x="1" y="334"/>
                  </a:cubicBezTo>
                  <a:cubicBezTo>
                    <a:pt x="1" y="525"/>
                    <a:pt x="144" y="667"/>
                    <a:pt x="334" y="667"/>
                  </a:cubicBezTo>
                  <a:cubicBezTo>
                    <a:pt x="525" y="667"/>
                    <a:pt x="668" y="525"/>
                    <a:pt x="668" y="334"/>
                  </a:cubicBezTo>
                  <a:cubicBezTo>
                    <a:pt x="668" y="143"/>
                    <a:pt x="525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42"/>
            <p:cNvSpPr/>
            <p:nvPr/>
          </p:nvSpPr>
          <p:spPr>
            <a:xfrm>
              <a:off x="7669761" y="3070654"/>
              <a:ext cx="173770" cy="57077"/>
            </a:xfrm>
            <a:custGeom>
              <a:avLst/>
              <a:gdLst/>
              <a:ahLst/>
              <a:cxnLst/>
              <a:rect l="l" t="t" r="r" b="b"/>
              <a:pathLst>
                <a:path w="4859" h="1596" extrusionOk="0">
                  <a:moveTo>
                    <a:pt x="1405" y="0"/>
                  </a:moveTo>
                  <a:lnTo>
                    <a:pt x="1405" y="905"/>
                  </a:lnTo>
                  <a:lnTo>
                    <a:pt x="334" y="905"/>
                  </a:lnTo>
                  <a:cubicBezTo>
                    <a:pt x="167" y="905"/>
                    <a:pt x="0" y="1072"/>
                    <a:pt x="0" y="1262"/>
                  </a:cubicBezTo>
                  <a:cubicBezTo>
                    <a:pt x="0" y="1429"/>
                    <a:pt x="167" y="1596"/>
                    <a:pt x="334" y="1596"/>
                  </a:cubicBezTo>
                  <a:lnTo>
                    <a:pt x="4525" y="1596"/>
                  </a:lnTo>
                  <a:cubicBezTo>
                    <a:pt x="4692" y="1596"/>
                    <a:pt x="4858" y="1429"/>
                    <a:pt x="4858" y="1262"/>
                  </a:cubicBezTo>
                  <a:cubicBezTo>
                    <a:pt x="4858" y="1072"/>
                    <a:pt x="4692" y="905"/>
                    <a:pt x="4525" y="905"/>
                  </a:cubicBezTo>
                  <a:lnTo>
                    <a:pt x="3453" y="905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42"/>
            <p:cNvSpPr/>
            <p:nvPr/>
          </p:nvSpPr>
          <p:spPr>
            <a:xfrm>
              <a:off x="7547949" y="2761477"/>
              <a:ext cx="417348" cy="284491"/>
            </a:xfrm>
            <a:custGeom>
              <a:avLst/>
              <a:gdLst/>
              <a:ahLst/>
              <a:cxnLst/>
              <a:rect l="l" t="t" r="r" b="b"/>
              <a:pathLst>
                <a:path w="11670" h="7955" extrusionOk="0">
                  <a:moveTo>
                    <a:pt x="6800" y="3150"/>
                  </a:moveTo>
                  <a:cubicBezTo>
                    <a:pt x="6889" y="3150"/>
                    <a:pt x="6978" y="3180"/>
                    <a:pt x="7050" y="3239"/>
                  </a:cubicBezTo>
                  <a:cubicBezTo>
                    <a:pt x="7169" y="3382"/>
                    <a:pt x="7169" y="3597"/>
                    <a:pt x="7050" y="3740"/>
                  </a:cubicBezTo>
                  <a:lnTo>
                    <a:pt x="6764" y="4002"/>
                  </a:lnTo>
                  <a:cubicBezTo>
                    <a:pt x="6812" y="4144"/>
                    <a:pt x="6859" y="4287"/>
                    <a:pt x="6859" y="4454"/>
                  </a:cubicBezTo>
                  <a:cubicBezTo>
                    <a:pt x="6859" y="5026"/>
                    <a:pt x="6407" y="5478"/>
                    <a:pt x="5835" y="5478"/>
                  </a:cubicBezTo>
                  <a:cubicBezTo>
                    <a:pt x="5264" y="5478"/>
                    <a:pt x="4811" y="5026"/>
                    <a:pt x="4811" y="4454"/>
                  </a:cubicBezTo>
                  <a:cubicBezTo>
                    <a:pt x="4811" y="3882"/>
                    <a:pt x="5264" y="3430"/>
                    <a:pt x="5835" y="3430"/>
                  </a:cubicBezTo>
                  <a:cubicBezTo>
                    <a:pt x="6002" y="3430"/>
                    <a:pt x="6145" y="3454"/>
                    <a:pt x="6288" y="3525"/>
                  </a:cubicBezTo>
                  <a:lnTo>
                    <a:pt x="6550" y="3239"/>
                  </a:lnTo>
                  <a:cubicBezTo>
                    <a:pt x="6621" y="3180"/>
                    <a:pt x="6710" y="3150"/>
                    <a:pt x="6800" y="3150"/>
                  </a:cubicBezTo>
                  <a:close/>
                  <a:moveTo>
                    <a:pt x="5835" y="918"/>
                  </a:moveTo>
                  <a:cubicBezTo>
                    <a:pt x="6740" y="918"/>
                    <a:pt x="7645" y="1263"/>
                    <a:pt x="8336" y="1953"/>
                  </a:cubicBezTo>
                  <a:cubicBezTo>
                    <a:pt x="9717" y="3335"/>
                    <a:pt x="9717" y="5573"/>
                    <a:pt x="8336" y="6955"/>
                  </a:cubicBezTo>
                  <a:cubicBezTo>
                    <a:pt x="8264" y="7026"/>
                    <a:pt x="8175" y="7062"/>
                    <a:pt x="8089" y="7062"/>
                  </a:cubicBezTo>
                  <a:cubicBezTo>
                    <a:pt x="8002" y="7062"/>
                    <a:pt x="7919" y="7026"/>
                    <a:pt x="7859" y="6955"/>
                  </a:cubicBezTo>
                  <a:lnTo>
                    <a:pt x="7312" y="6431"/>
                  </a:lnTo>
                  <a:cubicBezTo>
                    <a:pt x="7193" y="6288"/>
                    <a:pt x="7193" y="6073"/>
                    <a:pt x="7312" y="5930"/>
                  </a:cubicBezTo>
                  <a:cubicBezTo>
                    <a:pt x="7383" y="5871"/>
                    <a:pt x="7472" y="5841"/>
                    <a:pt x="7562" y="5841"/>
                  </a:cubicBezTo>
                  <a:cubicBezTo>
                    <a:pt x="7651" y="5841"/>
                    <a:pt x="7740" y="5871"/>
                    <a:pt x="7812" y="5930"/>
                  </a:cubicBezTo>
                  <a:lnTo>
                    <a:pt x="8074" y="6216"/>
                  </a:lnTo>
                  <a:cubicBezTo>
                    <a:pt x="8407" y="5811"/>
                    <a:pt x="8621" y="5311"/>
                    <a:pt x="8669" y="4787"/>
                  </a:cubicBezTo>
                  <a:lnTo>
                    <a:pt x="8169" y="4787"/>
                  </a:lnTo>
                  <a:cubicBezTo>
                    <a:pt x="7978" y="4787"/>
                    <a:pt x="7836" y="4645"/>
                    <a:pt x="7836" y="4454"/>
                  </a:cubicBezTo>
                  <a:cubicBezTo>
                    <a:pt x="7836" y="4263"/>
                    <a:pt x="7978" y="4121"/>
                    <a:pt x="8169" y="4121"/>
                  </a:cubicBezTo>
                  <a:lnTo>
                    <a:pt x="8669" y="4121"/>
                  </a:lnTo>
                  <a:cubicBezTo>
                    <a:pt x="8621" y="3597"/>
                    <a:pt x="8407" y="3097"/>
                    <a:pt x="8074" y="2692"/>
                  </a:cubicBezTo>
                  <a:lnTo>
                    <a:pt x="7812" y="2978"/>
                  </a:lnTo>
                  <a:cubicBezTo>
                    <a:pt x="7740" y="3037"/>
                    <a:pt x="7651" y="3067"/>
                    <a:pt x="7562" y="3067"/>
                  </a:cubicBezTo>
                  <a:cubicBezTo>
                    <a:pt x="7472" y="3067"/>
                    <a:pt x="7383" y="3037"/>
                    <a:pt x="7312" y="2978"/>
                  </a:cubicBezTo>
                  <a:cubicBezTo>
                    <a:pt x="7193" y="2835"/>
                    <a:pt x="7193" y="2620"/>
                    <a:pt x="7312" y="2477"/>
                  </a:cubicBezTo>
                  <a:lnTo>
                    <a:pt x="7597" y="2215"/>
                  </a:lnTo>
                  <a:cubicBezTo>
                    <a:pt x="7193" y="1882"/>
                    <a:pt x="6693" y="1668"/>
                    <a:pt x="6169" y="1620"/>
                  </a:cubicBezTo>
                  <a:lnTo>
                    <a:pt x="6169" y="2120"/>
                  </a:lnTo>
                  <a:cubicBezTo>
                    <a:pt x="6169" y="2311"/>
                    <a:pt x="6026" y="2454"/>
                    <a:pt x="5835" y="2454"/>
                  </a:cubicBezTo>
                  <a:cubicBezTo>
                    <a:pt x="5645" y="2454"/>
                    <a:pt x="5502" y="2311"/>
                    <a:pt x="5502" y="2120"/>
                  </a:cubicBezTo>
                  <a:lnTo>
                    <a:pt x="5502" y="1620"/>
                  </a:lnTo>
                  <a:cubicBezTo>
                    <a:pt x="4978" y="1668"/>
                    <a:pt x="4478" y="1882"/>
                    <a:pt x="4073" y="2215"/>
                  </a:cubicBezTo>
                  <a:lnTo>
                    <a:pt x="4359" y="2477"/>
                  </a:lnTo>
                  <a:cubicBezTo>
                    <a:pt x="4478" y="2620"/>
                    <a:pt x="4478" y="2835"/>
                    <a:pt x="4359" y="2978"/>
                  </a:cubicBezTo>
                  <a:cubicBezTo>
                    <a:pt x="4287" y="3037"/>
                    <a:pt x="4198" y="3067"/>
                    <a:pt x="4109" y="3067"/>
                  </a:cubicBezTo>
                  <a:cubicBezTo>
                    <a:pt x="4019" y="3067"/>
                    <a:pt x="3930" y="3037"/>
                    <a:pt x="3859" y="2978"/>
                  </a:cubicBezTo>
                  <a:lnTo>
                    <a:pt x="3597" y="2692"/>
                  </a:lnTo>
                  <a:cubicBezTo>
                    <a:pt x="3263" y="3097"/>
                    <a:pt x="3049" y="3597"/>
                    <a:pt x="3001" y="4121"/>
                  </a:cubicBezTo>
                  <a:lnTo>
                    <a:pt x="3501" y="4121"/>
                  </a:lnTo>
                  <a:cubicBezTo>
                    <a:pt x="3692" y="4121"/>
                    <a:pt x="3835" y="4263"/>
                    <a:pt x="3835" y="4454"/>
                  </a:cubicBezTo>
                  <a:cubicBezTo>
                    <a:pt x="3835" y="4645"/>
                    <a:pt x="3692" y="4787"/>
                    <a:pt x="3501" y="4787"/>
                  </a:cubicBezTo>
                  <a:lnTo>
                    <a:pt x="3001" y="4787"/>
                  </a:lnTo>
                  <a:cubicBezTo>
                    <a:pt x="3049" y="5311"/>
                    <a:pt x="3263" y="5811"/>
                    <a:pt x="3597" y="6216"/>
                  </a:cubicBezTo>
                  <a:lnTo>
                    <a:pt x="3859" y="5930"/>
                  </a:lnTo>
                  <a:cubicBezTo>
                    <a:pt x="3930" y="5871"/>
                    <a:pt x="4019" y="5841"/>
                    <a:pt x="4109" y="5841"/>
                  </a:cubicBezTo>
                  <a:cubicBezTo>
                    <a:pt x="4198" y="5841"/>
                    <a:pt x="4287" y="5871"/>
                    <a:pt x="4359" y="5930"/>
                  </a:cubicBezTo>
                  <a:cubicBezTo>
                    <a:pt x="4478" y="6073"/>
                    <a:pt x="4478" y="6288"/>
                    <a:pt x="4359" y="6431"/>
                  </a:cubicBezTo>
                  <a:lnTo>
                    <a:pt x="3811" y="6955"/>
                  </a:lnTo>
                  <a:cubicBezTo>
                    <a:pt x="3751" y="7026"/>
                    <a:pt x="3662" y="7062"/>
                    <a:pt x="3573" y="7062"/>
                  </a:cubicBezTo>
                  <a:cubicBezTo>
                    <a:pt x="3484" y="7062"/>
                    <a:pt x="3394" y="7026"/>
                    <a:pt x="3335" y="6955"/>
                  </a:cubicBezTo>
                  <a:cubicBezTo>
                    <a:pt x="1953" y="5573"/>
                    <a:pt x="1953" y="3335"/>
                    <a:pt x="3335" y="1953"/>
                  </a:cubicBezTo>
                  <a:cubicBezTo>
                    <a:pt x="4025" y="1263"/>
                    <a:pt x="4930" y="918"/>
                    <a:pt x="5835" y="918"/>
                  </a:cubicBezTo>
                  <a:close/>
                  <a:moveTo>
                    <a:pt x="358" y="1"/>
                  </a:moveTo>
                  <a:cubicBezTo>
                    <a:pt x="167" y="1"/>
                    <a:pt x="1" y="167"/>
                    <a:pt x="1" y="334"/>
                  </a:cubicBezTo>
                  <a:lnTo>
                    <a:pt x="1" y="7621"/>
                  </a:lnTo>
                  <a:cubicBezTo>
                    <a:pt x="1" y="7812"/>
                    <a:pt x="167" y="7955"/>
                    <a:pt x="358" y="7955"/>
                  </a:cubicBezTo>
                  <a:lnTo>
                    <a:pt x="11313" y="7955"/>
                  </a:lnTo>
                  <a:cubicBezTo>
                    <a:pt x="11503" y="7955"/>
                    <a:pt x="11670" y="7812"/>
                    <a:pt x="11670" y="7621"/>
                  </a:cubicBezTo>
                  <a:lnTo>
                    <a:pt x="11670" y="334"/>
                  </a:lnTo>
                  <a:cubicBezTo>
                    <a:pt x="11670" y="167"/>
                    <a:pt x="11503" y="1"/>
                    <a:pt x="11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7" name="Google Shape;3077;p42"/>
          <p:cNvGrpSpPr/>
          <p:nvPr/>
        </p:nvGrpSpPr>
        <p:grpSpPr>
          <a:xfrm>
            <a:off x="1320054" y="2010527"/>
            <a:ext cx="748683" cy="750289"/>
            <a:chOff x="4722040" y="1437111"/>
            <a:chExt cx="416490" cy="417360"/>
          </a:xfrm>
        </p:grpSpPr>
        <p:sp>
          <p:nvSpPr>
            <p:cNvPr id="3078" name="Google Shape;3078;p42"/>
            <p:cNvSpPr/>
            <p:nvPr/>
          </p:nvSpPr>
          <p:spPr>
            <a:xfrm>
              <a:off x="4785056" y="1586997"/>
              <a:ext cx="298975" cy="179742"/>
            </a:xfrm>
            <a:custGeom>
              <a:avLst/>
              <a:gdLst/>
              <a:ahLst/>
              <a:cxnLst/>
              <a:rect l="l" t="t" r="r" b="b"/>
              <a:pathLst>
                <a:path w="8360" h="5026" extrusionOk="0">
                  <a:moveTo>
                    <a:pt x="4192" y="810"/>
                  </a:moveTo>
                  <a:cubicBezTo>
                    <a:pt x="5002" y="810"/>
                    <a:pt x="5787" y="1120"/>
                    <a:pt x="6359" y="1692"/>
                  </a:cubicBezTo>
                  <a:cubicBezTo>
                    <a:pt x="6478" y="1834"/>
                    <a:pt x="6478" y="2049"/>
                    <a:pt x="6359" y="2192"/>
                  </a:cubicBezTo>
                  <a:cubicBezTo>
                    <a:pt x="6287" y="2251"/>
                    <a:pt x="6198" y="2281"/>
                    <a:pt x="6112" y="2281"/>
                  </a:cubicBezTo>
                  <a:cubicBezTo>
                    <a:pt x="6026" y="2281"/>
                    <a:pt x="5942" y="2251"/>
                    <a:pt x="5883" y="2192"/>
                  </a:cubicBezTo>
                  <a:cubicBezTo>
                    <a:pt x="5430" y="1739"/>
                    <a:pt x="4811" y="1477"/>
                    <a:pt x="4192" y="1477"/>
                  </a:cubicBezTo>
                  <a:cubicBezTo>
                    <a:pt x="3549" y="1477"/>
                    <a:pt x="2953" y="1739"/>
                    <a:pt x="2501" y="2192"/>
                  </a:cubicBezTo>
                  <a:cubicBezTo>
                    <a:pt x="2430" y="2251"/>
                    <a:pt x="2340" y="2281"/>
                    <a:pt x="2254" y="2281"/>
                  </a:cubicBezTo>
                  <a:cubicBezTo>
                    <a:pt x="2168" y="2281"/>
                    <a:pt x="2084" y="2251"/>
                    <a:pt x="2025" y="2192"/>
                  </a:cubicBezTo>
                  <a:cubicBezTo>
                    <a:pt x="1882" y="2049"/>
                    <a:pt x="1882" y="1834"/>
                    <a:pt x="2025" y="1692"/>
                  </a:cubicBezTo>
                  <a:cubicBezTo>
                    <a:pt x="2596" y="1120"/>
                    <a:pt x="3358" y="810"/>
                    <a:pt x="4192" y="810"/>
                  </a:cubicBezTo>
                  <a:close/>
                  <a:moveTo>
                    <a:pt x="4192" y="2168"/>
                  </a:moveTo>
                  <a:cubicBezTo>
                    <a:pt x="4644" y="2168"/>
                    <a:pt x="5073" y="2335"/>
                    <a:pt x="5383" y="2668"/>
                  </a:cubicBezTo>
                  <a:cubicBezTo>
                    <a:pt x="5525" y="2811"/>
                    <a:pt x="5525" y="3025"/>
                    <a:pt x="5383" y="3144"/>
                  </a:cubicBezTo>
                  <a:cubicBezTo>
                    <a:pt x="5323" y="3216"/>
                    <a:pt x="5240" y="3251"/>
                    <a:pt x="5153" y="3251"/>
                  </a:cubicBezTo>
                  <a:cubicBezTo>
                    <a:pt x="5067" y="3251"/>
                    <a:pt x="4978" y="3216"/>
                    <a:pt x="4906" y="3144"/>
                  </a:cubicBezTo>
                  <a:cubicBezTo>
                    <a:pt x="4716" y="2954"/>
                    <a:pt x="4454" y="2858"/>
                    <a:pt x="4192" y="2858"/>
                  </a:cubicBezTo>
                  <a:cubicBezTo>
                    <a:pt x="3906" y="2858"/>
                    <a:pt x="3644" y="2954"/>
                    <a:pt x="3454" y="3144"/>
                  </a:cubicBezTo>
                  <a:cubicBezTo>
                    <a:pt x="3394" y="3216"/>
                    <a:pt x="3311" y="3251"/>
                    <a:pt x="3224" y="3251"/>
                  </a:cubicBezTo>
                  <a:cubicBezTo>
                    <a:pt x="3138" y="3251"/>
                    <a:pt x="3049" y="3216"/>
                    <a:pt x="2977" y="3144"/>
                  </a:cubicBezTo>
                  <a:cubicBezTo>
                    <a:pt x="2834" y="3025"/>
                    <a:pt x="2834" y="2811"/>
                    <a:pt x="2977" y="2668"/>
                  </a:cubicBezTo>
                  <a:cubicBezTo>
                    <a:pt x="3311" y="2335"/>
                    <a:pt x="3739" y="2168"/>
                    <a:pt x="4192" y="2168"/>
                  </a:cubicBezTo>
                  <a:close/>
                  <a:moveTo>
                    <a:pt x="4192" y="3525"/>
                  </a:moveTo>
                  <a:cubicBezTo>
                    <a:pt x="4382" y="3525"/>
                    <a:pt x="4525" y="3692"/>
                    <a:pt x="4525" y="3882"/>
                  </a:cubicBezTo>
                  <a:cubicBezTo>
                    <a:pt x="4525" y="4049"/>
                    <a:pt x="4382" y="4216"/>
                    <a:pt x="4192" y="4216"/>
                  </a:cubicBezTo>
                  <a:cubicBezTo>
                    <a:pt x="4001" y="4216"/>
                    <a:pt x="3835" y="4049"/>
                    <a:pt x="3835" y="3882"/>
                  </a:cubicBezTo>
                  <a:cubicBezTo>
                    <a:pt x="3835" y="3692"/>
                    <a:pt x="4001" y="3525"/>
                    <a:pt x="4192" y="3525"/>
                  </a:cubicBezTo>
                  <a:close/>
                  <a:moveTo>
                    <a:pt x="334" y="1"/>
                  </a:moveTo>
                  <a:cubicBezTo>
                    <a:pt x="143" y="1"/>
                    <a:pt x="0" y="144"/>
                    <a:pt x="0" y="310"/>
                  </a:cubicBezTo>
                  <a:lnTo>
                    <a:pt x="0" y="5026"/>
                  </a:lnTo>
                  <a:lnTo>
                    <a:pt x="8359" y="5026"/>
                  </a:lnTo>
                  <a:lnTo>
                    <a:pt x="8359" y="310"/>
                  </a:lnTo>
                  <a:cubicBezTo>
                    <a:pt x="8359" y="144"/>
                    <a:pt x="8216" y="1"/>
                    <a:pt x="80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42"/>
            <p:cNvSpPr/>
            <p:nvPr/>
          </p:nvSpPr>
          <p:spPr>
            <a:xfrm>
              <a:off x="4756946" y="1791422"/>
              <a:ext cx="356051" cy="63049"/>
            </a:xfrm>
            <a:custGeom>
              <a:avLst/>
              <a:gdLst/>
              <a:ahLst/>
              <a:cxnLst/>
              <a:rect l="l" t="t" r="r" b="b"/>
              <a:pathLst>
                <a:path w="9956" h="1763" extrusionOk="0">
                  <a:moveTo>
                    <a:pt x="334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476"/>
                  </a:lnTo>
                  <a:cubicBezTo>
                    <a:pt x="1" y="1191"/>
                    <a:pt x="572" y="1762"/>
                    <a:pt x="1263" y="1762"/>
                  </a:cubicBezTo>
                  <a:lnTo>
                    <a:pt x="8669" y="1762"/>
                  </a:lnTo>
                  <a:cubicBezTo>
                    <a:pt x="9383" y="1762"/>
                    <a:pt x="9955" y="1191"/>
                    <a:pt x="9955" y="476"/>
                  </a:cubicBezTo>
                  <a:lnTo>
                    <a:pt x="9955" y="310"/>
                  </a:lnTo>
                  <a:cubicBezTo>
                    <a:pt x="9955" y="143"/>
                    <a:pt x="9788" y="0"/>
                    <a:pt x="9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42"/>
            <p:cNvSpPr/>
            <p:nvPr/>
          </p:nvSpPr>
          <p:spPr>
            <a:xfrm>
              <a:off x="4722040" y="1437111"/>
              <a:ext cx="416490" cy="235103"/>
            </a:xfrm>
            <a:custGeom>
              <a:avLst/>
              <a:gdLst/>
              <a:ahLst/>
              <a:cxnLst/>
              <a:rect l="l" t="t" r="r" b="b"/>
              <a:pathLst>
                <a:path w="11646" h="6574" extrusionOk="0">
                  <a:moveTo>
                    <a:pt x="5811" y="0"/>
                  </a:moveTo>
                  <a:cubicBezTo>
                    <a:pt x="5525" y="0"/>
                    <a:pt x="5239" y="72"/>
                    <a:pt x="4977" y="167"/>
                  </a:cubicBezTo>
                  <a:cubicBezTo>
                    <a:pt x="4358" y="405"/>
                    <a:pt x="3858" y="858"/>
                    <a:pt x="3596" y="1453"/>
                  </a:cubicBezTo>
                  <a:cubicBezTo>
                    <a:pt x="3382" y="1358"/>
                    <a:pt x="3144" y="1310"/>
                    <a:pt x="2906" y="1310"/>
                  </a:cubicBezTo>
                  <a:cubicBezTo>
                    <a:pt x="2501" y="1310"/>
                    <a:pt x="2120" y="1453"/>
                    <a:pt x="1834" y="1691"/>
                  </a:cubicBezTo>
                  <a:cubicBezTo>
                    <a:pt x="1691" y="1834"/>
                    <a:pt x="1572" y="1977"/>
                    <a:pt x="1477" y="2144"/>
                  </a:cubicBezTo>
                  <a:cubicBezTo>
                    <a:pt x="1334" y="2406"/>
                    <a:pt x="1262" y="2715"/>
                    <a:pt x="1286" y="3025"/>
                  </a:cubicBezTo>
                  <a:cubicBezTo>
                    <a:pt x="596" y="3263"/>
                    <a:pt x="95" y="3882"/>
                    <a:pt x="0" y="4620"/>
                  </a:cubicBezTo>
                  <a:cubicBezTo>
                    <a:pt x="0" y="4692"/>
                    <a:pt x="0" y="4763"/>
                    <a:pt x="0" y="4859"/>
                  </a:cubicBezTo>
                  <a:cubicBezTo>
                    <a:pt x="0" y="5454"/>
                    <a:pt x="286" y="6002"/>
                    <a:pt x="715" y="6359"/>
                  </a:cubicBezTo>
                  <a:cubicBezTo>
                    <a:pt x="834" y="6430"/>
                    <a:pt x="953" y="6526"/>
                    <a:pt x="1072" y="6573"/>
                  </a:cubicBezTo>
                  <a:lnTo>
                    <a:pt x="1072" y="4501"/>
                  </a:lnTo>
                  <a:cubicBezTo>
                    <a:pt x="1072" y="3954"/>
                    <a:pt x="1524" y="3501"/>
                    <a:pt x="2096" y="3501"/>
                  </a:cubicBezTo>
                  <a:lnTo>
                    <a:pt x="9788" y="3501"/>
                  </a:lnTo>
                  <a:cubicBezTo>
                    <a:pt x="10359" y="3501"/>
                    <a:pt x="10788" y="3954"/>
                    <a:pt x="10788" y="4501"/>
                  </a:cubicBezTo>
                  <a:lnTo>
                    <a:pt x="10788" y="6430"/>
                  </a:lnTo>
                  <a:cubicBezTo>
                    <a:pt x="10883" y="6383"/>
                    <a:pt x="10955" y="6335"/>
                    <a:pt x="11026" y="6264"/>
                  </a:cubicBezTo>
                  <a:cubicBezTo>
                    <a:pt x="11407" y="5906"/>
                    <a:pt x="11645" y="5406"/>
                    <a:pt x="11645" y="4859"/>
                  </a:cubicBezTo>
                  <a:cubicBezTo>
                    <a:pt x="11645" y="4763"/>
                    <a:pt x="11645" y="4692"/>
                    <a:pt x="11622" y="4620"/>
                  </a:cubicBezTo>
                  <a:cubicBezTo>
                    <a:pt x="11550" y="3882"/>
                    <a:pt x="11026" y="3263"/>
                    <a:pt x="10359" y="3025"/>
                  </a:cubicBezTo>
                  <a:cubicBezTo>
                    <a:pt x="10383" y="2715"/>
                    <a:pt x="10288" y="2406"/>
                    <a:pt x="10169" y="2144"/>
                  </a:cubicBezTo>
                  <a:cubicBezTo>
                    <a:pt x="9883" y="1644"/>
                    <a:pt x="9359" y="1310"/>
                    <a:pt x="8740" y="1310"/>
                  </a:cubicBezTo>
                  <a:cubicBezTo>
                    <a:pt x="8597" y="1310"/>
                    <a:pt x="8478" y="1310"/>
                    <a:pt x="8359" y="1358"/>
                  </a:cubicBezTo>
                  <a:cubicBezTo>
                    <a:pt x="8240" y="1382"/>
                    <a:pt x="8145" y="1405"/>
                    <a:pt x="8026" y="1453"/>
                  </a:cubicBezTo>
                  <a:cubicBezTo>
                    <a:pt x="7954" y="1263"/>
                    <a:pt x="7835" y="1072"/>
                    <a:pt x="7692" y="905"/>
                  </a:cubicBezTo>
                  <a:cubicBezTo>
                    <a:pt x="7264" y="358"/>
                    <a:pt x="6573" y="0"/>
                    <a:pt x="58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808B731C-49E2-A545-CC8F-12548CA31FF4}"/>
              </a:ext>
            </a:extLst>
          </p:cNvPr>
          <p:cNvSpPr txBox="1">
            <a:spLocks/>
          </p:cNvSpPr>
          <p:nvPr/>
        </p:nvSpPr>
        <p:spPr>
          <a:xfrm>
            <a:off x="713100" y="-599783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C93F6C1B-7EEA-74CE-423C-1465D8855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992" y="269653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3041;p42">
            <a:extLst>
              <a:ext uri="{FF2B5EF4-FFF2-40B4-BE49-F238E27FC236}">
                <a16:creationId xmlns:a16="http://schemas.microsoft.com/office/drawing/2014/main" id="{EA1B8D85-610B-84E2-F5B0-F154BEFC9EA6}"/>
              </a:ext>
            </a:extLst>
          </p:cNvPr>
          <p:cNvSpPr txBox="1">
            <a:spLocks/>
          </p:cNvSpPr>
          <p:nvPr/>
        </p:nvSpPr>
        <p:spPr>
          <a:xfrm>
            <a:off x="6777992" y="3189533"/>
            <a:ext cx="1752642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ES" dirty="0"/>
              <a:t>Pruebas continuas a medida que se agregan los módulos.</a:t>
            </a:r>
          </a:p>
        </p:txBody>
      </p:sp>
      <p:sp>
        <p:nvSpPr>
          <p:cNvPr id="5" name="Google Shape;3041;p42">
            <a:extLst>
              <a:ext uri="{FF2B5EF4-FFF2-40B4-BE49-F238E27FC236}">
                <a16:creationId xmlns:a16="http://schemas.microsoft.com/office/drawing/2014/main" id="{A0A7B29F-F616-3C49-C40B-F3F62915FE39}"/>
              </a:ext>
            </a:extLst>
          </p:cNvPr>
          <p:cNvSpPr txBox="1">
            <a:spLocks/>
          </p:cNvSpPr>
          <p:nvPr/>
        </p:nvSpPr>
        <p:spPr>
          <a:xfrm>
            <a:off x="2915373" y="3189533"/>
            <a:ext cx="1752642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ES" dirty="0"/>
              <a:t>Priorización por funcionalidades (MVP)</a:t>
            </a:r>
          </a:p>
          <a:p>
            <a:pPr marL="0" indent="0"/>
            <a:endParaRPr lang="es-ES" dirty="0"/>
          </a:p>
        </p:txBody>
      </p:sp>
      <p:sp>
        <p:nvSpPr>
          <p:cNvPr id="6" name="Google Shape;3041;p42">
            <a:extLst>
              <a:ext uri="{FF2B5EF4-FFF2-40B4-BE49-F238E27FC236}">
                <a16:creationId xmlns:a16="http://schemas.microsoft.com/office/drawing/2014/main" id="{75520EC8-6E32-1602-4CC8-A1E34C4C575B}"/>
              </a:ext>
            </a:extLst>
          </p:cNvPr>
          <p:cNvSpPr txBox="1">
            <a:spLocks/>
          </p:cNvSpPr>
          <p:nvPr/>
        </p:nvSpPr>
        <p:spPr>
          <a:xfrm>
            <a:off x="825730" y="3189533"/>
            <a:ext cx="1752642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ES" dirty="0"/>
              <a:t>Iteraciones semanales de desarrollo</a:t>
            </a:r>
          </a:p>
          <a:p>
            <a:pPr marL="0" indent="0"/>
            <a:endParaRPr lang="es-ES" dirty="0"/>
          </a:p>
        </p:txBody>
      </p:sp>
      <p:grpSp>
        <p:nvGrpSpPr>
          <p:cNvPr id="21" name="Google Shape;3613;p52">
            <a:extLst>
              <a:ext uri="{FF2B5EF4-FFF2-40B4-BE49-F238E27FC236}">
                <a16:creationId xmlns:a16="http://schemas.microsoft.com/office/drawing/2014/main" id="{43D34374-4514-2CCF-4876-4BD64E150829}"/>
              </a:ext>
            </a:extLst>
          </p:cNvPr>
          <p:cNvGrpSpPr/>
          <p:nvPr/>
        </p:nvGrpSpPr>
        <p:grpSpPr>
          <a:xfrm>
            <a:off x="7273835" y="2101774"/>
            <a:ext cx="748683" cy="750301"/>
            <a:chOff x="4002330" y="1437755"/>
            <a:chExt cx="417385" cy="415849"/>
          </a:xfrm>
        </p:grpSpPr>
        <p:sp>
          <p:nvSpPr>
            <p:cNvPr id="22" name="Google Shape;3614;p52">
              <a:extLst>
                <a:ext uri="{FF2B5EF4-FFF2-40B4-BE49-F238E27FC236}">
                  <a16:creationId xmlns:a16="http://schemas.microsoft.com/office/drawing/2014/main" id="{B5FBF13D-3808-9012-E237-31409BA0E664}"/>
                </a:ext>
              </a:extLst>
            </p:cNvPr>
            <p:cNvSpPr/>
            <p:nvPr/>
          </p:nvSpPr>
          <p:spPr>
            <a:xfrm>
              <a:off x="4014276" y="1530777"/>
              <a:ext cx="405439" cy="322828"/>
            </a:xfrm>
            <a:custGeom>
              <a:avLst/>
              <a:gdLst/>
              <a:ahLst/>
              <a:cxnLst/>
              <a:rect l="l" t="t" r="r" b="b"/>
              <a:pathLst>
                <a:path w="11337" h="9027" extrusionOk="0">
                  <a:moveTo>
                    <a:pt x="5287" y="7002"/>
                  </a:moveTo>
                  <a:cubicBezTo>
                    <a:pt x="5478" y="7002"/>
                    <a:pt x="5621" y="7145"/>
                    <a:pt x="5621" y="7336"/>
                  </a:cubicBezTo>
                  <a:cubicBezTo>
                    <a:pt x="5621" y="7526"/>
                    <a:pt x="5478" y="7669"/>
                    <a:pt x="5287" y="7669"/>
                  </a:cubicBezTo>
                  <a:cubicBezTo>
                    <a:pt x="5097" y="7669"/>
                    <a:pt x="4954" y="7526"/>
                    <a:pt x="4954" y="7336"/>
                  </a:cubicBezTo>
                  <a:cubicBezTo>
                    <a:pt x="4954" y="7145"/>
                    <a:pt x="5097" y="7002"/>
                    <a:pt x="5287" y="7002"/>
                  </a:cubicBezTo>
                  <a:close/>
                  <a:moveTo>
                    <a:pt x="6692" y="7002"/>
                  </a:moveTo>
                  <a:cubicBezTo>
                    <a:pt x="6883" y="7002"/>
                    <a:pt x="7026" y="7145"/>
                    <a:pt x="7026" y="7336"/>
                  </a:cubicBezTo>
                  <a:cubicBezTo>
                    <a:pt x="7026" y="7526"/>
                    <a:pt x="6883" y="7669"/>
                    <a:pt x="6692" y="7669"/>
                  </a:cubicBezTo>
                  <a:cubicBezTo>
                    <a:pt x="6502" y="7669"/>
                    <a:pt x="6359" y="7526"/>
                    <a:pt x="6359" y="7336"/>
                  </a:cubicBezTo>
                  <a:cubicBezTo>
                    <a:pt x="6359" y="7145"/>
                    <a:pt x="6502" y="7002"/>
                    <a:pt x="6692" y="7002"/>
                  </a:cubicBezTo>
                  <a:close/>
                  <a:moveTo>
                    <a:pt x="9788" y="7002"/>
                  </a:moveTo>
                  <a:cubicBezTo>
                    <a:pt x="9979" y="7002"/>
                    <a:pt x="10122" y="7145"/>
                    <a:pt x="10122" y="7336"/>
                  </a:cubicBezTo>
                  <a:cubicBezTo>
                    <a:pt x="10122" y="7526"/>
                    <a:pt x="9979" y="7669"/>
                    <a:pt x="9788" y="7669"/>
                  </a:cubicBezTo>
                  <a:lnTo>
                    <a:pt x="8216" y="7669"/>
                  </a:lnTo>
                  <a:cubicBezTo>
                    <a:pt x="8026" y="7669"/>
                    <a:pt x="7859" y="7526"/>
                    <a:pt x="7859" y="7336"/>
                  </a:cubicBezTo>
                  <a:cubicBezTo>
                    <a:pt x="7859" y="7145"/>
                    <a:pt x="8026" y="7002"/>
                    <a:pt x="8216" y="7002"/>
                  </a:cubicBezTo>
                  <a:close/>
                  <a:moveTo>
                    <a:pt x="9526" y="1"/>
                  </a:moveTo>
                  <a:cubicBezTo>
                    <a:pt x="9074" y="1"/>
                    <a:pt x="8693" y="287"/>
                    <a:pt x="8550" y="692"/>
                  </a:cubicBezTo>
                  <a:lnTo>
                    <a:pt x="7073" y="692"/>
                  </a:lnTo>
                  <a:cubicBezTo>
                    <a:pt x="7073" y="573"/>
                    <a:pt x="7049" y="453"/>
                    <a:pt x="7026" y="334"/>
                  </a:cubicBezTo>
                  <a:lnTo>
                    <a:pt x="4978" y="334"/>
                  </a:lnTo>
                  <a:cubicBezTo>
                    <a:pt x="5025" y="834"/>
                    <a:pt x="5025" y="1382"/>
                    <a:pt x="4978" y="1882"/>
                  </a:cubicBezTo>
                  <a:lnTo>
                    <a:pt x="7026" y="1882"/>
                  </a:lnTo>
                  <a:cubicBezTo>
                    <a:pt x="7049" y="1716"/>
                    <a:pt x="7073" y="1549"/>
                    <a:pt x="7097" y="1358"/>
                  </a:cubicBezTo>
                  <a:lnTo>
                    <a:pt x="8550" y="1358"/>
                  </a:lnTo>
                  <a:cubicBezTo>
                    <a:pt x="8669" y="1668"/>
                    <a:pt x="8883" y="1882"/>
                    <a:pt x="9193" y="2001"/>
                  </a:cubicBezTo>
                  <a:lnTo>
                    <a:pt x="9193" y="5621"/>
                  </a:lnTo>
                  <a:lnTo>
                    <a:pt x="4382" y="5621"/>
                  </a:lnTo>
                  <a:cubicBezTo>
                    <a:pt x="3954" y="5621"/>
                    <a:pt x="3573" y="6002"/>
                    <a:pt x="3573" y="6431"/>
                  </a:cubicBezTo>
                  <a:lnTo>
                    <a:pt x="3573" y="7145"/>
                  </a:lnTo>
                  <a:lnTo>
                    <a:pt x="2620" y="7145"/>
                  </a:lnTo>
                  <a:cubicBezTo>
                    <a:pt x="2501" y="6860"/>
                    <a:pt x="2287" y="6621"/>
                    <a:pt x="1977" y="6526"/>
                  </a:cubicBezTo>
                  <a:lnTo>
                    <a:pt x="1977" y="4526"/>
                  </a:lnTo>
                  <a:cubicBezTo>
                    <a:pt x="2120" y="4573"/>
                    <a:pt x="2263" y="4621"/>
                    <a:pt x="2406" y="4669"/>
                  </a:cubicBezTo>
                  <a:cubicBezTo>
                    <a:pt x="2096" y="4049"/>
                    <a:pt x="1953" y="3240"/>
                    <a:pt x="1858" y="2549"/>
                  </a:cubicBezTo>
                  <a:lnTo>
                    <a:pt x="0" y="2549"/>
                  </a:lnTo>
                  <a:cubicBezTo>
                    <a:pt x="262" y="3216"/>
                    <a:pt x="739" y="3764"/>
                    <a:pt x="1310" y="4168"/>
                  </a:cubicBezTo>
                  <a:lnTo>
                    <a:pt x="1310" y="6526"/>
                  </a:lnTo>
                  <a:cubicBezTo>
                    <a:pt x="905" y="6669"/>
                    <a:pt x="620" y="7050"/>
                    <a:pt x="620" y="7502"/>
                  </a:cubicBezTo>
                  <a:cubicBezTo>
                    <a:pt x="620" y="8050"/>
                    <a:pt x="1072" y="8503"/>
                    <a:pt x="1644" y="8503"/>
                  </a:cubicBezTo>
                  <a:cubicBezTo>
                    <a:pt x="2096" y="8503"/>
                    <a:pt x="2477" y="8241"/>
                    <a:pt x="2620" y="7836"/>
                  </a:cubicBezTo>
                  <a:lnTo>
                    <a:pt x="3573" y="7836"/>
                  </a:lnTo>
                  <a:lnTo>
                    <a:pt x="3573" y="8217"/>
                  </a:lnTo>
                  <a:cubicBezTo>
                    <a:pt x="3573" y="8669"/>
                    <a:pt x="3954" y="9027"/>
                    <a:pt x="4382" y="9027"/>
                  </a:cubicBezTo>
                  <a:lnTo>
                    <a:pt x="10526" y="9027"/>
                  </a:lnTo>
                  <a:cubicBezTo>
                    <a:pt x="10979" y="9027"/>
                    <a:pt x="11336" y="8669"/>
                    <a:pt x="11336" y="8217"/>
                  </a:cubicBezTo>
                  <a:lnTo>
                    <a:pt x="11336" y="6431"/>
                  </a:lnTo>
                  <a:cubicBezTo>
                    <a:pt x="11336" y="6002"/>
                    <a:pt x="10979" y="5621"/>
                    <a:pt x="10526" y="5621"/>
                  </a:cubicBezTo>
                  <a:lnTo>
                    <a:pt x="9860" y="5621"/>
                  </a:lnTo>
                  <a:lnTo>
                    <a:pt x="9860" y="2001"/>
                  </a:lnTo>
                  <a:cubicBezTo>
                    <a:pt x="10264" y="1858"/>
                    <a:pt x="10550" y="1477"/>
                    <a:pt x="10550" y="1025"/>
                  </a:cubicBezTo>
                  <a:cubicBezTo>
                    <a:pt x="10550" y="453"/>
                    <a:pt x="10098" y="1"/>
                    <a:pt x="95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615;p52">
              <a:extLst>
                <a:ext uri="{FF2B5EF4-FFF2-40B4-BE49-F238E27FC236}">
                  <a16:creationId xmlns:a16="http://schemas.microsoft.com/office/drawing/2014/main" id="{AB44C095-4435-EC96-27C0-14E53D46DBF4}"/>
                </a:ext>
              </a:extLst>
            </p:cNvPr>
            <p:cNvSpPr/>
            <p:nvPr/>
          </p:nvSpPr>
          <p:spPr>
            <a:xfrm>
              <a:off x="4105402" y="1621938"/>
              <a:ext cx="60510" cy="80287"/>
            </a:xfrm>
            <a:custGeom>
              <a:avLst/>
              <a:gdLst/>
              <a:ahLst/>
              <a:cxnLst/>
              <a:rect l="l" t="t" r="r" b="b"/>
              <a:pathLst>
                <a:path w="1692" h="2245" extrusionOk="0">
                  <a:moveTo>
                    <a:pt x="0" y="0"/>
                  </a:moveTo>
                  <a:cubicBezTo>
                    <a:pt x="72" y="595"/>
                    <a:pt x="286" y="1786"/>
                    <a:pt x="715" y="2191"/>
                  </a:cubicBezTo>
                  <a:cubicBezTo>
                    <a:pt x="751" y="2227"/>
                    <a:pt x="798" y="2245"/>
                    <a:pt x="846" y="2245"/>
                  </a:cubicBezTo>
                  <a:cubicBezTo>
                    <a:pt x="894" y="2245"/>
                    <a:pt x="941" y="2227"/>
                    <a:pt x="977" y="2191"/>
                  </a:cubicBezTo>
                  <a:cubicBezTo>
                    <a:pt x="1406" y="1786"/>
                    <a:pt x="1620" y="595"/>
                    <a:pt x="16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616;p52">
              <a:extLst>
                <a:ext uri="{FF2B5EF4-FFF2-40B4-BE49-F238E27FC236}">
                  <a16:creationId xmlns:a16="http://schemas.microsoft.com/office/drawing/2014/main" id="{CD5F081A-B42B-9A57-54BB-EE5F97C1C007}"/>
                </a:ext>
              </a:extLst>
            </p:cNvPr>
            <p:cNvSpPr/>
            <p:nvPr/>
          </p:nvSpPr>
          <p:spPr>
            <a:xfrm>
              <a:off x="4170992" y="1621938"/>
              <a:ext cx="86903" cy="75816"/>
            </a:xfrm>
            <a:custGeom>
              <a:avLst/>
              <a:gdLst/>
              <a:ahLst/>
              <a:cxnLst/>
              <a:rect l="l" t="t" r="r" b="b"/>
              <a:pathLst>
                <a:path w="2430" h="2120" extrusionOk="0">
                  <a:moveTo>
                    <a:pt x="548" y="0"/>
                  </a:moveTo>
                  <a:cubicBezTo>
                    <a:pt x="477" y="572"/>
                    <a:pt x="381" y="1096"/>
                    <a:pt x="238" y="1524"/>
                  </a:cubicBezTo>
                  <a:cubicBezTo>
                    <a:pt x="167" y="1762"/>
                    <a:pt x="95" y="1953"/>
                    <a:pt x="0" y="2120"/>
                  </a:cubicBezTo>
                  <a:cubicBezTo>
                    <a:pt x="1096" y="1810"/>
                    <a:pt x="1977" y="1024"/>
                    <a:pt x="2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617;p52">
              <a:extLst>
                <a:ext uri="{FF2B5EF4-FFF2-40B4-BE49-F238E27FC236}">
                  <a16:creationId xmlns:a16="http://schemas.microsoft.com/office/drawing/2014/main" id="{AF52581E-31DC-6CC0-2A96-02A34F0634FF}"/>
                </a:ext>
              </a:extLst>
            </p:cNvPr>
            <p:cNvSpPr/>
            <p:nvPr/>
          </p:nvSpPr>
          <p:spPr>
            <a:xfrm>
              <a:off x="4013417" y="1442226"/>
              <a:ext cx="86903" cy="75817"/>
            </a:xfrm>
            <a:custGeom>
              <a:avLst/>
              <a:gdLst/>
              <a:ahLst/>
              <a:cxnLst/>
              <a:rect l="l" t="t" r="r" b="b"/>
              <a:pathLst>
                <a:path w="2430" h="2120" extrusionOk="0">
                  <a:moveTo>
                    <a:pt x="2430" y="0"/>
                  </a:moveTo>
                  <a:lnTo>
                    <a:pt x="2430" y="0"/>
                  </a:lnTo>
                  <a:cubicBezTo>
                    <a:pt x="1334" y="310"/>
                    <a:pt x="453" y="1096"/>
                    <a:pt x="1" y="2120"/>
                  </a:cubicBezTo>
                  <a:lnTo>
                    <a:pt x="1882" y="2120"/>
                  </a:lnTo>
                  <a:cubicBezTo>
                    <a:pt x="1953" y="1453"/>
                    <a:pt x="2120" y="619"/>
                    <a:pt x="2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618;p52">
              <a:extLst>
                <a:ext uri="{FF2B5EF4-FFF2-40B4-BE49-F238E27FC236}">
                  <a16:creationId xmlns:a16="http://schemas.microsoft.com/office/drawing/2014/main" id="{7D45B277-B2A6-EFC9-7950-52A233EFBD99}"/>
                </a:ext>
              </a:extLst>
            </p:cNvPr>
            <p:cNvSpPr/>
            <p:nvPr/>
          </p:nvSpPr>
          <p:spPr>
            <a:xfrm>
              <a:off x="4105402" y="1437755"/>
              <a:ext cx="60510" cy="80287"/>
            </a:xfrm>
            <a:custGeom>
              <a:avLst/>
              <a:gdLst/>
              <a:ahLst/>
              <a:cxnLst/>
              <a:rect l="l" t="t" r="r" b="b"/>
              <a:pathLst>
                <a:path w="1692" h="2245" extrusionOk="0">
                  <a:moveTo>
                    <a:pt x="846" y="0"/>
                  </a:moveTo>
                  <a:cubicBezTo>
                    <a:pt x="798" y="0"/>
                    <a:pt x="751" y="18"/>
                    <a:pt x="715" y="54"/>
                  </a:cubicBezTo>
                  <a:cubicBezTo>
                    <a:pt x="286" y="459"/>
                    <a:pt x="72" y="1649"/>
                    <a:pt x="0" y="2245"/>
                  </a:cubicBezTo>
                  <a:lnTo>
                    <a:pt x="1691" y="2245"/>
                  </a:lnTo>
                  <a:cubicBezTo>
                    <a:pt x="1620" y="1649"/>
                    <a:pt x="1406" y="459"/>
                    <a:pt x="977" y="54"/>
                  </a:cubicBezTo>
                  <a:cubicBezTo>
                    <a:pt x="941" y="18"/>
                    <a:pt x="894" y="0"/>
                    <a:pt x="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619;p52">
              <a:extLst>
                <a:ext uri="{FF2B5EF4-FFF2-40B4-BE49-F238E27FC236}">
                  <a16:creationId xmlns:a16="http://schemas.microsoft.com/office/drawing/2014/main" id="{ED00DA89-B2FD-B18E-CD58-8B73B98039E0}"/>
                </a:ext>
              </a:extLst>
            </p:cNvPr>
            <p:cNvSpPr/>
            <p:nvPr/>
          </p:nvSpPr>
          <p:spPr>
            <a:xfrm>
              <a:off x="4170992" y="1442226"/>
              <a:ext cx="86903" cy="75817"/>
            </a:xfrm>
            <a:custGeom>
              <a:avLst/>
              <a:gdLst/>
              <a:ahLst/>
              <a:cxnLst/>
              <a:rect l="l" t="t" r="r" b="b"/>
              <a:pathLst>
                <a:path w="2430" h="2120" extrusionOk="0">
                  <a:moveTo>
                    <a:pt x="0" y="0"/>
                  </a:moveTo>
                  <a:lnTo>
                    <a:pt x="0" y="0"/>
                  </a:lnTo>
                  <a:cubicBezTo>
                    <a:pt x="310" y="619"/>
                    <a:pt x="477" y="1429"/>
                    <a:pt x="548" y="2120"/>
                  </a:cubicBezTo>
                  <a:lnTo>
                    <a:pt x="2429" y="2120"/>
                  </a:lnTo>
                  <a:cubicBezTo>
                    <a:pt x="1977" y="1096"/>
                    <a:pt x="1096" y="31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620;p52">
              <a:extLst>
                <a:ext uri="{FF2B5EF4-FFF2-40B4-BE49-F238E27FC236}">
                  <a16:creationId xmlns:a16="http://schemas.microsoft.com/office/drawing/2014/main" id="{DF937460-214E-3A73-CCAC-EA54A2752C14}"/>
                </a:ext>
              </a:extLst>
            </p:cNvPr>
            <p:cNvSpPr/>
            <p:nvPr/>
          </p:nvSpPr>
          <p:spPr>
            <a:xfrm>
              <a:off x="4002330" y="1542722"/>
              <a:ext cx="76711" cy="55396"/>
            </a:xfrm>
            <a:custGeom>
              <a:avLst/>
              <a:gdLst/>
              <a:ahLst/>
              <a:cxnLst/>
              <a:rect l="l" t="t" r="r" b="b"/>
              <a:pathLst>
                <a:path w="2145" h="1549" extrusionOk="0">
                  <a:moveTo>
                    <a:pt x="96" y="0"/>
                  </a:moveTo>
                  <a:cubicBezTo>
                    <a:pt x="1" y="477"/>
                    <a:pt x="1" y="1024"/>
                    <a:pt x="96" y="1548"/>
                  </a:cubicBezTo>
                  <a:lnTo>
                    <a:pt x="2144" y="1548"/>
                  </a:lnTo>
                  <a:cubicBezTo>
                    <a:pt x="2097" y="1024"/>
                    <a:pt x="2120" y="477"/>
                    <a:pt x="2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21;p52">
              <a:extLst>
                <a:ext uri="{FF2B5EF4-FFF2-40B4-BE49-F238E27FC236}">
                  <a16:creationId xmlns:a16="http://schemas.microsoft.com/office/drawing/2014/main" id="{C56FD233-1DEC-C1B8-F3EB-C19D21239588}"/>
                </a:ext>
              </a:extLst>
            </p:cNvPr>
            <p:cNvSpPr/>
            <p:nvPr/>
          </p:nvSpPr>
          <p:spPr>
            <a:xfrm>
              <a:off x="4102004" y="1542722"/>
              <a:ext cx="67305" cy="55396"/>
            </a:xfrm>
            <a:custGeom>
              <a:avLst/>
              <a:gdLst/>
              <a:ahLst/>
              <a:cxnLst/>
              <a:rect l="l" t="t" r="r" b="b"/>
              <a:pathLst>
                <a:path w="1882" h="1549" extrusionOk="0">
                  <a:moveTo>
                    <a:pt x="24" y="0"/>
                  </a:moveTo>
                  <a:cubicBezTo>
                    <a:pt x="0" y="500"/>
                    <a:pt x="0" y="1048"/>
                    <a:pt x="24" y="1548"/>
                  </a:cubicBezTo>
                  <a:lnTo>
                    <a:pt x="1858" y="1548"/>
                  </a:lnTo>
                  <a:cubicBezTo>
                    <a:pt x="1882" y="1048"/>
                    <a:pt x="1882" y="500"/>
                    <a:pt x="18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622;p52">
            <a:extLst>
              <a:ext uri="{FF2B5EF4-FFF2-40B4-BE49-F238E27FC236}">
                <a16:creationId xmlns:a16="http://schemas.microsoft.com/office/drawing/2014/main" id="{565F3959-0FD6-1C64-E3C9-83EE19A323FC}"/>
              </a:ext>
            </a:extLst>
          </p:cNvPr>
          <p:cNvGrpSpPr/>
          <p:nvPr/>
        </p:nvGrpSpPr>
        <p:grpSpPr>
          <a:xfrm>
            <a:off x="3446642" y="2091055"/>
            <a:ext cx="727255" cy="691894"/>
            <a:chOff x="4003189" y="3407083"/>
            <a:chExt cx="416526" cy="416492"/>
          </a:xfrm>
        </p:grpSpPr>
        <p:sp>
          <p:nvSpPr>
            <p:cNvPr id="31" name="Google Shape;3623;p52">
              <a:extLst>
                <a:ext uri="{FF2B5EF4-FFF2-40B4-BE49-F238E27FC236}">
                  <a16:creationId xmlns:a16="http://schemas.microsoft.com/office/drawing/2014/main" id="{5DBDE149-3667-D123-B3E3-EF18B840D7A2}"/>
                </a:ext>
              </a:extLst>
            </p:cNvPr>
            <p:cNvSpPr/>
            <p:nvPr/>
          </p:nvSpPr>
          <p:spPr>
            <a:xfrm>
              <a:off x="4011701" y="3407083"/>
              <a:ext cx="189112" cy="40912"/>
            </a:xfrm>
            <a:custGeom>
              <a:avLst/>
              <a:gdLst/>
              <a:ahLst/>
              <a:cxnLst/>
              <a:rect l="l" t="t" r="r" b="b"/>
              <a:pathLst>
                <a:path w="5288" h="1144" extrusionOk="0">
                  <a:moveTo>
                    <a:pt x="334" y="0"/>
                  </a:moveTo>
                  <a:cubicBezTo>
                    <a:pt x="168" y="0"/>
                    <a:pt x="1" y="143"/>
                    <a:pt x="1" y="333"/>
                  </a:cubicBezTo>
                  <a:lnTo>
                    <a:pt x="1" y="1143"/>
                  </a:lnTo>
                  <a:lnTo>
                    <a:pt x="5288" y="1143"/>
                  </a:lnTo>
                  <a:lnTo>
                    <a:pt x="4669" y="167"/>
                  </a:lnTo>
                  <a:cubicBezTo>
                    <a:pt x="4621" y="71"/>
                    <a:pt x="4502" y="0"/>
                    <a:pt x="4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624;p52">
              <a:extLst>
                <a:ext uri="{FF2B5EF4-FFF2-40B4-BE49-F238E27FC236}">
                  <a16:creationId xmlns:a16="http://schemas.microsoft.com/office/drawing/2014/main" id="{924CF993-53F9-F389-3CE2-FE74B078A334}"/>
                </a:ext>
              </a:extLst>
            </p:cNvPr>
            <p:cNvSpPr/>
            <p:nvPr/>
          </p:nvSpPr>
          <p:spPr>
            <a:xfrm>
              <a:off x="4073035" y="3551855"/>
              <a:ext cx="77533" cy="77533"/>
            </a:xfrm>
            <a:custGeom>
              <a:avLst/>
              <a:gdLst/>
              <a:ahLst/>
              <a:cxnLst/>
              <a:rect l="l" t="t" r="r" b="b"/>
              <a:pathLst>
                <a:path w="2168" h="2168" extrusionOk="0">
                  <a:moveTo>
                    <a:pt x="1" y="0"/>
                  </a:moveTo>
                  <a:lnTo>
                    <a:pt x="1" y="2168"/>
                  </a:lnTo>
                  <a:lnTo>
                    <a:pt x="2168" y="2168"/>
                  </a:lnTo>
                  <a:lnTo>
                    <a:pt x="21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625;p52">
              <a:extLst>
                <a:ext uri="{FF2B5EF4-FFF2-40B4-BE49-F238E27FC236}">
                  <a16:creationId xmlns:a16="http://schemas.microsoft.com/office/drawing/2014/main" id="{C2571C48-DD61-1C52-4AB2-36FC959B862A}"/>
                </a:ext>
              </a:extLst>
            </p:cNvPr>
            <p:cNvSpPr/>
            <p:nvPr/>
          </p:nvSpPr>
          <p:spPr>
            <a:xfrm>
              <a:off x="4003189" y="3471780"/>
              <a:ext cx="416526" cy="351796"/>
            </a:xfrm>
            <a:custGeom>
              <a:avLst/>
              <a:gdLst/>
              <a:ahLst/>
              <a:cxnLst/>
              <a:rect l="l" t="t" r="r" b="b"/>
              <a:pathLst>
                <a:path w="11647" h="9837" extrusionOk="0">
                  <a:moveTo>
                    <a:pt x="10193" y="2311"/>
                  </a:moveTo>
                  <a:cubicBezTo>
                    <a:pt x="10384" y="2311"/>
                    <a:pt x="10527" y="2454"/>
                    <a:pt x="10527" y="2644"/>
                  </a:cubicBezTo>
                  <a:cubicBezTo>
                    <a:pt x="10527" y="2835"/>
                    <a:pt x="10384" y="3002"/>
                    <a:pt x="10193" y="3002"/>
                  </a:cubicBezTo>
                  <a:lnTo>
                    <a:pt x="7026" y="3002"/>
                  </a:lnTo>
                  <a:cubicBezTo>
                    <a:pt x="6859" y="3002"/>
                    <a:pt x="6693" y="2835"/>
                    <a:pt x="6693" y="2644"/>
                  </a:cubicBezTo>
                  <a:cubicBezTo>
                    <a:pt x="6693" y="2454"/>
                    <a:pt x="6859" y="2311"/>
                    <a:pt x="7026" y="2311"/>
                  </a:cubicBezTo>
                  <a:close/>
                  <a:moveTo>
                    <a:pt x="10193" y="3668"/>
                  </a:moveTo>
                  <a:cubicBezTo>
                    <a:pt x="10384" y="3668"/>
                    <a:pt x="10527" y="3835"/>
                    <a:pt x="10527" y="4026"/>
                  </a:cubicBezTo>
                  <a:cubicBezTo>
                    <a:pt x="10527" y="4192"/>
                    <a:pt x="10384" y="4359"/>
                    <a:pt x="10193" y="4359"/>
                  </a:cubicBezTo>
                  <a:lnTo>
                    <a:pt x="7026" y="4359"/>
                  </a:lnTo>
                  <a:cubicBezTo>
                    <a:pt x="6859" y="4359"/>
                    <a:pt x="6693" y="4192"/>
                    <a:pt x="6693" y="4026"/>
                  </a:cubicBezTo>
                  <a:cubicBezTo>
                    <a:pt x="6693" y="3835"/>
                    <a:pt x="6859" y="3668"/>
                    <a:pt x="7026" y="3668"/>
                  </a:cubicBezTo>
                  <a:close/>
                  <a:moveTo>
                    <a:pt x="4502" y="1573"/>
                  </a:moveTo>
                  <a:cubicBezTo>
                    <a:pt x="4668" y="1573"/>
                    <a:pt x="4811" y="1692"/>
                    <a:pt x="4811" y="1882"/>
                  </a:cubicBezTo>
                  <a:lnTo>
                    <a:pt x="4811" y="4788"/>
                  </a:lnTo>
                  <a:cubicBezTo>
                    <a:pt x="4811" y="4954"/>
                    <a:pt x="4668" y="5097"/>
                    <a:pt x="4502" y="5097"/>
                  </a:cubicBezTo>
                  <a:lnTo>
                    <a:pt x="1573" y="5097"/>
                  </a:lnTo>
                  <a:cubicBezTo>
                    <a:pt x="1406" y="5097"/>
                    <a:pt x="1263" y="4954"/>
                    <a:pt x="1263" y="4788"/>
                  </a:cubicBezTo>
                  <a:lnTo>
                    <a:pt x="1263" y="1882"/>
                  </a:lnTo>
                  <a:cubicBezTo>
                    <a:pt x="1263" y="1692"/>
                    <a:pt x="1406" y="1573"/>
                    <a:pt x="1573" y="1573"/>
                  </a:cubicBezTo>
                  <a:close/>
                  <a:moveTo>
                    <a:pt x="239" y="1"/>
                  </a:moveTo>
                  <a:lnTo>
                    <a:pt x="239" y="6312"/>
                  </a:lnTo>
                  <a:cubicBezTo>
                    <a:pt x="239" y="6502"/>
                    <a:pt x="406" y="6645"/>
                    <a:pt x="572" y="6645"/>
                  </a:cubicBezTo>
                  <a:lnTo>
                    <a:pt x="5478" y="6645"/>
                  </a:lnTo>
                  <a:lnTo>
                    <a:pt x="5478" y="7860"/>
                  </a:lnTo>
                  <a:cubicBezTo>
                    <a:pt x="5192" y="7955"/>
                    <a:pt x="4954" y="8193"/>
                    <a:pt x="4859" y="8479"/>
                  </a:cubicBezTo>
                  <a:lnTo>
                    <a:pt x="1977" y="8479"/>
                  </a:lnTo>
                  <a:cubicBezTo>
                    <a:pt x="1858" y="8074"/>
                    <a:pt x="1477" y="7788"/>
                    <a:pt x="1025" y="7788"/>
                  </a:cubicBezTo>
                  <a:cubicBezTo>
                    <a:pt x="453" y="7788"/>
                    <a:pt x="1" y="8241"/>
                    <a:pt x="1" y="8812"/>
                  </a:cubicBezTo>
                  <a:cubicBezTo>
                    <a:pt x="1" y="9384"/>
                    <a:pt x="453" y="9836"/>
                    <a:pt x="1025" y="9836"/>
                  </a:cubicBezTo>
                  <a:cubicBezTo>
                    <a:pt x="1477" y="9836"/>
                    <a:pt x="1858" y="9550"/>
                    <a:pt x="1977" y="9146"/>
                  </a:cubicBezTo>
                  <a:lnTo>
                    <a:pt x="4859" y="9146"/>
                  </a:lnTo>
                  <a:cubicBezTo>
                    <a:pt x="5002" y="9550"/>
                    <a:pt x="5383" y="9836"/>
                    <a:pt x="5811" y="9836"/>
                  </a:cubicBezTo>
                  <a:cubicBezTo>
                    <a:pt x="6264" y="9836"/>
                    <a:pt x="6645" y="9550"/>
                    <a:pt x="6788" y="9146"/>
                  </a:cubicBezTo>
                  <a:lnTo>
                    <a:pt x="9669" y="9146"/>
                  </a:lnTo>
                  <a:cubicBezTo>
                    <a:pt x="9789" y="9550"/>
                    <a:pt x="10170" y="9836"/>
                    <a:pt x="10622" y="9836"/>
                  </a:cubicBezTo>
                  <a:cubicBezTo>
                    <a:pt x="11194" y="9836"/>
                    <a:pt x="11646" y="9384"/>
                    <a:pt x="11646" y="8812"/>
                  </a:cubicBezTo>
                  <a:cubicBezTo>
                    <a:pt x="11646" y="8241"/>
                    <a:pt x="11194" y="7788"/>
                    <a:pt x="10622" y="7788"/>
                  </a:cubicBezTo>
                  <a:cubicBezTo>
                    <a:pt x="10170" y="7788"/>
                    <a:pt x="9789" y="8074"/>
                    <a:pt x="9669" y="8479"/>
                  </a:cubicBezTo>
                  <a:lnTo>
                    <a:pt x="6788" y="8479"/>
                  </a:lnTo>
                  <a:cubicBezTo>
                    <a:pt x="6693" y="8193"/>
                    <a:pt x="6454" y="7955"/>
                    <a:pt x="6169" y="7860"/>
                  </a:cubicBezTo>
                  <a:lnTo>
                    <a:pt x="6169" y="6645"/>
                  </a:lnTo>
                  <a:lnTo>
                    <a:pt x="11074" y="6645"/>
                  </a:lnTo>
                  <a:cubicBezTo>
                    <a:pt x="11241" y="6645"/>
                    <a:pt x="11408" y="6502"/>
                    <a:pt x="11408" y="6312"/>
                  </a:cubicBezTo>
                  <a:lnTo>
                    <a:pt x="11408" y="358"/>
                  </a:lnTo>
                  <a:cubicBezTo>
                    <a:pt x="11408" y="168"/>
                    <a:pt x="11241" y="1"/>
                    <a:pt x="1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53"/>
          <p:cNvSpPr txBox="1">
            <a:spLocks noGrp="1"/>
          </p:cNvSpPr>
          <p:nvPr>
            <p:ph type="title"/>
          </p:nvPr>
        </p:nvSpPr>
        <p:spPr>
          <a:xfrm>
            <a:off x="821343" y="111498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FASES</a:t>
            </a:r>
            <a:r>
              <a:rPr lang="en" dirty="0"/>
              <a:t> DEL DESARROLLO DEL PROYECTO</a:t>
            </a:r>
            <a:endParaRPr dirty="0"/>
          </a:p>
        </p:txBody>
      </p:sp>
      <p:sp>
        <p:nvSpPr>
          <p:cNvPr id="3649" name="Google Shape;3649;p53"/>
          <p:cNvSpPr/>
          <p:nvPr/>
        </p:nvSpPr>
        <p:spPr>
          <a:xfrm>
            <a:off x="4466459" y="3234880"/>
            <a:ext cx="331500" cy="331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0" name="Google Shape;3650;p53"/>
          <p:cNvSpPr/>
          <p:nvPr/>
        </p:nvSpPr>
        <p:spPr>
          <a:xfrm>
            <a:off x="5216384" y="3877454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4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1" name="Google Shape;3651;p53"/>
          <p:cNvSpPr txBox="1"/>
          <p:nvPr/>
        </p:nvSpPr>
        <p:spPr>
          <a:xfrm>
            <a:off x="5216383" y="4336454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Pruebas</a:t>
            </a:r>
            <a:r>
              <a:rPr lang="en-U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unitarias</a:t>
            </a:r>
            <a:r>
              <a:rPr lang="en-U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y </a:t>
            </a:r>
            <a:r>
              <a:rPr lang="en-US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funcionales</a:t>
            </a:r>
            <a:endParaRPr lang="en-US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652" name="Google Shape;3652;p53"/>
          <p:cNvSpPr/>
          <p:nvPr/>
        </p:nvSpPr>
        <p:spPr>
          <a:xfrm>
            <a:off x="2254334" y="3877454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2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3" name="Google Shape;3653;p53"/>
          <p:cNvSpPr txBox="1"/>
          <p:nvPr/>
        </p:nvSpPr>
        <p:spPr>
          <a:xfrm>
            <a:off x="2254333" y="4336454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Diseño de arquitectura y modelo de datos</a:t>
            </a:r>
          </a:p>
        </p:txBody>
      </p:sp>
      <p:sp>
        <p:nvSpPr>
          <p:cNvPr id="3654" name="Google Shape;3654;p53"/>
          <p:cNvSpPr/>
          <p:nvPr/>
        </p:nvSpPr>
        <p:spPr>
          <a:xfrm>
            <a:off x="773309" y="2513530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1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5" name="Google Shape;3655;p53"/>
          <p:cNvSpPr txBox="1"/>
          <p:nvPr/>
        </p:nvSpPr>
        <p:spPr>
          <a:xfrm>
            <a:off x="773308" y="1998754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Análisis y levantamiento de requerimientos</a:t>
            </a:r>
          </a:p>
        </p:txBody>
      </p:sp>
      <p:sp>
        <p:nvSpPr>
          <p:cNvPr id="3656" name="Google Shape;3656;p53"/>
          <p:cNvSpPr/>
          <p:nvPr/>
        </p:nvSpPr>
        <p:spPr>
          <a:xfrm>
            <a:off x="6697409" y="2513530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5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7" name="Google Shape;3657;p53"/>
          <p:cNvSpPr txBox="1"/>
          <p:nvPr/>
        </p:nvSpPr>
        <p:spPr>
          <a:xfrm>
            <a:off x="6697408" y="1998754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Ajustes</a:t>
            </a:r>
            <a:r>
              <a:rPr lang="en-U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finales</a:t>
            </a:r>
          </a:p>
        </p:txBody>
      </p:sp>
      <p:sp>
        <p:nvSpPr>
          <p:cNvPr id="3658" name="Google Shape;3658;p53"/>
          <p:cNvSpPr/>
          <p:nvPr/>
        </p:nvSpPr>
        <p:spPr>
          <a:xfrm>
            <a:off x="3735359" y="2513530"/>
            <a:ext cx="1793700" cy="39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3</a:t>
            </a:r>
            <a:endParaRPr sz="1800" b="1" dirty="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59" name="Google Shape;3659;p53"/>
          <p:cNvSpPr txBox="1"/>
          <p:nvPr/>
        </p:nvSpPr>
        <p:spPr>
          <a:xfrm>
            <a:off x="3735359" y="1998754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Desarrollo </a:t>
            </a:r>
            <a:r>
              <a:rPr lang="en-US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por</a:t>
            </a:r>
            <a:r>
              <a:rPr lang="en-U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módulos</a:t>
            </a:r>
            <a:endParaRPr lang="en-US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3660" name="Google Shape;3660;p53"/>
          <p:cNvCxnSpPr>
            <a:stCxn id="3661" idx="6"/>
            <a:endCxn id="3662" idx="2"/>
          </p:cNvCxnSpPr>
          <p:nvPr/>
        </p:nvCxnSpPr>
        <p:spPr>
          <a:xfrm>
            <a:off x="1835309" y="3395443"/>
            <a:ext cx="1149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3" name="Google Shape;3663;p53"/>
          <p:cNvCxnSpPr>
            <a:stCxn id="3662" idx="6"/>
            <a:endCxn id="3649" idx="2"/>
          </p:cNvCxnSpPr>
          <p:nvPr/>
        </p:nvCxnSpPr>
        <p:spPr>
          <a:xfrm>
            <a:off x="3316634" y="3395443"/>
            <a:ext cx="1149900" cy="5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4" name="Google Shape;3664;p53"/>
          <p:cNvCxnSpPr>
            <a:stCxn id="3649" idx="6"/>
            <a:endCxn id="3665" idx="2"/>
          </p:cNvCxnSpPr>
          <p:nvPr/>
        </p:nvCxnSpPr>
        <p:spPr>
          <a:xfrm>
            <a:off x="4797959" y="3400630"/>
            <a:ext cx="1149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6" name="Google Shape;3666;p53"/>
          <p:cNvCxnSpPr>
            <a:stCxn id="3665" idx="6"/>
            <a:endCxn id="3667" idx="2"/>
          </p:cNvCxnSpPr>
          <p:nvPr/>
        </p:nvCxnSpPr>
        <p:spPr>
          <a:xfrm>
            <a:off x="6278984" y="3400630"/>
            <a:ext cx="1149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8" name="Google Shape;3668;p53"/>
          <p:cNvCxnSpPr>
            <a:stCxn id="3661" idx="0"/>
            <a:endCxn id="3654" idx="2"/>
          </p:cNvCxnSpPr>
          <p:nvPr/>
        </p:nvCxnSpPr>
        <p:spPr>
          <a:xfrm rot="10800000" flipH="1">
            <a:off x="1669559" y="2913493"/>
            <a:ext cx="600" cy="316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9" name="Google Shape;3669;p53"/>
          <p:cNvCxnSpPr>
            <a:stCxn id="3649" idx="0"/>
            <a:endCxn id="3658" idx="2"/>
          </p:cNvCxnSpPr>
          <p:nvPr/>
        </p:nvCxnSpPr>
        <p:spPr>
          <a:xfrm rot="10800000">
            <a:off x="4632209" y="2913280"/>
            <a:ext cx="0" cy="321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0" name="Google Shape;3670;p53"/>
          <p:cNvCxnSpPr>
            <a:stCxn id="3667" idx="0"/>
            <a:endCxn id="3656" idx="2"/>
          </p:cNvCxnSpPr>
          <p:nvPr/>
        </p:nvCxnSpPr>
        <p:spPr>
          <a:xfrm rot="10800000">
            <a:off x="7594259" y="2913280"/>
            <a:ext cx="0" cy="321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1" name="Google Shape;3671;p53"/>
          <p:cNvCxnSpPr>
            <a:stCxn id="3650" idx="0"/>
            <a:endCxn id="3665" idx="4"/>
          </p:cNvCxnSpPr>
          <p:nvPr/>
        </p:nvCxnSpPr>
        <p:spPr>
          <a:xfrm rot="10800000">
            <a:off x="6113234" y="3566354"/>
            <a:ext cx="0" cy="311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2" name="Google Shape;3672;p53"/>
          <p:cNvCxnSpPr>
            <a:stCxn id="3652" idx="0"/>
            <a:endCxn id="3662" idx="4"/>
          </p:cNvCxnSpPr>
          <p:nvPr/>
        </p:nvCxnSpPr>
        <p:spPr>
          <a:xfrm rot="10800000">
            <a:off x="3150884" y="3561254"/>
            <a:ext cx="300" cy="316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73" name="Google Shape;3673;p53"/>
          <p:cNvGrpSpPr/>
          <p:nvPr/>
        </p:nvGrpSpPr>
        <p:grpSpPr>
          <a:xfrm rot="10800000">
            <a:off x="933149" y="3822809"/>
            <a:ext cx="883262" cy="242091"/>
            <a:chOff x="2300350" y="2601250"/>
            <a:chExt cx="2275275" cy="623625"/>
          </a:xfrm>
        </p:grpSpPr>
        <p:sp>
          <p:nvSpPr>
            <p:cNvPr id="3674" name="Google Shape;3674;p5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5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5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5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5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5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0" name="Google Shape;3680;p53"/>
          <p:cNvGrpSpPr/>
          <p:nvPr/>
        </p:nvGrpSpPr>
        <p:grpSpPr>
          <a:xfrm>
            <a:off x="7644195" y="3512791"/>
            <a:ext cx="2297800" cy="347400"/>
            <a:chOff x="7644195" y="3512791"/>
            <a:chExt cx="2297800" cy="347400"/>
          </a:xfrm>
        </p:grpSpPr>
        <p:sp>
          <p:nvSpPr>
            <p:cNvPr id="3681" name="Google Shape;3681;p53"/>
            <p:cNvSpPr/>
            <p:nvPr/>
          </p:nvSpPr>
          <p:spPr>
            <a:xfrm flipH="1">
              <a:off x="7947295" y="37920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53"/>
            <p:cNvSpPr/>
            <p:nvPr/>
          </p:nvSpPr>
          <p:spPr>
            <a:xfrm flipH="1">
              <a:off x="7644195" y="35127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3" name="Google Shape;3683;p53"/>
          <p:cNvGrpSpPr/>
          <p:nvPr/>
        </p:nvGrpSpPr>
        <p:grpSpPr>
          <a:xfrm rot="5400000">
            <a:off x="3101432" y="1306753"/>
            <a:ext cx="98902" cy="553090"/>
            <a:chOff x="4898850" y="4820550"/>
            <a:chExt cx="98902" cy="553090"/>
          </a:xfrm>
        </p:grpSpPr>
        <p:sp>
          <p:nvSpPr>
            <p:cNvPr id="3684" name="Google Shape;3684;p5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5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5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5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5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9" name="Google Shape;3689;p53"/>
          <p:cNvSpPr/>
          <p:nvPr/>
        </p:nvSpPr>
        <p:spPr>
          <a:xfrm>
            <a:off x="4535910" y="3304331"/>
            <a:ext cx="192600" cy="192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90" name="Google Shape;3690;p53"/>
          <p:cNvGrpSpPr/>
          <p:nvPr/>
        </p:nvGrpSpPr>
        <p:grpSpPr>
          <a:xfrm>
            <a:off x="2985134" y="3229693"/>
            <a:ext cx="331500" cy="331500"/>
            <a:chOff x="2924924" y="2835362"/>
            <a:chExt cx="331500" cy="331500"/>
          </a:xfrm>
        </p:grpSpPr>
        <p:sp>
          <p:nvSpPr>
            <p:cNvPr id="3691" name="Google Shape;3691;p53"/>
            <p:cNvSpPr/>
            <p:nvPr/>
          </p:nvSpPr>
          <p:spPr>
            <a:xfrm>
              <a:off x="299467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53"/>
            <p:cNvSpPr/>
            <p:nvPr/>
          </p:nvSpPr>
          <p:spPr>
            <a:xfrm>
              <a:off x="2924924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2" name="Google Shape;3692;p53"/>
          <p:cNvGrpSpPr/>
          <p:nvPr/>
        </p:nvGrpSpPr>
        <p:grpSpPr>
          <a:xfrm>
            <a:off x="5947484" y="3234880"/>
            <a:ext cx="331500" cy="331500"/>
            <a:chOff x="5887274" y="2840549"/>
            <a:chExt cx="331500" cy="331500"/>
          </a:xfrm>
        </p:grpSpPr>
        <p:sp>
          <p:nvSpPr>
            <p:cNvPr id="3693" name="Google Shape;3693;p53"/>
            <p:cNvSpPr/>
            <p:nvPr/>
          </p:nvSpPr>
          <p:spPr>
            <a:xfrm>
              <a:off x="5956725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53"/>
            <p:cNvSpPr/>
            <p:nvPr/>
          </p:nvSpPr>
          <p:spPr>
            <a:xfrm>
              <a:off x="5887274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4" name="Google Shape;3694;p53"/>
          <p:cNvGrpSpPr/>
          <p:nvPr/>
        </p:nvGrpSpPr>
        <p:grpSpPr>
          <a:xfrm>
            <a:off x="7428509" y="3234880"/>
            <a:ext cx="331500" cy="331500"/>
            <a:chOff x="7368299" y="2840549"/>
            <a:chExt cx="331500" cy="331500"/>
          </a:xfrm>
        </p:grpSpPr>
        <p:sp>
          <p:nvSpPr>
            <p:cNvPr id="3695" name="Google Shape;3695;p53"/>
            <p:cNvSpPr/>
            <p:nvPr/>
          </p:nvSpPr>
          <p:spPr>
            <a:xfrm>
              <a:off x="7437750" y="2906923"/>
              <a:ext cx="1926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53"/>
            <p:cNvSpPr/>
            <p:nvPr/>
          </p:nvSpPr>
          <p:spPr>
            <a:xfrm>
              <a:off x="7368299" y="2840549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6" name="Google Shape;3696;p53"/>
          <p:cNvGrpSpPr/>
          <p:nvPr/>
        </p:nvGrpSpPr>
        <p:grpSpPr>
          <a:xfrm>
            <a:off x="1503809" y="3229693"/>
            <a:ext cx="331500" cy="331500"/>
            <a:chOff x="1443599" y="2835362"/>
            <a:chExt cx="331500" cy="331500"/>
          </a:xfrm>
        </p:grpSpPr>
        <p:sp>
          <p:nvSpPr>
            <p:cNvPr id="3697" name="Google Shape;3697;p53"/>
            <p:cNvSpPr/>
            <p:nvPr/>
          </p:nvSpPr>
          <p:spPr>
            <a:xfrm>
              <a:off x="1513650" y="2906923"/>
              <a:ext cx="192000" cy="19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53"/>
            <p:cNvSpPr/>
            <p:nvPr/>
          </p:nvSpPr>
          <p:spPr>
            <a:xfrm>
              <a:off x="1443599" y="2835362"/>
              <a:ext cx="331500" cy="3315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3A09F703-D9AC-6B11-4EE6-14E300081B95}"/>
              </a:ext>
            </a:extLst>
          </p:cNvPr>
          <p:cNvSpPr txBox="1">
            <a:spLocks/>
          </p:cNvSpPr>
          <p:nvPr/>
        </p:nvSpPr>
        <p:spPr>
          <a:xfrm>
            <a:off x="940162" y="-653757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888DF8D7-1F39-0D96-6F15-0B22BE5DB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377" y="359266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p50"/>
          <p:cNvSpPr txBox="1">
            <a:spLocks noGrp="1"/>
          </p:cNvSpPr>
          <p:nvPr>
            <p:ph type="title"/>
          </p:nvPr>
        </p:nvSpPr>
        <p:spPr>
          <a:xfrm>
            <a:off x="823337" y="737738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CRONOGRAMA PARA EL </a:t>
            </a:r>
            <a:r>
              <a:rPr lang="en" sz="1800" dirty="0">
                <a:solidFill>
                  <a:schemeClr val="accent2"/>
                </a:solidFill>
              </a:rPr>
              <a:t>DESARROLLO</a:t>
            </a:r>
            <a:r>
              <a:rPr lang="en" sz="1800" dirty="0"/>
              <a:t> DEL PROYECTO</a:t>
            </a:r>
            <a:endParaRPr sz="1800" dirty="0"/>
          </a:p>
        </p:txBody>
      </p:sp>
      <p:graphicFrame>
        <p:nvGraphicFramePr>
          <p:cNvPr id="3451" name="Google Shape;3451;p50"/>
          <p:cNvGraphicFramePr/>
          <p:nvPr>
            <p:extLst>
              <p:ext uri="{D42A27DB-BD31-4B8C-83A1-F6EECF244321}">
                <p14:modId xmlns:p14="http://schemas.microsoft.com/office/powerpoint/2010/main" val="2981762201"/>
              </p:ext>
            </p:extLst>
          </p:nvPr>
        </p:nvGraphicFramePr>
        <p:xfrm>
          <a:off x="691262" y="1249895"/>
          <a:ext cx="7613125" cy="2590515"/>
        </p:xfrm>
        <a:graphic>
          <a:graphicData uri="http://schemas.openxmlformats.org/drawingml/2006/table">
            <a:tbl>
              <a:tblPr>
                <a:noFill/>
                <a:tableStyleId>{3DB1271F-E701-484A-95C6-EB249B6E4E4E}</a:tableStyleId>
              </a:tblPr>
              <a:tblGrid>
                <a:gridCol w="1236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1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357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FASE 1</a:t>
                      </a:r>
                      <a:endParaRPr sz="1200" b="1" dirty="0">
                        <a:solidFill>
                          <a:schemeClr val="lt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chemeClr val="accent2"/>
                        </a:gs>
                      </a:gsLst>
                      <a:lin ang="2698631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FASE 2</a:t>
                      </a:r>
                      <a:endParaRPr sz="105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chemeClr val="accent2"/>
                        </a:gs>
                      </a:gsLst>
                      <a:lin ang="2698631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FASE 3</a:t>
                      </a:r>
                      <a:endParaRPr sz="105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chemeClr val="accent2"/>
                        </a:gs>
                      </a:gsLst>
                      <a:lin ang="2698631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1" dirty="0" err="1">
                          <a:solidFill>
                            <a:schemeClr val="bg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Análisis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 y </a:t>
                      </a:r>
                      <a:r>
                        <a:rPr lang="en-US" sz="1050" b="1" dirty="0" err="1">
                          <a:solidFill>
                            <a:schemeClr val="bg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diseño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chemeClr val="bg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inicial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18287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chemeClr val="accent2"/>
                        </a:gs>
                      </a:gsLst>
                      <a:lin ang="2698631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 panose="020B0604020202020204" pitchFamily="34" charset="0"/>
                        <a:buNone/>
                      </a:pP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50" b="1" dirty="0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 Desarrollo e implementación del sistema</a:t>
                      </a:r>
                    </a:p>
                  </a:txBody>
                  <a:tcPr marL="91425" marR="18287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chemeClr val="accent2"/>
                        </a:gs>
                      </a:gsLst>
                      <a:lin ang="2698631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 panose="020B0604020202020204" pitchFamily="34" charset="0"/>
                        <a:buNone/>
                      </a:pP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0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 </a:t>
                      </a:r>
                      <a:r>
                        <a:rPr lang="en-US" sz="1050" b="1" dirty="0" err="1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Pruebas</a:t>
                      </a: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 finales y </a:t>
                      </a:r>
                      <a:r>
                        <a:rPr lang="en-US" sz="1050" b="1" dirty="0" err="1">
                          <a:solidFill>
                            <a:schemeClr val="lt1"/>
                          </a:solidFill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presentación</a:t>
                      </a:r>
                      <a:endParaRPr lang="en-US" sz="1050" b="1" dirty="0">
                        <a:solidFill>
                          <a:schemeClr val="lt1"/>
                        </a:solidFill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18287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chemeClr val="accent2"/>
                        </a:gs>
                      </a:gsLst>
                      <a:lin ang="2698631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452" name="Google Shape;3452;p50"/>
          <p:cNvGrpSpPr/>
          <p:nvPr/>
        </p:nvGrpSpPr>
        <p:grpSpPr>
          <a:xfrm rot="-5400000">
            <a:off x="8110314" y="2450703"/>
            <a:ext cx="883262" cy="242091"/>
            <a:chOff x="2300350" y="2601250"/>
            <a:chExt cx="2275275" cy="623625"/>
          </a:xfrm>
        </p:grpSpPr>
        <p:sp>
          <p:nvSpPr>
            <p:cNvPr id="3453" name="Google Shape;3453;p5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5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5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5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5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5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9" name="Google Shape;3459;p50"/>
          <p:cNvGrpSpPr/>
          <p:nvPr/>
        </p:nvGrpSpPr>
        <p:grpSpPr>
          <a:xfrm>
            <a:off x="5343367" y="251416"/>
            <a:ext cx="1105976" cy="133969"/>
            <a:chOff x="8183182" y="663852"/>
            <a:chExt cx="1475028" cy="178673"/>
          </a:xfrm>
        </p:grpSpPr>
        <p:grpSp>
          <p:nvGrpSpPr>
            <p:cNvPr id="3460" name="Google Shape;3460;p50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461" name="Google Shape;3461;p5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5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5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5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5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5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5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5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5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5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1" name="Google Shape;3471;p50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472" name="Google Shape;3472;p5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5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5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5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5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5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5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5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5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5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82" name="Google Shape;3482;p50"/>
          <p:cNvGrpSpPr/>
          <p:nvPr/>
        </p:nvGrpSpPr>
        <p:grpSpPr>
          <a:xfrm rot="5400000">
            <a:off x="4199250" y="4304299"/>
            <a:ext cx="98902" cy="553090"/>
            <a:chOff x="4898850" y="4820550"/>
            <a:chExt cx="98902" cy="553090"/>
          </a:xfrm>
        </p:grpSpPr>
        <p:sp>
          <p:nvSpPr>
            <p:cNvPr id="3483" name="Google Shape;3483;p5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5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5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5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5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4" name="Google Shape;3524;p50"/>
          <p:cNvGrpSpPr/>
          <p:nvPr/>
        </p:nvGrpSpPr>
        <p:grpSpPr>
          <a:xfrm flipH="1">
            <a:off x="-1562055" y="3490391"/>
            <a:ext cx="2297800" cy="347400"/>
            <a:chOff x="7644195" y="3512791"/>
            <a:chExt cx="2297800" cy="347400"/>
          </a:xfrm>
        </p:grpSpPr>
        <p:sp>
          <p:nvSpPr>
            <p:cNvPr id="3525" name="Google Shape;3525;p50"/>
            <p:cNvSpPr/>
            <p:nvPr/>
          </p:nvSpPr>
          <p:spPr>
            <a:xfrm flipH="1">
              <a:off x="7947295" y="37920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50"/>
            <p:cNvSpPr/>
            <p:nvPr/>
          </p:nvSpPr>
          <p:spPr>
            <a:xfrm flipH="1">
              <a:off x="7644195" y="35127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845C3E9E-862D-A0AF-2210-8ACAE11379F5}"/>
              </a:ext>
            </a:extLst>
          </p:cNvPr>
          <p:cNvSpPr txBox="1">
            <a:spLocks/>
          </p:cNvSpPr>
          <p:nvPr/>
        </p:nvSpPr>
        <p:spPr>
          <a:xfrm>
            <a:off x="627167" y="0"/>
            <a:ext cx="2211021" cy="77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FDD8ED67-6560-10C3-8BDF-5A636951D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109" y="118800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0">
          <a:extLst>
            <a:ext uri="{FF2B5EF4-FFF2-40B4-BE49-F238E27FC236}">
              <a16:creationId xmlns:a16="http://schemas.microsoft.com/office/drawing/2014/main" id="{3B7B7EF6-9828-4523-52D5-2E03B2F4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p61">
            <a:extLst>
              <a:ext uri="{FF2B5EF4-FFF2-40B4-BE49-F238E27FC236}">
                <a16:creationId xmlns:a16="http://schemas.microsoft.com/office/drawing/2014/main" id="{1633834E-3DAA-FA86-4993-D40266974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ARQUITECTURA DEL </a:t>
            </a:r>
            <a:r>
              <a:rPr lang="en" sz="2400" dirty="0">
                <a:solidFill>
                  <a:schemeClr val="accent2"/>
                </a:solidFill>
              </a:rPr>
              <a:t>SOFTWARE</a:t>
            </a:r>
            <a:endParaRPr sz="2400" dirty="0">
              <a:solidFill>
                <a:schemeClr val="accent2"/>
              </a:solidFill>
            </a:endParaRPr>
          </a:p>
        </p:txBody>
      </p:sp>
      <p:grpSp>
        <p:nvGrpSpPr>
          <p:cNvPr id="4098" name="Google Shape;4098;p61">
            <a:extLst>
              <a:ext uri="{FF2B5EF4-FFF2-40B4-BE49-F238E27FC236}">
                <a16:creationId xmlns:a16="http://schemas.microsoft.com/office/drawing/2014/main" id="{996BE794-8EF1-CB02-A87E-B29157D1FAE6}"/>
              </a:ext>
            </a:extLst>
          </p:cNvPr>
          <p:cNvGrpSpPr/>
          <p:nvPr/>
        </p:nvGrpSpPr>
        <p:grpSpPr>
          <a:xfrm rot="5400000">
            <a:off x="6815450" y="4206050"/>
            <a:ext cx="98902" cy="553090"/>
            <a:chOff x="4898850" y="4820550"/>
            <a:chExt cx="98902" cy="553090"/>
          </a:xfrm>
        </p:grpSpPr>
        <p:sp>
          <p:nvSpPr>
            <p:cNvPr id="4099" name="Google Shape;4099;p61">
              <a:extLst>
                <a:ext uri="{FF2B5EF4-FFF2-40B4-BE49-F238E27FC236}">
                  <a16:creationId xmlns:a16="http://schemas.microsoft.com/office/drawing/2014/main" id="{88FDD71E-5FB2-0D52-8D16-7B17E210391C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61">
              <a:extLst>
                <a:ext uri="{FF2B5EF4-FFF2-40B4-BE49-F238E27FC236}">
                  <a16:creationId xmlns:a16="http://schemas.microsoft.com/office/drawing/2014/main" id="{B2724119-D854-0B2A-B73D-23291D219564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61">
              <a:extLst>
                <a:ext uri="{FF2B5EF4-FFF2-40B4-BE49-F238E27FC236}">
                  <a16:creationId xmlns:a16="http://schemas.microsoft.com/office/drawing/2014/main" id="{EDC800E6-ED7B-D262-789E-511629B330CB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61">
              <a:extLst>
                <a:ext uri="{FF2B5EF4-FFF2-40B4-BE49-F238E27FC236}">
                  <a16:creationId xmlns:a16="http://schemas.microsoft.com/office/drawing/2014/main" id="{8CE6044A-2666-67F8-11A9-2539D7AB4BEF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61">
              <a:extLst>
                <a:ext uri="{FF2B5EF4-FFF2-40B4-BE49-F238E27FC236}">
                  <a16:creationId xmlns:a16="http://schemas.microsoft.com/office/drawing/2014/main" id="{4B681F10-4271-1779-559E-1D7EC5C09202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04" name="Google Shape;4104;p61">
            <a:extLst>
              <a:ext uri="{FF2B5EF4-FFF2-40B4-BE49-F238E27FC236}">
                <a16:creationId xmlns:a16="http://schemas.microsoft.com/office/drawing/2014/main" id="{E67E6D07-2291-6CF1-CE5E-4EF829497E53}"/>
              </a:ext>
            </a:extLst>
          </p:cNvPr>
          <p:cNvGrpSpPr/>
          <p:nvPr/>
        </p:nvGrpSpPr>
        <p:grpSpPr>
          <a:xfrm rot="-5400000">
            <a:off x="8263914" y="1082628"/>
            <a:ext cx="883262" cy="242091"/>
            <a:chOff x="2300350" y="2601250"/>
            <a:chExt cx="2275275" cy="623625"/>
          </a:xfrm>
        </p:grpSpPr>
        <p:sp>
          <p:nvSpPr>
            <p:cNvPr id="4105" name="Google Shape;4105;p61">
              <a:extLst>
                <a:ext uri="{FF2B5EF4-FFF2-40B4-BE49-F238E27FC236}">
                  <a16:creationId xmlns:a16="http://schemas.microsoft.com/office/drawing/2014/main" id="{EDB13425-FF4B-D93C-07E4-8A852FB9BE1A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61">
              <a:extLst>
                <a:ext uri="{FF2B5EF4-FFF2-40B4-BE49-F238E27FC236}">
                  <a16:creationId xmlns:a16="http://schemas.microsoft.com/office/drawing/2014/main" id="{5073DF8F-54DB-FCDE-3F85-08FBEE7BC0BC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61">
              <a:extLst>
                <a:ext uri="{FF2B5EF4-FFF2-40B4-BE49-F238E27FC236}">
                  <a16:creationId xmlns:a16="http://schemas.microsoft.com/office/drawing/2014/main" id="{8536AAD9-AF93-BA5D-4524-F1E88A8E4533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61">
              <a:extLst>
                <a:ext uri="{FF2B5EF4-FFF2-40B4-BE49-F238E27FC236}">
                  <a16:creationId xmlns:a16="http://schemas.microsoft.com/office/drawing/2014/main" id="{8287CC40-0468-8B3F-F814-BB3A67E3FE10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61">
              <a:extLst>
                <a:ext uri="{FF2B5EF4-FFF2-40B4-BE49-F238E27FC236}">
                  <a16:creationId xmlns:a16="http://schemas.microsoft.com/office/drawing/2014/main" id="{F96D6206-F393-EBEA-9E0C-86E168F1C7E5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61">
              <a:extLst>
                <a:ext uri="{FF2B5EF4-FFF2-40B4-BE49-F238E27FC236}">
                  <a16:creationId xmlns:a16="http://schemas.microsoft.com/office/drawing/2014/main" id="{83FF8E79-C358-D61F-91EC-9567DABAF48F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1" name="Google Shape;4111;p61">
            <a:extLst>
              <a:ext uri="{FF2B5EF4-FFF2-40B4-BE49-F238E27FC236}">
                <a16:creationId xmlns:a16="http://schemas.microsoft.com/office/drawing/2014/main" id="{344E3B22-D671-787F-28C7-7B91039FD6EF}"/>
              </a:ext>
            </a:extLst>
          </p:cNvPr>
          <p:cNvGrpSpPr/>
          <p:nvPr/>
        </p:nvGrpSpPr>
        <p:grpSpPr>
          <a:xfrm>
            <a:off x="1169392" y="1050642"/>
            <a:ext cx="1105976" cy="133969"/>
            <a:chOff x="8183182" y="663852"/>
            <a:chExt cx="1475028" cy="178673"/>
          </a:xfrm>
        </p:grpSpPr>
        <p:grpSp>
          <p:nvGrpSpPr>
            <p:cNvPr id="4112" name="Google Shape;4112;p61">
              <a:extLst>
                <a:ext uri="{FF2B5EF4-FFF2-40B4-BE49-F238E27FC236}">
                  <a16:creationId xmlns:a16="http://schemas.microsoft.com/office/drawing/2014/main" id="{737D4DB9-E35D-9A20-5A45-AEE2DE2092D0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4113" name="Google Shape;4113;p61">
                <a:extLst>
                  <a:ext uri="{FF2B5EF4-FFF2-40B4-BE49-F238E27FC236}">
                    <a16:creationId xmlns:a16="http://schemas.microsoft.com/office/drawing/2014/main" id="{819A76C9-4DAA-8F0A-93D1-E5C8E67E0775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61">
                <a:extLst>
                  <a:ext uri="{FF2B5EF4-FFF2-40B4-BE49-F238E27FC236}">
                    <a16:creationId xmlns:a16="http://schemas.microsoft.com/office/drawing/2014/main" id="{599C1326-2BF7-6751-A1D1-6F9247B05959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61">
                <a:extLst>
                  <a:ext uri="{FF2B5EF4-FFF2-40B4-BE49-F238E27FC236}">
                    <a16:creationId xmlns:a16="http://schemas.microsoft.com/office/drawing/2014/main" id="{6FFA7CC3-B192-2A3A-7558-900DD809A2FC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61">
                <a:extLst>
                  <a:ext uri="{FF2B5EF4-FFF2-40B4-BE49-F238E27FC236}">
                    <a16:creationId xmlns:a16="http://schemas.microsoft.com/office/drawing/2014/main" id="{FBFD7EDD-304E-631C-CB33-B0CAAB533D00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61">
                <a:extLst>
                  <a:ext uri="{FF2B5EF4-FFF2-40B4-BE49-F238E27FC236}">
                    <a16:creationId xmlns:a16="http://schemas.microsoft.com/office/drawing/2014/main" id="{D9263005-DB6D-ED3B-A291-0861F1142474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61">
                <a:extLst>
                  <a:ext uri="{FF2B5EF4-FFF2-40B4-BE49-F238E27FC236}">
                    <a16:creationId xmlns:a16="http://schemas.microsoft.com/office/drawing/2014/main" id="{0D31497C-F67C-974A-CB45-B21B19CF2951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61">
                <a:extLst>
                  <a:ext uri="{FF2B5EF4-FFF2-40B4-BE49-F238E27FC236}">
                    <a16:creationId xmlns:a16="http://schemas.microsoft.com/office/drawing/2014/main" id="{C29F06BC-2C5D-2FE7-A8F0-3554338056B2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61">
                <a:extLst>
                  <a:ext uri="{FF2B5EF4-FFF2-40B4-BE49-F238E27FC236}">
                    <a16:creationId xmlns:a16="http://schemas.microsoft.com/office/drawing/2014/main" id="{BE74CAAC-8E7E-F05D-98D0-E342F4202DC9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61">
                <a:extLst>
                  <a:ext uri="{FF2B5EF4-FFF2-40B4-BE49-F238E27FC236}">
                    <a16:creationId xmlns:a16="http://schemas.microsoft.com/office/drawing/2014/main" id="{5557D712-57D9-EEB1-067C-763A770A3150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61">
                <a:extLst>
                  <a:ext uri="{FF2B5EF4-FFF2-40B4-BE49-F238E27FC236}">
                    <a16:creationId xmlns:a16="http://schemas.microsoft.com/office/drawing/2014/main" id="{4EB5B376-53D9-79AC-F49A-E7E34B13821E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23" name="Google Shape;4123;p61">
              <a:extLst>
                <a:ext uri="{FF2B5EF4-FFF2-40B4-BE49-F238E27FC236}">
                  <a16:creationId xmlns:a16="http://schemas.microsoft.com/office/drawing/2014/main" id="{EA33501F-DCE4-EB43-2B25-A3A4C372CFDA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4124" name="Google Shape;4124;p61">
                <a:extLst>
                  <a:ext uri="{FF2B5EF4-FFF2-40B4-BE49-F238E27FC236}">
                    <a16:creationId xmlns:a16="http://schemas.microsoft.com/office/drawing/2014/main" id="{B2701551-82FB-2C81-12BA-2BF82C865521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61">
                <a:extLst>
                  <a:ext uri="{FF2B5EF4-FFF2-40B4-BE49-F238E27FC236}">
                    <a16:creationId xmlns:a16="http://schemas.microsoft.com/office/drawing/2014/main" id="{18100061-EAF0-8E2E-2B55-6762F56DF238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61">
                <a:extLst>
                  <a:ext uri="{FF2B5EF4-FFF2-40B4-BE49-F238E27FC236}">
                    <a16:creationId xmlns:a16="http://schemas.microsoft.com/office/drawing/2014/main" id="{EA488E96-6165-8420-D1E9-CDD25A3AE5DA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61">
                <a:extLst>
                  <a:ext uri="{FF2B5EF4-FFF2-40B4-BE49-F238E27FC236}">
                    <a16:creationId xmlns:a16="http://schemas.microsoft.com/office/drawing/2014/main" id="{5586C00B-8EEB-8B71-E384-7EA5D144FF3A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61">
                <a:extLst>
                  <a:ext uri="{FF2B5EF4-FFF2-40B4-BE49-F238E27FC236}">
                    <a16:creationId xmlns:a16="http://schemas.microsoft.com/office/drawing/2014/main" id="{9E6D9384-CC57-A791-F7BB-63D9314AFC3E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61">
                <a:extLst>
                  <a:ext uri="{FF2B5EF4-FFF2-40B4-BE49-F238E27FC236}">
                    <a16:creationId xmlns:a16="http://schemas.microsoft.com/office/drawing/2014/main" id="{E2708F52-B7EC-96B1-5387-6025EAEBB7C1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61">
                <a:extLst>
                  <a:ext uri="{FF2B5EF4-FFF2-40B4-BE49-F238E27FC236}">
                    <a16:creationId xmlns:a16="http://schemas.microsoft.com/office/drawing/2014/main" id="{3601414E-DFE5-13D4-FEA5-942B4BA01DFA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61">
                <a:extLst>
                  <a:ext uri="{FF2B5EF4-FFF2-40B4-BE49-F238E27FC236}">
                    <a16:creationId xmlns:a16="http://schemas.microsoft.com/office/drawing/2014/main" id="{BADFA5AA-278B-EA05-3C3A-1A031EA008EA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61">
                <a:extLst>
                  <a:ext uri="{FF2B5EF4-FFF2-40B4-BE49-F238E27FC236}">
                    <a16:creationId xmlns:a16="http://schemas.microsoft.com/office/drawing/2014/main" id="{26E07267-F9C6-85DD-73C5-FC705151EC15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61">
                <a:extLst>
                  <a:ext uri="{FF2B5EF4-FFF2-40B4-BE49-F238E27FC236}">
                    <a16:creationId xmlns:a16="http://schemas.microsoft.com/office/drawing/2014/main" id="{9B8410A5-71A4-246D-5B43-AC7260E5352F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C019AB1F-939E-A1E9-4B98-F7F2F09E2D5B}"/>
              </a:ext>
            </a:extLst>
          </p:cNvPr>
          <p:cNvSpPr txBox="1">
            <a:spLocks/>
          </p:cNvSpPr>
          <p:nvPr/>
        </p:nvSpPr>
        <p:spPr>
          <a:xfrm>
            <a:off x="627167" y="0"/>
            <a:ext cx="2211021" cy="77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91EDBEA-F7CE-7097-1321-E73F48D44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109" y="118800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E6C82F6-F93B-10DB-6FD1-BCECA923F28E}"/>
              </a:ext>
            </a:extLst>
          </p:cNvPr>
          <p:cNvGrpSpPr/>
          <p:nvPr/>
        </p:nvGrpSpPr>
        <p:grpSpPr>
          <a:xfrm>
            <a:off x="4194764" y="1258867"/>
            <a:ext cx="823050" cy="784235"/>
            <a:chOff x="957576" y="1641383"/>
            <a:chExt cx="1016700" cy="1016700"/>
          </a:xfrm>
        </p:grpSpPr>
        <p:sp>
          <p:nvSpPr>
            <p:cNvPr id="4074" name="Google Shape;4074;p61">
              <a:extLst>
                <a:ext uri="{FF2B5EF4-FFF2-40B4-BE49-F238E27FC236}">
                  <a16:creationId xmlns:a16="http://schemas.microsoft.com/office/drawing/2014/main" id="{F66BB907-1D2E-9134-C75D-6A6D69CCA7E4}"/>
                </a:ext>
              </a:extLst>
            </p:cNvPr>
            <p:cNvSpPr/>
            <p:nvPr/>
          </p:nvSpPr>
          <p:spPr>
            <a:xfrm>
              <a:off x="957576" y="1641383"/>
              <a:ext cx="1016700" cy="10167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" name="Imagen 24" descr="Icono&#10;&#10;El contenido generado por IA puede ser incorrecto.">
              <a:extLst>
                <a:ext uri="{FF2B5EF4-FFF2-40B4-BE49-F238E27FC236}">
                  <a16:creationId xmlns:a16="http://schemas.microsoft.com/office/drawing/2014/main" id="{5B6F454E-62EC-460F-38E6-2C81CEFC4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8050" y="1847855"/>
              <a:ext cx="532376" cy="531370"/>
            </a:xfrm>
            <a:prstGeom prst="rect">
              <a:avLst/>
            </a:prstGeom>
          </p:spPr>
        </p:pic>
      </p:grpSp>
      <p:sp>
        <p:nvSpPr>
          <p:cNvPr id="4075" name="Google Shape;4075;p61">
            <a:extLst>
              <a:ext uri="{FF2B5EF4-FFF2-40B4-BE49-F238E27FC236}">
                <a16:creationId xmlns:a16="http://schemas.microsoft.com/office/drawing/2014/main" id="{BF0F3D58-C811-D163-1952-C328FDA847BF}"/>
              </a:ext>
            </a:extLst>
          </p:cNvPr>
          <p:cNvSpPr/>
          <p:nvPr/>
        </p:nvSpPr>
        <p:spPr>
          <a:xfrm>
            <a:off x="7390209" y="2579816"/>
            <a:ext cx="823050" cy="784235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862AFD69-502A-B9CD-CBB6-AD85F0C818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594" y="2731309"/>
            <a:ext cx="466274" cy="46627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DDE816F-BB51-B3D4-62D0-D8AEF978DCC1}"/>
              </a:ext>
            </a:extLst>
          </p:cNvPr>
          <p:cNvGrpSpPr/>
          <p:nvPr/>
        </p:nvGrpSpPr>
        <p:grpSpPr>
          <a:xfrm>
            <a:off x="1043079" y="2579817"/>
            <a:ext cx="823050" cy="784235"/>
            <a:chOff x="957576" y="3041348"/>
            <a:chExt cx="1016700" cy="1016700"/>
          </a:xfrm>
        </p:grpSpPr>
        <p:sp>
          <p:nvSpPr>
            <p:cNvPr id="4076" name="Google Shape;4076;p61">
              <a:extLst>
                <a:ext uri="{FF2B5EF4-FFF2-40B4-BE49-F238E27FC236}">
                  <a16:creationId xmlns:a16="http://schemas.microsoft.com/office/drawing/2014/main" id="{229BED60-F798-FA32-9F95-A905C873D40E}"/>
                </a:ext>
              </a:extLst>
            </p:cNvPr>
            <p:cNvSpPr/>
            <p:nvPr/>
          </p:nvSpPr>
          <p:spPr>
            <a:xfrm>
              <a:off x="957576" y="3041348"/>
              <a:ext cx="1016700" cy="10167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3305;p46">
              <a:extLst>
                <a:ext uri="{FF2B5EF4-FFF2-40B4-BE49-F238E27FC236}">
                  <a16:creationId xmlns:a16="http://schemas.microsoft.com/office/drawing/2014/main" id="{899571DD-4F2D-70B5-296A-7E9F4CBC1BB9}"/>
                </a:ext>
              </a:extLst>
            </p:cNvPr>
            <p:cNvGrpSpPr/>
            <p:nvPr/>
          </p:nvGrpSpPr>
          <p:grpSpPr>
            <a:xfrm>
              <a:off x="1217331" y="3286359"/>
              <a:ext cx="493813" cy="493753"/>
              <a:chOff x="2037825" y="3254050"/>
              <a:chExt cx="296175" cy="296175"/>
            </a:xfrm>
          </p:grpSpPr>
          <p:sp>
            <p:nvSpPr>
              <p:cNvPr id="14" name="Google Shape;3306;p46">
                <a:extLst>
                  <a:ext uri="{FF2B5EF4-FFF2-40B4-BE49-F238E27FC236}">
                    <a16:creationId xmlns:a16="http://schemas.microsoft.com/office/drawing/2014/main" id="{FAFD9BA9-E32B-97EB-5661-AF468DD470DB}"/>
                  </a:ext>
                </a:extLst>
              </p:cNvPr>
              <p:cNvSpPr/>
              <p:nvPr/>
            </p:nvSpPr>
            <p:spPr>
              <a:xfrm>
                <a:off x="2063825" y="3254050"/>
                <a:ext cx="8667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3467" h="3467" extrusionOk="0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307;p46">
                <a:extLst>
                  <a:ext uri="{FF2B5EF4-FFF2-40B4-BE49-F238E27FC236}">
                    <a16:creationId xmlns:a16="http://schemas.microsoft.com/office/drawing/2014/main" id="{42470E67-C554-6305-3847-E03B02E0BD2D}"/>
                  </a:ext>
                </a:extLst>
              </p:cNvPr>
              <p:cNvSpPr/>
              <p:nvPr/>
            </p:nvSpPr>
            <p:spPr>
              <a:xfrm>
                <a:off x="2178025" y="3289500"/>
                <a:ext cx="104000" cy="67950"/>
              </a:xfrm>
              <a:custGeom>
                <a:avLst/>
                <a:gdLst/>
                <a:ahLst/>
                <a:cxnLst/>
                <a:rect l="l" t="t" r="r" b="b"/>
                <a:pathLst>
                  <a:path w="4160" h="2718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95" y="662"/>
                      <a:pt x="316" y="662"/>
                    </a:cubicBezTo>
                    <a:lnTo>
                      <a:pt x="2395" y="662"/>
                    </a:lnTo>
                    <a:cubicBezTo>
                      <a:pt x="2584" y="662"/>
                      <a:pt x="2742" y="820"/>
                      <a:pt x="2742" y="1009"/>
                    </a:cubicBezTo>
                    <a:lnTo>
                      <a:pt x="2742" y="1576"/>
                    </a:lnTo>
                    <a:lnTo>
                      <a:pt x="2616" y="1450"/>
                    </a:lnTo>
                    <a:cubicBezTo>
                      <a:pt x="2568" y="1387"/>
                      <a:pt x="2482" y="1355"/>
                      <a:pt x="2391" y="1355"/>
                    </a:cubicBezTo>
                    <a:cubicBezTo>
                      <a:pt x="2301" y="1355"/>
                      <a:pt x="2206" y="1387"/>
                      <a:pt x="2143" y="1450"/>
                    </a:cubicBezTo>
                    <a:cubicBezTo>
                      <a:pt x="2049" y="1576"/>
                      <a:pt x="2049" y="1796"/>
                      <a:pt x="2143" y="1922"/>
                    </a:cubicBezTo>
                    <a:lnTo>
                      <a:pt x="2868" y="2647"/>
                    </a:lnTo>
                    <a:cubicBezTo>
                      <a:pt x="2931" y="2694"/>
                      <a:pt x="3017" y="2718"/>
                      <a:pt x="3104" y="2718"/>
                    </a:cubicBezTo>
                    <a:cubicBezTo>
                      <a:pt x="3191" y="2718"/>
                      <a:pt x="3277" y="2694"/>
                      <a:pt x="3340" y="2647"/>
                    </a:cubicBezTo>
                    <a:lnTo>
                      <a:pt x="4033" y="1922"/>
                    </a:lnTo>
                    <a:cubicBezTo>
                      <a:pt x="4159" y="1796"/>
                      <a:pt x="4159" y="1576"/>
                      <a:pt x="4033" y="1450"/>
                    </a:cubicBezTo>
                    <a:cubicBezTo>
                      <a:pt x="3986" y="1387"/>
                      <a:pt x="3899" y="1355"/>
                      <a:pt x="3809" y="1355"/>
                    </a:cubicBezTo>
                    <a:cubicBezTo>
                      <a:pt x="3718" y="1355"/>
                      <a:pt x="3624" y="1387"/>
                      <a:pt x="3561" y="1450"/>
                    </a:cubicBezTo>
                    <a:lnTo>
                      <a:pt x="3466" y="1576"/>
                    </a:lnTo>
                    <a:lnTo>
                      <a:pt x="3466" y="1009"/>
                    </a:lnTo>
                    <a:cubicBezTo>
                      <a:pt x="3466" y="441"/>
                      <a:pt x="2994" y="0"/>
                      <a:pt x="24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308;p46">
                <a:extLst>
                  <a:ext uri="{FF2B5EF4-FFF2-40B4-BE49-F238E27FC236}">
                    <a16:creationId xmlns:a16="http://schemas.microsoft.com/office/drawing/2014/main" id="{07C7841D-1A0C-4D7B-09A7-E39577FD4C46}"/>
                  </a:ext>
                </a:extLst>
              </p:cNvPr>
              <p:cNvSpPr/>
              <p:nvPr/>
            </p:nvSpPr>
            <p:spPr>
              <a:xfrm>
                <a:off x="2070125" y="3444225"/>
                <a:ext cx="106350" cy="690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2763" extrusionOk="0">
                    <a:moveTo>
                      <a:pt x="1095" y="0"/>
                    </a:moveTo>
                    <a:cubicBezTo>
                      <a:pt x="1002" y="0"/>
                      <a:pt x="904" y="28"/>
                      <a:pt x="820" y="112"/>
                    </a:cubicBezTo>
                    <a:lnTo>
                      <a:pt x="127" y="805"/>
                    </a:lnTo>
                    <a:cubicBezTo>
                      <a:pt x="1" y="931"/>
                      <a:pt x="1" y="1184"/>
                      <a:pt x="127" y="1278"/>
                    </a:cubicBezTo>
                    <a:cubicBezTo>
                      <a:pt x="190" y="1341"/>
                      <a:pt x="276" y="1373"/>
                      <a:pt x="363" y="1373"/>
                    </a:cubicBezTo>
                    <a:cubicBezTo>
                      <a:pt x="449" y="1373"/>
                      <a:pt x="536" y="1341"/>
                      <a:pt x="599" y="1278"/>
                    </a:cubicBezTo>
                    <a:lnTo>
                      <a:pt x="725" y="1184"/>
                    </a:lnTo>
                    <a:lnTo>
                      <a:pt x="725" y="1719"/>
                    </a:lnTo>
                    <a:cubicBezTo>
                      <a:pt x="725" y="2318"/>
                      <a:pt x="1198" y="2759"/>
                      <a:pt x="1733" y="2759"/>
                    </a:cubicBezTo>
                    <a:lnTo>
                      <a:pt x="3813" y="2759"/>
                    </a:lnTo>
                    <a:cubicBezTo>
                      <a:pt x="3837" y="2761"/>
                      <a:pt x="3861" y="2763"/>
                      <a:pt x="3883" y="2763"/>
                    </a:cubicBezTo>
                    <a:cubicBezTo>
                      <a:pt x="4122" y="2763"/>
                      <a:pt x="4254" y="2616"/>
                      <a:pt x="4254" y="2444"/>
                    </a:cubicBezTo>
                    <a:cubicBezTo>
                      <a:pt x="4254" y="2223"/>
                      <a:pt x="4096" y="2066"/>
                      <a:pt x="3907" y="2066"/>
                    </a:cubicBezTo>
                    <a:lnTo>
                      <a:pt x="1828" y="2066"/>
                    </a:lnTo>
                    <a:cubicBezTo>
                      <a:pt x="1639" y="2066"/>
                      <a:pt x="1481" y="1908"/>
                      <a:pt x="1481" y="1719"/>
                    </a:cubicBezTo>
                    <a:lnTo>
                      <a:pt x="1481" y="1184"/>
                    </a:lnTo>
                    <a:lnTo>
                      <a:pt x="1576" y="1278"/>
                    </a:lnTo>
                    <a:cubicBezTo>
                      <a:pt x="1639" y="1341"/>
                      <a:pt x="1733" y="1373"/>
                      <a:pt x="1824" y="1373"/>
                    </a:cubicBezTo>
                    <a:cubicBezTo>
                      <a:pt x="1914" y="1373"/>
                      <a:pt x="2001" y="1341"/>
                      <a:pt x="2048" y="1278"/>
                    </a:cubicBezTo>
                    <a:cubicBezTo>
                      <a:pt x="2174" y="1184"/>
                      <a:pt x="2174" y="931"/>
                      <a:pt x="2048" y="805"/>
                    </a:cubicBezTo>
                    <a:lnTo>
                      <a:pt x="1355" y="112"/>
                    </a:lnTo>
                    <a:cubicBezTo>
                      <a:pt x="1292" y="81"/>
                      <a:pt x="1261" y="81"/>
                      <a:pt x="1229" y="18"/>
                    </a:cubicBezTo>
                    <a:cubicBezTo>
                      <a:pt x="1187" y="7"/>
                      <a:pt x="1142" y="0"/>
                      <a:pt x="10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3309;p46">
                <a:extLst>
                  <a:ext uri="{FF2B5EF4-FFF2-40B4-BE49-F238E27FC236}">
                    <a16:creationId xmlns:a16="http://schemas.microsoft.com/office/drawing/2014/main" id="{164AB5C6-5C71-8A4E-C81E-AD0863F7CE08}"/>
                  </a:ext>
                </a:extLst>
              </p:cNvPr>
              <p:cNvSpPr/>
              <p:nvPr/>
            </p:nvSpPr>
            <p:spPr>
              <a:xfrm>
                <a:off x="2219775" y="3375350"/>
                <a:ext cx="89025" cy="85875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3435" extrusionOk="0">
                    <a:moveTo>
                      <a:pt x="1796" y="0"/>
                    </a:moveTo>
                    <a:cubicBezTo>
                      <a:pt x="788" y="0"/>
                      <a:pt x="0" y="788"/>
                      <a:pt x="0" y="1733"/>
                    </a:cubicBezTo>
                    <a:cubicBezTo>
                      <a:pt x="0" y="2647"/>
                      <a:pt x="788" y="3434"/>
                      <a:pt x="1796" y="3434"/>
                    </a:cubicBezTo>
                    <a:cubicBezTo>
                      <a:pt x="2741" y="3434"/>
                      <a:pt x="3561" y="2647"/>
                      <a:pt x="3561" y="1733"/>
                    </a:cubicBezTo>
                    <a:cubicBezTo>
                      <a:pt x="3561" y="788"/>
                      <a:pt x="2773" y="0"/>
                      <a:pt x="17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310;p46">
                <a:extLst>
                  <a:ext uri="{FF2B5EF4-FFF2-40B4-BE49-F238E27FC236}">
                    <a16:creationId xmlns:a16="http://schemas.microsoft.com/office/drawing/2014/main" id="{B47ABD6E-8E46-3FAF-B8A8-A4A4F1C85D18}"/>
                  </a:ext>
                </a:extLst>
              </p:cNvPr>
              <p:cNvSpPr/>
              <p:nvPr/>
            </p:nvSpPr>
            <p:spPr>
              <a:xfrm>
                <a:off x="2037825" y="3339125"/>
                <a:ext cx="138650" cy="88225"/>
              </a:xfrm>
              <a:custGeom>
                <a:avLst/>
                <a:gdLst/>
                <a:ahLst/>
                <a:cxnLst/>
                <a:rect l="l" t="t" r="r" b="b"/>
                <a:pathLst>
                  <a:path w="5546" h="3529" extrusionOk="0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311;p46">
                <a:extLst>
                  <a:ext uri="{FF2B5EF4-FFF2-40B4-BE49-F238E27FC236}">
                    <a16:creationId xmlns:a16="http://schemas.microsoft.com/office/drawing/2014/main" id="{05D01A61-45E2-451E-DA6E-300B0746C4DF}"/>
                  </a:ext>
                </a:extLst>
              </p:cNvPr>
              <p:cNvSpPr/>
              <p:nvPr/>
            </p:nvSpPr>
            <p:spPr>
              <a:xfrm>
                <a:off x="2193775" y="3460400"/>
                <a:ext cx="140225" cy="89825"/>
              </a:xfrm>
              <a:custGeom>
                <a:avLst/>
                <a:gdLst/>
                <a:ahLst/>
                <a:cxnLst/>
                <a:rect l="l" t="t" r="r" b="b"/>
                <a:pathLst>
                  <a:path w="5609" h="3593" extrusionOk="0">
                    <a:moveTo>
                      <a:pt x="1009" y="1"/>
                    </a:moveTo>
                    <a:cubicBezTo>
                      <a:pt x="379" y="537"/>
                      <a:pt x="1" y="1261"/>
                      <a:pt x="1" y="2143"/>
                    </a:cubicBezTo>
                    <a:lnTo>
                      <a:pt x="1" y="3246"/>
                    </a:lnTo>
                    <a:cubicBezTo>
                      <a:pt x="1" y="3435"/>
                      <a:pt x="158" y="3592"/>
                      <a:pt x="347" y="3592"/>
                    </a:cubicBezTo>
                    <a:lnTo>
                      <a:pt x="5262" y="3592"/>
                    </a:lnTo>
                    <a:cubicBezTo>
                      <a:pt x="5451" y="3592"/>
                      <a:pt x="5609" y="3435"/>
                      <a:pt x="5609" y="3246"/>
                    </a:cubicBezTo>
                    <a:lnTo>
                      <a:pt x="5609" y="2143"/>
                    </a:lnTo>
                    <a:cubicBezTo>
                      <a:pt x="5577" y="1261"/>
                      <a:pt x="5199" y="537"/>
                      <a:pt x="4569" y="1"/>
                    </a:cubicBezTo>
                    <a:cubicBezTo>
                      <a:pt x="4128" y="474"/>
                      <a:pt x="3498" y="757"/>
                      <a:pt x="2773" y="757"/>
                    </a:cubicBezTo>
                    <a:cubicBezTo>
                      <a:pt x="2080" y="757"/>
                      <a:pt x="1450" y="474"/>
                      <a:pt x="10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86D0B-4563-355A-35A2-8A7EA6809A03}"/>
              </a:ext>
            </a:extLst>
          </p:cNvPr>
          <p:cNvGrpSpPr/>
          <p:nvPr/>
        </p:nvGrpSpPr>
        <p:grpSpPr>
          <a:xfrm>
            <a:off x="4215672" y="4224018"/>
            <a:ext cx="823050" cy="784235"/>
            <a:chOff x="2477937" y="3041348"/>
            <a:chExt cx="1016700" cy="1016700"/>
          </a:xfrm>
        </p:grpSpPr>
        <p:sp>
          <p:nvSpPr>
            <p:cNvPr id="4077" name="Google Shape;4077;p61">
              <a:extLst>
                <a:ext uri="{FF2B5EF4-FFF2-40B4-BE49-F238E27FC236}">
                  <a16:creationId xmlns:a16="http://schemas.microsoft.com/office/drawing/2014/main" id="{A96BDD8A-15E1-6926-4FF4-7748CD56F5F5}"/>
                </a:ext>
              </a:extLst>
            </p:cNvPr>
            <p:cNvSpPr/>
            <p:nvPr/>
          </p:nvSpPr>
          <p:spPr>
            <a:xfrm>
              <a:off x="2477937" y="3041348"/>
              <a:ext cx="1016700" cy="10167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" name="Imagen 19" descr="Logotipo&#10;&#10;El contenido generado por IA puede ser incorrecto.">
              <a:extLst>
                <a:ext uri="{FF2B5EF4-FFF2-40B4-BE49-F238E27FC236}">
                  <a16:creationId xmlns:a16="http://schemas.microsoft.com/office/drawing/2014/main" id="{4473D8D1-5F6B-E4B8-76CB-3E3104493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4066" y="3623158"/>
              <a:ext cx="468132" cy="312088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7" name="Google Shape;4618;p71">
              <a:extLst>
                <a:ext uri="{FF2B5EF4-FFF2-40B4-BE49-F238E27FC236}">
                  <a16:creationId xmlns:a16="http://schemas.microsoft.com/office/drawing/2014/main" id="{D997C649-0797-712D-DD49-A30EAF357DF0}"/>
                </a:ext>
              </a:extLst>
            </p:cNvPr>
            <p:cNvGrpSpPr/>
            <p:nvPr/>
          </p:nvGrpSpPr>
          <p:grpSpPr>
            <a:xfrm>
              <a:off x="2772958" y="3265010"/>
              <a:ext cx="417357" cy="327056"/>
              <a:chOff x="7547949" y="4154437"/>
              <a:chExt cx="417357" cy="327056"/>
            </a:xfrm>
          </p:grpSpPr>
          <p:sp>
            <p:nvSpPr>
              <p:cNvPr id="8" name="Google Shape;4619;p71">
                <a:extLst>
                  <a:ext uri="{FF2B5EF4-FFF2-40B4-BE49-F238E27FC236}">
                    <a16:creationId xmlns:a16="http://schemas.microsoft.com/office/drawing/2014/main" id="{53089DAE-5C19-4912-EFBD-29FB9F2B3482}"/>
                  </a:ext>
                </a:extLst>
              </p:cNvPr>
              <p:cNvSpPr/>
              <p:nvPr/>
            </p:nvSpPr>
            <p:spPr>
              <a:xfrm>
                <a:off x="7548808" y="4400992"/>
                <a:ext cx="210391" cy="80501"/>
              </a:xfrm>
              <a:custGeom>
                <a:avLst/>
                <a:gdLst/>
                <a:ahLst/>
                <a:cxnLst/>
                <a:rect l="l" t="t" r="r" b="b"/>
                <a:pathLst>
                  <a:path w="5883" h="2251" extrusionOk="0">
                    <a:moveTo>
                      <a:pt x="0" y="0"/>
                    </a:moveTo>
                    <a:lnTo>
                      <a:pt x="0" y="1096"/>
                    </a:lnTo>
                    <a:cubicBezTo>
                      <a:pt x="0" y="1358"/>
                      <a:pt x="167" y="1739"/>
                      <a:pt x="1001" y="2001"/>
                    </a:cubicBezTo>
                    <a:cubicBezTo>
                      <a:pt x="1536" y="2167"/>
                      <a:pt x="2233" y="2251"/>
                      <a:pt x="2933" y="2251"/>
                    </a:cubicBezTo>
                    <a:cubicBezTo>
                      <a:pt x="3632" y="2251"/>
                      <a:pt x="4335" y="2167"/>
                      <a:pt x="4882" y="2001"/>
                    </a:cubicBezTo>
                    <a:cubicBezTo>
                      <a:pt x="5716" y="1739"/>
                      <a:pt x="5883" y="1358"/>
                      <a:pt x="5883" y="1096"/>
                    </a:cubicBezTo>
                    <a:lnTo>
                      <a:pt x="5883" y="0"/>
                    </a:lnTo>
                    <a:cubicBezTo>
                      <a:pt x="5668" y="143"/>
                      <a:pt x="5406" y="262"/>
                      <a:pt x="5097" y="381"/>
                    </a:cubicBezTo>
                    <a:cubicBezTo>
                      <a:pt x="4489" y="572"/>
                      <a:pt x="3716" y="667"/>
                      <a:pt x="2942" y="667"/>
                    </a:cubicBezTo>
                    <a:cubicBezTo>
                      <a:pt x="2168" y="667"/>
                      <a:pt x="1394" y="572"/>
                      <a:pt x="786" y="381"/>
                    </a:cubicBezTo>
                    <a:cubicBezTo>
                      <a:pt x="477" y="262"/>
                      <a:pt x="215" y="143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4620;p71">
                <a:extLst>
                  <a:ext uri="{FF2B5EF4-FFF2-40B4-BE49-F238E27FC236}">
                    <a16:creationId xmlns:a16="http://schemas.microsoft.com/office/drawing/2014/main" id="{17323B08-9A94-B3D1-7F62-E940EF1422F7}"/>
                  </a:ext>
                </a:extLst>
              </p:cNvPr>
              <p:cNvSpPr/>
              <p:nvPr/>
            </p:nvSpPr>
            <p:spPr>
              <a:xfrm>
                <a:off x="7548808" y="4319237"/>
                <a:ext cx="210391" cy="80823"/>
              </a:xfrm>
              <a:custGeom>
                <a:avLst/>
                <a:gdLst/>
                <a:ahLst/>
                <a:cxnLst/>
                <a:rect l="l" t="t" r="r" b="b"/>
                <a:pathLst>
                  <a:path w="5883" h="2260" extrusionOk="0">
                    <a:moveTo>
                      <a:pt x="0" y="0"/>
                    </a:moveTo>
                    <a:lnTo>
                      <a:pt x="0" y="1096"/>
                    </a:lnTo>
                    <a:cubicBezTo>
                      <a:pt x="0" y="1381"/>
                      <a:pt x="167" y="1739"/>
                      <a:pt x="1001" y="2001"/>
                    </a:cubicBezTo>
                    <a:cubicBezTo>
                      <a:pt x="1546" y="2170"/>
                      <a:pt x="2257" y="2260"/>
                      <a:pt x="2969" y="2260"/>
                    </a:cubicBezTo>
                    <a:cubicBezTo>
                      <a:pt x="3656" y="2260"/>
                      <a:pt x="4344" y="2176"/>
                      <a:pt x="4882" y="2001"/>
                    </a:cubicBezTo>
                    <a:cubicBezTo>
                      <a:pt x="5716" y="1739"/>
                      <a:pt x="5883" y="1381"/>
                      <a:pt x="5883" y="1096"/>
                    </a:cubicBezTo>
                    <a:lnTo>
                      <a:pt x="5883" y="0"/>
                    </a:lnTo>
                    <a:cubicBezTo>
                      <a:pt x="5668" y="167"/>
                      <a:pt x="5406" y="286"/>
                      <a:pt x="5097" y="381"/>
                    </a:cubicBezTo>
                    <a:cubicBezTo>
                      <a:pt x="4489" y="572"/>
                      <a:pt x="3716" y="667"/>
                      <a:pt x="2942" y="667"/>
                    </a:cubicBezTo>
                    <a:cubicBezTo>
                      <a:pt x="2168" y="667"/>
                      <a:pt x="1394" y="572"/>
                      <a:pt x="786" y="381"/>
                    </a:cubicBezTo>
                    <a:cubicBezTo>
                      <a:pt x="477" y="286"/>
                      <a:pt x="215" y="167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4621;p71">
                <a:extLst>
                  <a:ext uri="{FF2B5EF4-FFF2-40B4-BE49-F238E27FC236}">
                    <a16:creationId xmlns:a16="http://schemas.microsoft.com/office/drawing/2014/main" id="{A4015091-6553-6571-7767-EFF3B5F641F8}"/>
                  </a:ext>
                </a:extLst>
              </p:cNvPr>
              <p:cNvSpPr/>
              <p:nvPr/>
            </p:nvSpPr>
            <p:spPr>
              <a:xfrm>
                <a:off x="7548808" y="4238303"/>
                <a:ext cx="210391" cy="80537"/>
              </a:xfrm>
              <a:custGeom>
                <a:avLst/>
                <a:gdLst/>
                <a:ahLst/>
                <a:cxnLst/>
                <a:rect l="l" t="t" r="r" b="b"/>
                <a:pathLst>
                  <a:path w="5883" h="2252" extrusionOk="0">
                    <a:moveTo>
                      <a:pt x="0" y="1"/>
                    </a:moveTo>
                    <a:lnTo>
                      <a:pt x="0" y="1096"/>
                    </a:lnTo>
                    <a:cubicBezTo>
                      <a:pt x="0" y="1358"/>
                      <a:pt x="167" y="1739"/>
                      <a:pt x="1001" y="2001"/>
                    </a:cubicBezTo>
                    <a:cubicBezTo>
                      <a:pt x="1536" y="2168"/>
                      <a:pt x="2233" y="2251"/>
                      <a:pt x="2933" y="2251"/>
                    </a:cubicBezTo>
                    <a:cubicBezTo>
                      <a:pt x="3632" y="2251"/>
                      <a:pt x="4335" y="2168"/>
                      <a:pt x="4882" y="2001"/>
                    </a:cubicBezTo>
                    <a:cubicBezTo>
                      <a:pt x="5716" y="1739"/>
                      <a:pt x="5883" y="1358"/>
                      <a:pt x="5883" y="1096"/>
                    </a:cubicBezTo>
                    <a:lnTo>
                      <a:pt x="5883" y="1"/>
                    </a:lnTo>
                    <a:cubicBezTo>
                      <a:pt x="5668" y="144"/>
                      <a:pt x="5406" y="263"/>
                      <a:pt x="5097" y="382"/>
                    </a:cubicBezTo>
                    <a:cubicBezTo>
                      <a:pt x="4489" y="572"/>
                      <a:pt x="3716" y="668"/>
                      <a:pt x="2942" y="668"/>
                    </a:cubicBezTo>
                    <a:cubicBezTo>
                      <a:pt x="2168" y="668"/>
                      <a:pt x="1394" y="572"/>
                      <a:pt x="786" y="382"/>
                    </a:cubicBezTo>
                    <a:cubicBezTo>
                      <a:pt x="477" y="263"/>
                      <a:pt x="215" y="14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622;p71">
                <a:extLst>
                  <a:ext uri="{FF2B5EF4-FFF2-40B4-BE49-F238E27FC236}">
                    <a16:creationId xmlns:a16="http://schemas.microsoft.com/office/drawing/2014/main" id="{0597C75C-40CF-7F38-C3CB-FB37579DBE0B}"/>
                  </a:ext>
                </a:extLst>
              </p:cNvPr>
              <p:cNvSpPr/>
              <p:nvPr/>
            </p:nvSpPr>
            <p:spPr>
              <a:xfrm>
                <a:off x="7547949" y="4154437"/>
                <a:ext cx="211249" cy="82969"/>
              </a:xfrm>
              <a:custGeom>
                <a:avLst/>
                <a:gdLst/>
                <a:ahLst/>
                <a:cxnLst/>
                <a:rect l="l" t="t" r="r" b="b"/>
                <a:pathLst>
                  <a:path w="5907" h="2320" extrusionOk="0">
                    <a:moveTo>
                      <a:pt x="2974" y="0"/>
                    </a:moveTo>
                    <a:cubicBezTo>
                      <a:pt x="2275" y="0"/>
                      <a:pt x="1572" y="83"/>
                      <a:pt x="1025" y="250"/>
                    </a:cubicBezTo>
                    <a:cubicBezTo>
                      <a:pt x="191" y="512"/>
                      <a:pt x="1" y="893"/>
                      <a:pt x="1" y="1155"/>
                    </a:cubicBezTo>
                    <a:cubicBezTo>
                      <a:pt x="1" y="1441"/>
                      <a:pt x="191" y="1798"/>
                      <a:pt x="1025" y="2060"/>
                    </a:cubicBezTo>
                    <a:cubicBezTo>
                      <a:pt x="1570" y="2230"/>
                      <a:pt x="2281" y="2319"/>
                      <a:pt x="2993" y="2319"/>
                    </a:cubicBezTo>
                    <a:cubicBezTo>
                      <a:pt x="3680" y="2319"/>
                      <a:pt x="4368" y="2236"/>
                      <a:pt x="4906" y="2060"/>
                    </a:cubicBezTo>
                    <a:cubicBezTo>
                      <a:pt x="5740" y="1798"/>
                      <a:pt x="5907" y="1441"/>
                      <a:pt x="5907" y="1155"/>
                    </a:cubicBezTo>
                    <a:cubicBezTo>
                      <a:pt x="5907" y="893"/>
                      <a:pt x="5740" y="512"/>
                      <a:pt x="4906" y="250"/>
                    </a:cubicBezTo>
                    <a:cubicBezTo>
                      <a:pt x="4371" y="83"/>
                      <a:pt x="3674" y="0"/>
                      <a:pt x="2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623;p71">
                <a:extLst>
                  <a:ext uri="{FF2B5EF4-FFF2-40B4-BE49-F238E27FC236}">
                    <a16:creationId xmlns:a16="http://schemas.microsoft.com/office/drawing/2014/main" id="{3E565694-BDFB-EC62-9907-647E868A61CC}"/>
                  </a:ext>
                </a:extLst>
              </p:cNvPr>
              <p:cNvSpPr/>
              <p:nvPr/>
            </p:nvSpPr>
            <p:spPr>
              <a:xfrm>
                <a:off x="7783883" y="4182941"/>
                <a:ext cx="181423" cy="246189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6884" extrusionOk="0">
                    <a:moveTo>
                      <a:pt x="2525" y="668"/>
                    </a:moveTo>
                    <a:cubicBezTo>
                      <a:pt x="3263" y="668"/>
                      <a:pt x="3858" y="1263"/>
                      <a:pt x="3858" y="2001"/>
                    </a:cubicBezTo>
                    <a:lnTo>
                      <a:pt x="3858" y="2882"/>
                    </a:lnTo>
                    <a:lnTo>
                      <a:pt x="1215" y="2882"/>
                    </a:lnTo>
                    <a:lnTo>
                      <a:pt x="1215" y="2001"/>
                    </a:lnTo>
                    <a:cubicBezTo>
                      <a:pt x="1215" y="1263"/>
                      <a:pt x="1810" y="668"/>
                      <a:pt x="2525" y="668"/>
                    </a:cubicBezTo>
                    <a:close/>
                    <a:moveTo>
                      <a:pt x="1834" y="4597"/>
                    </a:moveTo>
                    <a:cubicBezTo>
                      <a:pt x="2001" y="4597"/>
                      <a:pt x="2120" y="4716"/>
                      <a:pt x="2120" y="4883"/>
                    </a:cubicBezTo>
                    <a:cubicBezTo>
                      <a:pt x="2120" y="5050"/>
                      <a:pt x="2001" y="5169"/>
                      <a:pt x="1834" y="5169"/>
                    </a:cubicBezTo>
                    <a:cubicBezTo>
                      <a:pt x="1667" y="5169"/>
                      <a:pt x="1548" y="5050"/>
                      <a:pt x="1548" y="4883"/>
                    </a:cubicBezTo>
                    <a:cubicBezTo>
                      <a:pt x="1548" y="4716"/>
                      <a:pt x="1667" y="4597"/>
                      <a:pt x="1834" y="4597"/>
                    </a:cubicBezTo>
                    <a:close/>
                    <a:moveTo>
                      <a:pt x="3239" y="4597"/>
                    </a:moveTo>
                    <a:cubicBezTo>
                      <a:pt x="3382" y="4597"/>
                      <a:pt x="3525" y="4716"/>
                      <a:pt x="3525" y="4883"/>
                    </a:cubicBezTo>
                    <a:cubicBezTo>
                      <a:pt x="3525" y="5050"/>
                      <a:pt x="3382" y="5169"/>
                      <a:pt x="3239" y="5169"/>
                    </a:cubicBezTo>
                    <a:cubicBezTo>
                      <a:pt x="3072" y="5169"/>
                      <a:pt x="2929" y="5050"/>
                      <a:pt x="2929" y="4883"/>
                    </a:cubicBezTo>
                    <a:cubicBezTo>
                      <a:pt x="2929" y="4716"/>
                      <a:pt x="3072" y="4597"/>
                      <a:pt x="3239" y="4597"/>
                    </a:cubicBezTo>
                    <a:close/>
                    <a:moveTo>
                      <a:pt x="2525" y="1"/>
                    </a:moveTo>
                    <a:cubicBezTo>
                      <a:pt x="1429" y="1"/>
                      <a:pt x="524" y="882"/>
                      <a:pt x="524" y="2001"/>
                    </a:cubicBezTo>
                    <a:lnTo>
                      <a:pt x="524" y="2882"/>
                    </a:lnTo>
                    <a:lnTo>
                      <a:pt x="334" y="2882"/>
                    </a:lnTo>
                    <a:cubicBezTo>
                      <a:pt x="167" y="2882"/>
                      <a:pt x="0" y="3049"/>
                      <a:pt x="0" y="3240"/>
                    </a:cubicBezTo>
                    <a:lnTo>
                      <a:pt x="0" y="6526"/>
                    </a:lnTo>
                    <a:cubicBezTo>
                      <a:pt x="0" y="6717"/>
                      <a:pt x="167" y="6883"/>
                      <a:pt x="334" y="6883"/>
                    </a:cubicBezTo>
                    <a:lnTo>
                      <a:pt x="4716" y="6883"/>
                    </a:lnTo>
                    <a:cubicBezTo>
                      <a:pt x="4906" y="6883"/>
                      <a:pt x="5049" y="6717"/>
                      <a:pt x="5049" y="6526"/>
                    </a:cubicBezTo>
                    <a:lnTo>
                      <a:pt x="5049" y="3240"/>
                    </a:lnTo>
                    <a:cubicBezTo>
                      <a:pt x="5073" y="3049"/>
                      <a:pt x="4906" y="2882"/>
                      <a:pt x="4716" y="2882"/>
                    </a:cubicBezTo>
                    <a:lnTo>
                      <a:pt x="4525" y="2882"/>
                    </a:lnTo>
                    <a:lnTo>
                      <a:pt x="4525" y="2001"/>
                    </a:lnTo>
                    <a:cubicBezTo>
                      <a:pt x="4525" y="882"/>
                      <a:pt x="3644" y="1"/>
                      <a:pt x="2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" name="Rectángulo: esquinas redondeadas 15">
            <a:extLst>
              <a:ext uri="{FF2B5EF4-FFF2-40B4-BE49-F238E27FC236}">
                <a16:creationId xmlns:a16="http://schemas.microsoft.com/office/drawing/2014/main" id="{7521458D-52D9-C2E1-A875-2AD28E1B27D7}"/>
              </a:ext>
            </a:extLst>
          </p:cNvPr>
          <p:cNvSpPr/>
          <p:nvPr/>
        </p:nvSpPr>
        <p:spPr>
          <a:xfrm>
            <a:off x="2758440" y="2160824"/>
            <a:ext cx="3695699" cy="1443432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05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EE722EF-89A2-D472-FF70-CEA8B62EF18B}"/>
              </a:ext>
            </a:extLst>
          </p:cNvPr>
          <p:cNvCxnSpPr>
            <a:cxnSpLocks/>
          </p:cNvCxnSpPr>
          <p:nvPr/>
        </p:nvCxnSpPr>
        <p:spPr>
          <a:xfrm>
            <a:off x="1934675" y="2882539"/>
            <a:ext cx="745986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304C6F-ADCB-583A-44EA-E932B740D839}"/>
              </a:ext>
            </a:extLst>
          </p:cNvPr>
          <p:cNvCxnSpPr>
            <a:cxnSpLocks/>
          </p:cNvCxnSpPr>
          <p:nvPr/>
        </p:nvCxnSpPr>
        <p:spPr>
          <a:xfrm>
            <a:off x="6516570" y="2886899"/>
            <a:ext cx="745986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6B0125-B27B-E949-693E-18130E6E55D3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4606290" y="3604256"/>
            <a:ext cx="0" cy="44878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4061;p61">
            <a:extLst>
              <a:ext uri="{FF2B5EF4-FFF2-40B4-BE49-F238E27FC236}">
                <a16:creationId xmlns:a16="http://schemas.microsoft.com/office/drawing/2014/main" id="{1E7E47EC-6830-1BB9-8AA2-E28FA0515DD3}"/>
              </a:ext>
            </a:extLst>
          </p:cNvPr>
          <p:cNvSpPr txBox="1">
            <a:spLocks/>
          </p:cNvSpPr>
          <p:nvPr/>
        </p:nvSpPr>
        <p:spPr>
          <a:xfrm>
            <a:off x="1584673" y="2431879"/>
            <a:ext cx="1304669" cy="5727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1400" dirty="0">
                <a:solidFill>
                  <a:schemeClr val="accent2"/>
                </a:solidFill>
              </a:rPr>
              <a:t>HTTP</a:t>
            </a:r>
          </a:p>
        </p:txBody>
      </p:sp>
      <p:sp>
        <p:nvSpPr>
          <p:cNvPr id="37" name="CuadroTexto 16">
            <a:extLst>
              <a:ext uri="{FF2B5EF4-FFF2-40B4-BE49-F238E27FC236}">
                <a16:creationId xmlns:a16="http://schemas.microsoft.com/office/drawing/2014/main" id="{C9F2C2DD-14CE-8687-91F4-5DC63B6CC536}"/>
              </a:ext>
            </a:extLst>
          </p:cNvPr>
          <p:cNvSpPr txBox="1"/>
          <p:nvPr/>
        </p:nvSpPr>
        <p:spPr>
          <a:xfrm>
            <a:off x="2898099" y="2458672"/>
            <a:ext cx="33711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</a:rPr>
              <a:t>Controladores</a:t>
            </a:r>
          </a:p>
          <a:p>
            <a:r>
              <a:rPr lang="es-ES" sz="1000" dirty="0" err="1">
                <a:solidFill>
                  <a:schemeClr val="bg1"/>
                </a:solidFill>
              </a:rPr>
              <a:t>LoginController</a:t>
            </a:r>
            <a:endParaRPr lang="es-ES" sz="1000" dirty="0">
              <a:solidFill>
                <a:schemeClr val="bg1"/>
              </a:solidFill>
            </a:endParaRPr>
          </a:p>
          <a:p>
            <a:r>
              <a:rPr lang="es-ES" sz="1000" dirty="0" err="1">
                <a:solidFill>
                  <a:schemeClr val="bg1"/>
                </a:solidFill>
              </a:rPr>
              <a:t>ViewController</a:t>
            </a:r>
            <a:endParaRPr lang="es-ES" sz="1000" dirty="0">
              <a:solidFill>
                <a:schemeClr val="bg1"/>
              </a:solidFill>
            </a:endParaRPr>
          </a:p>
          <a:p>
            <a:r>
              <a:rPr lang="es-ES" sz="1000" dirty="0" err="1">
                <a:solidFill>
                  <a:schemeClr val="bg1"/>
                </a:solidFill>
              </a:rPr>
              <a:t>Data_Api_Controller</a:t>
            </a:r>
            <a:endParaRPr lang="es-ES" sz="1000" dirty="0">
              <a:solidFill>
                <a:schemeClr val="bg1"/>
              </a:solidFill>
            </a:endParaRPr>
          </a:p>
          <a:p>
            <a:endParaRPr lang="es-ES" sz="800" b="1" dirty="0">
              <a:solidFill>
                <a:schemeClr val="bg1"/>
              </a:solidFill>
            </a:endParaRPr>
          </a:p>
          <a:p>
            <a:r>
              <a:rPr lang="es-ES" sz="1000" b="1" dirty="0">
                <a:solidFill>
                  <a:schemeClr val="bg1"/>
                </a:solidFill>
              </a:rPr>
              <a:t>Servicios			                        </a:t>
            </a:r>
            <a:r>
              <a:rPr lang="es-ES" sz="1000" dirty="0">
                <a:solidFill>
                  <a:schemeClr val="bg1"/>
                </a:solidFill>
              </a:rPr>
              <a:t>Reglas de Aplicación		</a:t>
            </a:r>
          </a:p>
        </p:txBody>
      </p:sp>
      <p:sp>
        <p:nvSpPr>
          <p:cNvPr id="43" name="CuadroTexto 16">
            <a:extLst>
              <a:ext uri="{FF2B5EF4-FFF2-40B4-BE49-F238E27FC236}">
                <a16:creationId xmlns:a16="http://schemas.microsoft.com/office/drawing/2014/main" id="{49BEA260-C0B1-A38D-FF41-C435BE786B5B}"/>
              </a:ext>
            </a:extLst>
          </p:cNvPr>
          <p:cNvSpPr txBox="1"/>
          <p:nvPr/>
        </p:nvSpPr>
        <p:spPr>
          <a:xfrm>
            <a:off x="4628894" y="3191511"/>
            <a:ext cx="33711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</a:rPr>
              <a:t>Modelos			                       </a:t>
            </a:r>
            <a:r>
              <a:rPr lang="es-ES" sz="1000" dirty="0">
                <a:solidFill>
                  <a:schemeClr val="bg1"/>
                </a:solidFill>
              </a:rPr>
              <a:t>Entidades EF Core</a:t>
            </a:r>
          </a:p>
          <a:p>
            <a:r>
              <a:rPr lang="es-ES" sz="1000" dirty="0">
                <a:solidFill>
                  <a:schemeClr val="bg1"/>
                </a:solidFill>
              </a:rPr>
              <a:t>		</a:t>
            </a:r>
          </a:p>
        </p:txBody>
      </p:sp>
      <p:sp>
        <p:nvSpPr>
          <p:cNvPr id="44" name="Google Shape;4061;p61">
            <a:extLst>
              <a:ext uri="{FF2B5EF4-FFF2-40B4-BE49-F238E27FC236}">
                <a16:creationId xmlns:a16="http://schemas.microsoft.com/office/drawing/2014/main" id="{DE2481E4-5B86-F8AB-0E1C-0714691FE074}"/>
              </a:ext>
            </a:extLst>
          </p:cNvPr>
          <p:cNvSpPr txBox="1">
            <a:spLocks/>
          </p:cNvSpPr>
          <p:nvPr/>
        </p:nvSpPr>
        <p:spPr>
          <a:xfrm>
            <a:off x="3106568" y="2067085"/>
            <a:ext cx="2813302" cy="5727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1100" dirty="0">
                <a:solidFill>
                  <a:schemeClr val="accent2"/>
                </a:solidFill>
              </a:rPr>
              <a:t>Azure </a:t>
            </a:r>
            <a:r>
              <a:rPr lang="es-ES" sz="1100" dirty="0">
                <a:solidFill>
                  <a:schemeClr val="accent2"/>
                </a:solidFill>
              </a:rPr>
              <a:t>App </a:t>
            </a:r>
            <a:r>
              <a:rPr lang="es-ES" sz="1100" dirty="0" err="1">
                <a:solidFill>
                  <a:schemeClr val="accent2"/>
                </a:solidFill>
              </a:rPr>
              <a:t>Service</a:t>
            </a:r>
            <a:endParaRPr lang="es-ES" sz="1100" dirty="0">
              <a:solidFill>
                <a:schemeClr val="accent2"/>
              </a:solidFill>
            </a:endParaRPr>
          </a:p>
          <a:p>
            <a:r>
              <a:rPr lang="es-ES" sz="1100" dirty="0">
                <a:solidFill>
                  <a:schemeClr val="accent2"/>
                </a:solidFill>
              </a:rPr>
              <a:t>(Aplicación ASP.NET MVC)</a:t>
            </a:r>
            <a:r>
              <a:rPr lang="en-US" sz="1100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46" name="Google Shape;4061;p61">
            <a:extLst>
              <a:ext uri="{FF2B5EF4-FFF2-40B4-BE49-F238E27FC236}">
                <a16:creationId xmlns:a16="http://schemas.microsoft.com/office/drawing/2014/main" id="{031047A8-8A03-2FF9-9AAF-723ABD66CAB1}"/>
              </a:ext>
            </a:extLst>
          </p:cNvPr>
          <p:cNvSpPr txBox="1">
            <a:spLocks/>
          </p:cNvSpPr>
          <p:nvPr/>
        </p:nvSpPr>
        <p:spPr>
          <a:xfrm>
            <a:off x="2992445" y="4386449"/>
            <a:ext cx="1304669" cy="5727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1100" dirty="0" err="1">
                <a:solidFill>
                  <a:schemeClr val="accent2"/>
                </a:solidFill>
              </a:rPr>
              <a:t>Integración</a:t>
            </a:r>
            <a:r>
              <a:rPr lang="en-US" sz="1100" dirty="0">
                <a:solidFill>
                  <a:schemeClr val="accent2"/>
                </a:solidFill>
              </a:rPr>
              <a:t> </a:t>
            </a:r>
          </a:p>
          <a:p>
            <a:r>
              <a:rPr lang="en-US" sz="1100" dirty="0">
                <a:solidFill>
                  <a:schemeClr val="accent2"/>
                </a:solidFill>
              </a:rPr>
              <a:t>API</a:t>
            </a:r>
          </a:p>
        </p:txBody>
      </p:sp>
      <p:sp>
        <p:nvSpPr>
          <p:cNvPr id="47" name="Google Shape;4061;p61">
            <a:extLst>
              <a:ext uri="{FF2B5EF4-FFF2-40B4-BE49-F238E27FC236}">
                <a16:creationId xmlns:a16="http://schemas.microsoft.com/office/drawing/2014/main" id="{EB7E3DF6-2E99-486E-C950-AD722012E42F}"/>
              </a:ext>
            </a:extLst>
          </p:cNvPr>
          <p:cNvSpPr txBox="1">
            <a:spLocks/>
          </p:cNvSpPr>
          <p:nvPr/>
        </p:nvSpPr>
        <p:spPr>
          <a:xfrm>
            <a:off x="7178396" y="3468510"/>
            <a:ext cx="1304669" cy="572700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1100" dirty="0">
                <a:solidFill>
                  <a:schemeClr val="accent2"/>
                </a:solidFill>
              </a:rPr>
              <a:t> </a:t>
            </a:r>
            <a:r>
              <a:rPr lang="es-ES" sz="1100" dirty="0">
                <a:solidFill>
                  <a:schemeClr val="accent2"/>
                </a:solidFill>
              </a:rPr>
              <a:t>Azure SQL </a:t>
            </a:r>
          </a:p>
          <a:p>
            <a:r>
              <a:rPr lang="es-ES" sz="1100" dirty="0">
                <a:solidFill>
                  <a:schemeClr val="accent2"/>
                </a:solidFill>
              </a:rPr>
              <a:t>Base de datos </a:t>
            </a:r>
          </a:p>
          <a:p>
            <a:r>
              <a:rPr lang="es-ES" sz="1100" dirty="0" err="1">
                <a:solidFill>
                  <a:schemeClr val="accent2"/>
                </a:solidFill>
              </a:rPr>
              <a:t>MechaGestionEX</a:t>
            </a:r>
            <a:endParaRPr lang="es-ES" sz="1100" dirty="0">
              <a:solidFill>
                <a:schemeClr val="accent2"/>
              </a:solidFill>
            </a:endParaRPr>
          </a:p>
          <a:p>
            <a:endParaRPr lang="en-US" sz="11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25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1">
          <a:extLst>
            <a:ext uri="{FF2B5EF4-FFF2-40B4-BE49-F238E27FC236}">
              <a16:creationId xmlns:a16="http://schemas.microsoft.com/office/drawing/2014/main" id="{4A5A512A-7773-4994-D184-3BD9573C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2" name="Google Shape;3862;p57">
            <a:extLst>
              <a:ext uri="{FF2B5EF4-FFF2-40B4-BE49-F238E27FC236}">
                <a16:creationId xmlns:a16="http://schemas.microsoft.com/office/drawing/2014/main" id="{4456A72D-3B87-B8ED-3714-13C89DE65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 DE DATOS</a:t>
            </a:r>
            <a:endParaRPr dirty="0"/>
          </a:p>
        </p:txBody>
      </p:sp>
      <p:grpSp>
        <p:nvGrpSpPr>
          <p:cNvPr id="3899" name="Google Shape;3899;p57">
            <a:extLst>
              <a:ext uri="{FF2B5EF4-FFF2-40B4-BE49-F238E27FC236}">
                <a16:creationId xmlns:a16="http://schemas.microsoft.com/office/drawing/2014/main" id="{220E1501-8748-484A-0BF6-773E1B4493EC}"/>
              </a:ext>
            </a:extLst>
          </p:cNvPr>
          <p:cNvGrpSpPr/>
          <p:nvPr/>
        </p:nvGrpSpPr>
        <p:grpSpPr>
          <a:xfrm>
            <a:off x="7796595" y="2826991"/>
            <a:ext cx="2297800" cy="313751"/>
            <a:chOff x="7796595" y="2826991"/>
            <a:chExt cx="2297800" cy="313751"/>
          </a:xfrm>
        </p:grpSpPr>
        <p:sp>
          <p:nvSpPr>
            <p:cNvPr id="3900" name="Google Shape;3900;p57">
              <a:extLst>
                <a:ext uri="{FF2B5EF4-FFF2-40B4-BE49-F238E27FC236}">
                  <a16:creationId xmlns:a16="http://schemas.microsoft.com/office/drawing/2014/main" id="{1ECF6B5E-A0DB-487E-7441-A01D3F8161BB}"/>
                </a:ext>
              </a:extLst>
            </p:cNvPr>
            <p:cNvSpPr/>
            <p:nvPr/>
          </p:nvSpPr>
          <p:spPr>
            <a:xfrm flipH="1">
              <a:off x="8099695" y="3072643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57">
              <a:extLst>
                <a:ext uri="{FF2B5EF4-FFF2-40B4-BE49-F238E27FC236}">
                  <a16:creationId xmlns:a16="http://schemas.microsoft.com/office/drawing/2014/main" id="{BD266916-3242-2F8D-0FDB-8C85C0B7AF88}"/>
                </a:ext>
              </a:extLst>
            </p:cNvPr>
            <p:cNvSpPr/>
            <p:nvPr/>
          </p:nvSpPr>
          <p:spPr>
            <a:xfrm flipH="1">
              <a:off x="7796595" y="2826991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8" name="Google Shape;3908;p57">
            <a:extLst>
              <a:ext uri="{FF2B5EF4-FFF2-40B4-BE49-F238E27FC236}">
                <a16:creationId xmlns:a16="http://schemas.microsoft.com/office/drawing/2014/main" id="{4C775C78-0C5E-731D-8B40-460D7428E19C}"/>
              </a:ext>
            </a:extLst>
          </p:cNvPr>
          <p:cNvGrpSpPr/>
          <p:nvPr/>
        </p:nvGrpSpPr>
        <p:grpSpPr>
          <a:xfrm rot="-5400000">
            <a:off x="86414" y="2740003"/>
            <a:ext cx="883262" cy="242091"/>
            <a:chOff x="2300350" y="2601250"/>
            <a:chExt cx="2275275" cy="623625"/>
          </a:xfrm>
        </p:grpSpPr>
        <p:sp>
          <p:nvSpPr>
            <p:cNvPr id="3909" name="Google Shape;3909;p57">
              <a:extLst>
                <a:ext uri="{FF2B5EF4-FFF2-40B4-BE49-F238E27FC236}">
                  <a16:creationId xmlns:a16="http://schemas.microsoft.com/office/drawing/2014/main" id="{F06916E5-9399-7B66-16EA-6ED7C2FECD18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57">
              <a:extLst>
                <a:ext uri="{FF2B5EF4-FFF2-40B4-BE49-F238E27FC236}">
                  <a16:creationId xmlns:a16="http://schemas.microsoft.com/office/drawing/2014/main" id="{465AFA3D-DDAB-6C2B-56F5-8F0EDE84DD2B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57">
              <a:extLst>
                <a:ext uri="{FF2B5EF4-FFF2-40B4-BE49-F238E27FC236}">
                  <a16:creationId xmlns:a16="http://schemas.microsoft.com/office/drawing/2014/main" id="{7DA31A69-22DA-B80F-37F7-9EBA70926E57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57">
              <a:extLst>
                <a:ext uri="{FF2B5EF4-FFF2-40B4-BE49-F238E27FC236}">
                  <a16:creationId xmlns:a16="http://schemas.microsoft.com/office/drawing/2014/main" id="{90436C83-5CB9-F74C-1442-1C60DE5C0719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57">
              <a:extLst>
                <a:ext uri="{FF2B5EF4-FFF2-40B4-BE49-F238E27FC236}">
                  <a16:creationId xmlns:a16="http://schemas.microsoft.com/office/drawing/2014/main" id="{A40B3FA2-8068-96B1-5CDC-F001D45D770F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57">
              <a:extLst>
                <a:ext uri="{FF2B5EF4-FFF2-40B4-BE49-F238E27FC236}">
                  <a16:creationId xmlns:a16="http://schemas.microsoft.com/office/drawing/2014/main" id="{57B75BAB-3DE1-0523-EDC6-53796E1869EF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758;p34">
            <a:extLst>
              <a:ext uri="{FF2B5EF4-FFF2-40B4-BE49-F238E27FC236}">
                <a16:creationId xmlns:a16="http://schemas.microsoft.com/office/drawing/2014/main" id="{F585E3D6-1D66-4D54-F7B3-BECED02F2307}"/>
              </a:ext>
            </a:extLst>
          </p:cNvPr>
          <p:cNvSpPr txBox="1">
            <a:spLocks/>
          </p:cNvSpPr>
          <p:nvPr/>
        </p:nvSpPr>
        <p:spPr>
          <a:xfrm>
            <a:off x="92623" y="-125190"/>
            <a:ext cx="2211021" cy="77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5" name="Picture 4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6E17BE5C-FF1B-FC7D-6EFB-BA1AB07F5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358" y="369135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FE21A9B-4CD5-F268-6F1F-DF92F1E9A3DF}"/>
              </a:ext>
            </a:extLst>
          </p:cNvPr>
          <p:cNvSpPr/>
          <p:nvPr/>
        </p:nvSpPr>
        <p:spPr>
          <a:xfrm>
            <a:off x="4033960" y="4071914"/>
            <a:ext cx="1076076" cy="399897"/>
          </a:xfrm>
          <a:prstGeom prst="roundRect">
            <a:avLst/>
          </a:prstGeom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Inventario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7B38913-FE1F-30D2-3F3B-2EB063D71237}"/>
              </a:ext>
            </a:extLst>
          </p:cNvPr>
          <p:cNvSpPr/>
          <p:nvPr/>
        </p:nvSpPr>
        <p:spPr>
          <a:xfrm>
            <a:off x="2087798" y="1477393"/>
            <a:ext cx="899876" cy="427254"/>
          </a:xfrm>
          <a:prstGeom prst="round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Clientes</a:t>
            </a:r>
            <a:endParaRPr lang="es-CL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92F96EE-816F-7714-840C-A484A48D39CD}"/>
              </a:ext>
            </a:extLst>
          </p:cNvPr>
          <p:cNvSpPr/>
          <p:nvPr/>
        </p:nvSpPr>
        <p:spPr>
          <a:xfrm>
            <a:off x="1821424" y="2573715"/>
            <a:ext cx="964440" cy="427254"/>
          </a:xfrm>
          <a:prstGeom prst="roundRect">
            <a:avLst/>
          </a:prstGeom>
          <a:effectLst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Usuarios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7B0395-5AF5-2D1A-FF1C-5AC8743DE432}"/>
              </a:ext>
            </a:extLst>
          </p:cNvPr>
          <p:cNvSpPr/>
          <p:nvPr/>
        </p:nvSpPr>
        <p:spPr>
          <a:xfrm>
            <a:off x="6179124" y="2580821"/>
            <a:ext cx="971710" cy="413041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Servicios</a:t>
            </a:r>
            <a:endParaRPr lang="es-CL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0BA3FD5-26A8-8D80-AA48-96C565DAE5F6}"/>
              </a:ext>
            </a:extLst>
          </p:cNvPr>
          <p:cNvSpPr/>
          <p:nvPr/>
        </p:nvSpPr>
        <p:spPr>
          <a:xfrm>
            <a:off x="6100111" y="1503981"/>
            <a:ext cx="877075" cy="413041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Taller</a:t>
            </a:r>
            <a:endParaRPr lang="es-CL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9B24EFE-CDE5-1A14-7C30-DE0B9ABB15DE}"/>
              </a:ext>
            </a:extLst>
          </p:cNvPr>
          <p:cNvSpPr/>
          <p:nvPr/>
        </p:nvSpPr>
        <p:spPr>
          <a:xfrm>
            <a:off x="4062069" y="1149127"/>
            <a:ext cx="1019858" cy="440046"/>
          </a:xfrm>
          <a:prstGeom prst="roundRect">
            <a:avLst/>
          </a:prstGeom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Vehículos</a:t>
            </a:r>
            <a:endParaRPr lang="es-CL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ED80099-4387-8F11-B631-8375CD56A5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67431" y="2220122"/>
            <a:ext cx="1209135" cy="1134442"/>
          </a:xfrm>
          <a:prstGeom prst="round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Atención</a:t>
            </a:r>
            <a:endParaRPr lang="es-CL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CBCCEDA-EA6A-4271-C36E-6C1535F9502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571998" y="1589173"/>
            <a:ext cx="1" cy="630949"/>
          </a:xfrm>
          <a:prstGeom prst="line">
            <a:avLst/>
          </a:prstGeom>
          <a:ln w="635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B214ACA-234F-976C-64B9-0A875E4F23AC}"/>
              </a:ext>
            </a:extLst>
          </p:cNvPr>
          <p:cNvCxnSpPr>
            <a:cxnSpLocks/>
          </p:cNvCxnSpPr>
          <p:nvPr/>
        </p:nvCxnSpPr>
        <p:spPr>
          <a:xfrm>
            <a:off x="2964873" y="1904647"/>
            <a:ext cx="1040984" cy="36529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4692995-C89C-6A60-BF6D-62D09F9769D8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785864" y="2787342"/>
            <a:ext cx="1181567" cy="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C54675A-6876-1684-3A61-75BACE76CCC7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5176566" y="2787342"/>
            <a:ext cx="1002558" cy="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27C225A4-B6C6-F27C-00B7-4559BF287A1A}"/>
              </a:ext>
            </a:extLst>
          </p:cNvPr>
          <p:cNvCxnSpPr>
            <a:cxnSpLocks/>
          </p:cNvCxnSpPr>
          <p:nvPr/>
        </p:nvCxnSpPr>
        <p:spPr>
          <a:xfrm flipH="1">
            <a:off x="5138145" y="1904647"/>
            <a:ext cx="971710" cy="36509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AD9D7AAE-2E99-EEE3-506B-8472029BC4B0}"/>
              </a:ext>
            </a:extLst>
          </p:cNvPr>
          <p:cNvSpPr/>
          <p:nvPr/>
        </p:nvSpPr>
        <p:spPr>
          <a:xfrm>
            <a:off x="5998694" y="4000031"/>
            <a:ext cx="1136521" cy="427254"/>
          </a:xfrm>
          <a:prstGeom prst="roundRect">
            <a:avLst/>
          </a:prstGeom>
          <a:effectLst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Repuestos</a:t>
            </a:r>
            <a:endParaRPr lang="es-CL" dirty="0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C7F00D89-0274-5757-36AD-C679353CEB26}"/>
              </a:ext>
            </a:extLst>
          </p:cNvPr>
          <p:cNvSpPr/>
          <p:nvPr/>
        </p:nvSpPr>
        <p:spPr>
          <a:xfrm>
            <a:off x="2109709" y="3844609"/>
            <a:ext cx="964440" cy="427254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Agenda</a:t>
            </a:r>
            <a:endParaRPr lang="es-CL" dirty="0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1F22FD8-C3BF-DC11-3F27-6A5379B1A94F}"/>
              </a:ext>
            </a:extLst>
          </p:cNvPr>
          <p:cNvCxnSpPr>
            <a:cxnSpLocks/>
          </p:cNvCxnSpPr>
          <p:nvPr/>
        </p:nvCxnSpPr>
        <p:spPr>
          <a:xfrm flipV="1">
            <a:off x="3031702" y="3302679"/>
            <a:ext cx="974155" cy="56928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387CB8F1-10C6-0990-9D79-6B1284906E9F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 flipH="1">
            <a:off x="4571998" y="3354564"/>
            <a:ext cx="1" cy="7173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F1F3BC36-6689-DCE8-7313-A6C1AF4282F3}"/>
              </a:ext>
            </a:extLst>
          </p:cNvPr>
          <p:cNvCxnSpPr>
            <a:cxnSpLocks/>
          </p:cNvCxnSpPr>
          <p:nvPr/>
        </p:nvCxnSpPr>
        <p:spPr>
          <a:xfrm>
            <a:off x="5138145" y="3302679"/>
            <a:ext cx="860549" cy="69735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588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2" name="Google Shape;3752;p55"/>
          <p:cNvSpPr/>
          <p:nvPr/>
        </p:nvSpPr>
        <p:spPr>
          <a:xfrm>
            <a:off x="179965" y="1531620"/>
            <a:ext cx="2040600" cy="3200400"/>
          </a:xfrm>
          <a:prstGeom prst="roundRect">
            <a:avLst>
              <a:gd name="adj" fmla="val 18419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5" name="Google Shape;3755;p55"/>
          <p:cNvSpPr txBox="1">
            <a:spLocks noGrp="1"/>
          </p:cNvSpPr>
          <p:nvPr>
            <p:ph type="title"/>
          </p:nvPr>
        </p:nvSpPr>
        <p:spPr>
          <a:xfrm>
            <a:off x="713100" y="641443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TECNOLOGÍAS </a:t>
            </a:r>
            <a:r>
              <a:rPr lang="en" dirty="0">
                <a:solidFill>
                  <a:schemeClr val="accent2"/>
                </a:solidFill>
              </a:rPr>
              <a:t>UTILIZADAS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3765" name="Google Shape;3765;p55"/>
          <p:cNvGrpSpPr/>
          <p:nvPr/>
        </p:nvGrpSpPr>
        <p:grpSpPr>
          <a:xfrm rot="10800000">
            <a:off x="1852639" y="1112103"/>
            <a:ext cx="883262" cy="242091"/>
            <a:chOff x="2300350" y="2601250"/>
            <a:chExt cx="2275275" cy="623625"/>
          </a:xfrm>
        </p:grpSpPr>
        <p:sp>
          <p:nvSpPr>
            <p:cNvPr id="3766" name="Google Shape;3766;p5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5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5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5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5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5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3752;p55">
            <a:extLst>
              <a:ext uri="{FF2B5EF4-FFF2-40B4-BE49-F238E27FC236}">
                <a16:creationId xmlns:a16="http://schemas.microsoft.com/office/drawing/2014/main" id="{7171F9FE-0E02-1741-AE02-DD0D0722C377}"/>
              </a:ext>
            </a:extLst>
          </p:cNvPr>
          <p:cNvSpPr/>
          <p:nvPr/>
        </p:nvSpPr>
        <p:spPr>
          <a:xfrm>
            <a:off x="2452352" y="1531620"/>
            <a:ext cx="2040600" cy="3200400"/>
          </a:xfrm>
          <a:prstGeom prst="roundRect">
            <a:avLst>
              <a:gd name="adj" fmla="val 18419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52;p55">
            <a:extLst>
              <a:ext uri="{FF2B5EF4-FFF2-40B4-BE49-F238E27FC236}">
                <a16:creationId xmlns:a16="http://schemas.microsoft.com/office/drawing/2014/main" id="{17624D90-1BD7-6351-A45D-3FEA2D1A285A}"/>
              </a:ext>
            </a:extLst>
          </p:cNvPr>
          <p:cNvSpPr/>
          <p:nvPr/>
        </p:nvSpPr>
        <p:spPr>
          <a:xfrm>
            <a:off x="4724739" y="1531620"/>
            <a:ext cx="2040600" cy="3200400"/>
          </a:xfrm>
          <a:prstGeom prst="roundRect">
            <a:avLst>
              <a:gd name="adj" fmla="val 18419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752;p55">
            <a:extLst>
              <a:ext uri="{FF2B5EF4-FFF2-40B4-BE49-F238E27FC236}">
                <a16:creationId xmlns:a16="http://schemas.microsoft.com/office/drawing/2014/main" id="{7516D88B-1B0B-F53E-8138-8252A5C7681B}"/>
              </a:ext>
            </a:extLst>
          </p:cNvPr>
          <p:cNvSpPr/>
          <p:nvPr/>
        </p:nvSpPr>
        <p:spPr>
          <a:xfrm>
            <a:off x="6997126" y="1531620"/>
            <a:ext cx="2040600" cy="3200400"/>
          </a:xfrm>
          <a:prstGeom prst="roundRect">
            <a:avLst>
              <a:gd name="adj" fmla="val 18419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758;p34">
            <a:extLst>
              <a:ext uri="{FF2B5EF4-FFF2-40B4-BE49-F238E27FC236}">
                <a16:creationId xmlns:a16="http://schemas.microsoft.com/office/drawing/2014/main" id="{E9575E57-0CDA-DD5B-5C1A-CEEFE0010311}"/>
              </a:ext>
            </a:extLst>
          </p:cNvPr>
          <p:cNvSpPr txBox="1">
            <a:spLocks/>
          </p:cNvSpPr>
          <p:nvPr/>
        </p:nvSpPr>
        <p:spPr>
          <a:xfrm>
            <a:off x="893334" y="125334"/>
            <a:ext cx="2211021" cy="77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7" name="Picture 6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D74E435-ECB7-A279-DCA3-FAF0FEF44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245" y="119880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Best ASP.Net Certification Training in Nagpur | Steps Technology">
            <a:extLst>
              <a:ext uri="{FF2B5EF4-FFF2-40B4-BE49-F238E27FC236}">
                <a16:creationId xmlns:a16="http://schemas.microsoft.com/office/drawing/2014/main" id="{A05CAF25-97CB-0431-936A-A289D415F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46" y="3474000"/>
            <a:ext cx="534214" cy="53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Entity Framework Core 3.0: ¿qué novedades nos trae?">
            <a:extLst>
              <a:ext uri="{FF2B5EF4-FFF2-40B4-BE49-F238E27FC236}">
                <a16:creationId xmlns:a16="http://schemas.microsoft.com/office/drawing/2014/main" id="{23DEE816-5A9B-5271-95A1-4523C54F7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120" y="3474000"/>
            <a:ext cx="534214" cy="53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XpertLab - Website Designing Company Junagadh,Website Development Company  Junagadh, Software Development Company Junagadh, Professional IT Project  Training Junagadh">
            <a:extLst>
              <a:ext uri="{FF2B5EF4-FFF2-40B4-BE49-F238E27FC236}">
                <a16:creationId xmlns:a16="http://schemas.microsoft.com/office/drawing/2014/main" id="{F47207A9-73C0-F823-D20C-B0D010CF1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05" y="4145433"/>
            <a:ext cx="683297" cy="49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Inyección de Dependencias en .Net Framework">
            <a:extLst>
              <a:ext uri="{FF2B5EF4-FFF2-40B4-BE49-F238E27FC236}">
                <a16:creationId xmlns:a16="http://schemas.microsoft.com/office/drawing/2014/main" id="{C26B7D09-B969-06D1-DC28-6D6C4AF4C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602" y="4145433"/>
            <a:ext cx="643251" cy="49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3757;p55">
            <a:extLst>
              <a:ext uri="{FF2B5EF4-FFF2-40B4-BE49-F238E27FC236}">
                <a16:creationId xmlns:a16="http://schemas.microsoft.com/office/drawing/2014/main" id="{C0E43392-A713-8A46-1EC8-D7CC5FAAE303}"/>
              </a:ext>
            </a:extLst>
          </p:cNvPr>
          <p:cNvSpPr txBox="1"/>
          <p:nvPr/>
        </p:nvSpPr>
        <p:spPr>
          <a:xfrm>
            <a:off x="218852" y="2224508"/>
            <a:ext cx="2001713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Backend </a:t>
            </a:r>
            <a:endParaRPr sz="1200" b="1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C# - ASP.NET Core</a:t>
            </a:r>
            <a:endParaRPr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Entity Framework Core</a:t>
            </a: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LINQ y </a:t>
            </a:r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Repositorios</a:t>
            </a: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Inyección</a:t>
            </a: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de </a:t>
            </a:r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dependencias</a:t>
            </a: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139700"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7" name="Imagen 20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9E11494-C895-E985-BAB9-D07D236AB8D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185" y="3417205"/>
            <a:ext cx="632424" cy="632424"/>
          </a:xfrm>
          <a:prstGeom prst="rect">
            <a:avLst/>
          </a:prstGeom>
        </p:spPr>
      </p:pic>
      <p:pic>
        <p:nvPicPr>
          <p:cNvPr id="18" name="Picture 2" descr="GitHub Logo - símbolo, significado logotipo, historia, PNG">
            <a:extLst>
              <a:ext uri="{FF2B5EF4-FFF2-40B4-BE49-F238E27FC236}">
                <a16:creationId xmlns:a16="http://schemas.microsoft.com/office/drawing/2014/main" id="{853B73D5-87FB-87DB-BC5F-B01792F03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138" y="4110803"/>
            <a:ext cx="919670" cy="53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3757;p55">
            <a:extLst>
              <a:ext uri="{FF2B5EF4-FFF2-40B4-BE49-F238E27FC236}">
                <a16:creationId xmlns:a16="http://schemas.microsoft.com/office/drawing/2014/main" id="{EDA73DA6-3EFC-2D21-A232-BF1918C5232C}"/>
              </a:ext>
            </a:extLst>
          </p:cNvPr>
          <p:cNvSpPr txBox="1"/>
          <p:nvPr/>
        </p:nvSpPr>
        <p:spPr>
          <a:xfrm>
            <a:off x="2428095" y="2258151"/>
            <a:ext cx="2001713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Entorno</a:t>
            </a:r>
            <a:r>
              <a:rPr lang="en-US" sz="1200" b="1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de </a:t>
            </a:r>
            <a:r>
              <a:rPr lang="en-US" sz="1200" b="1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desarrollo</a:t>
            </a:r>
            <a:endParaRPr sz="1200" b="1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Visual Studio 2022</a:t>
            </a:r>
          </a:p>
          <a:p>
            <a:pPr marL="342900" lvl="0" indent="-203200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GitHub</a:t>
            </a:r>
          </a:p>
          <a:p>
            <a:pPr marL="342900" lvl="0" indent="-203200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Postman</a:t>
            </a:r>
          </a:p>
          <a:p>
            <a:pPr marL="342900" lvl="0" indent="-203200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Azure</a:t>
            </a:r>
          </a:p>
          <a:p>
            <a:pPr marL="139700"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F24BBE68-91C1-85E0-734D-A698C3D7A4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750" y="3513748"/>
            <a:ext cx="530834" cy="530834"/>
          </a:xfrm>
          <a:prstGeom prst="rect">
            <a:avLst/>
          </a:prstGeom>
        </p:spPr>
      </p:pic>
      <p:pic>
        <p:nvPicPr>
          <p:cNvPr id="21" name="Picture 4" descr="Visual Studio Logo - símbolo, significado logotipo, historia, PNG">
            <a:extLst>
              <a:ext uri="{FF2B5EF4-FFF2-40B4-BE49-F238E27FC236}">
                <a16:creationId xmlns:a16="http://schemas.microsoft.com/office/drawing/2014/main" id="{2824E3AB-E8D4-801A-2045-4F8C57A1F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901" y="4182383"/>
            <a:ext cx="687353" cy="38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Google Shape;3757;p55">
            <a:extLst>
              <a:ext uri="{FF2B5EF4-FFF2-40B4-BE49-F238E27FC236}">
                <a16:creationId xmlns:a16="http://schemas.microsoft.com/office/drawing/2014/main" id="{72274930-91D1-4C16-DECD-D09523464ED9}"/>
              </a:ext>
            </a:extLst>
          </p:cNvPr>
          <p:cNvSpPr txBox="1"/>
          <p:nvPr/>
        </p:nvSpPr>
        <p:spPr>
          <a:xfrm>
            <a:off x="4724739" y="2180134"/>
            <a:ext cx="2001713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Frontend</a:t>
            </a:r>
          </a:p>
          <a:p>
            <a:pPr marL="139700"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Bootstrap 5</a:t>
            </a: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HTML, CSS3</a:t>
            </a: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JavaScript</a:t>
            </a: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Migración</a:t>
            </a: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en</a:t>
            </a: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proceso</a:t>
            </a: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12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desde</a:t>
            </a: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jQuery a JS Nativo</a:t>
            </a: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4" name="Picture 16">
            <a:extLst>
              <a:ext uri="{FF2B5EF4-FFF2-40B4-BE49-F238E27FC236}">
                <a16:creationId xmlns:a16="http://schemas.microsoft.com/office/drawing/2014/main" id="{E089814B-8104-A67B-BE2F-721CF84DF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287" y="3405442"/>
            <a:ext cx="503915" cy="50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17F724CD-BC1D-3616-1BFC-82AAE0FC12E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636" y="3318051"/>
            <a:ext cx="444755" cy="627924"/>
          </a:xfrm>
          <a:prstGeom prst="rect">
            <a:avLst/>
          </a:prstGeom>
        </p:spPr>
      </p:pic>
      <p:pic>
        <p:nvPicPr>
          <p:cNvPr id="26" name="Imagen 27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8EB28301-8FA8-109A-D3E6-B312769852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91" y="4074765"/>
            <a:ext cx="553447" cy="628917"/>
          </a:xfrm>
          <a:prstGeom prst="rect">
            <a:avLst/>
          </a:prstGeom>
        </p:spPr>
      </p:pic>
      <p:pic>
        <p:nvPicPr>
          <p:cNvPr id="27" name="Imagen 9" descr="Logotipo">
            <a:extLst>
              <a:ext uri="{FF2B5EF4-FFF2-40B4-BE49-F238E27FC236}">
                <a16:creationId xmlns:a16="http://schemas.microsoft.com/office/drawing/2014/main" id="{91613E49-6D00-AD75-9537-1463C29644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031" y="4145433"/>
            <a:ext cx="509019" cy="405625"/>
          </a:xfrm>
          <a:prstGeom prst="rect">
            <a:avLst/>
          </a:prstGeom>
        </p:spPr>
      </p:pic>
      <p:pic>
        <p:nvPicPr>
          <p:cNvPr id="28" name="Imagen 34">
            <a:extLst>
              <a:ext uri="{FF2B5EF4-FFF2-40B4-BE49-F238E27FC236}">
                <a16:creationId xmlns:a16="http://schemas.microsoft.com/office/drawing/2014/main" id="{CBE6845C-C226-D913-8DE0-2A418E892789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78336" y="3307250"/>
            <a:ext cx="752564" cy="767515"/>
          </a:xfrm>
          <a:prstGeom prst="rect">
            <a:avLst/>
          </a:prstGeom>
        </p:spPr>
      </p:pic>
      <p:sp>
        <p:nvSpPr>
          <p:cNvPr id="30" name="Google Shape;3757;p55">
            <a:extLst>
              <a:ext uri="{FF2B5EF4-FFF2-40B4-BE49-F238E27FC236}">
                <a16:creationId xmlns:a16="http://schemas.microsoft.com/office/drawing/2014/main" id="{099E9907-A758-EAF3-2B55-A45DAC1140B4}"/>
              </a:ext>
            </a:extLst>
          </p:cNvPr>
          <p:cNvSpPr txBox="1"/>
          <p:nvPr/>
        </p:nvSpPr>
        <p:spPr>
          <a:xfrm>
            <a:off x="6923435" y="1985954"/>
            <a:ext cx="2001713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Base de </a:t>
            </a:r>
            <a:r>
              <a:rPr lang="en-US" sz="1200" b="1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datos</a:t>
            </a:r>
            <a:endParaRPr lang="en-US" sz="1200" b="1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139700"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r>
              <a:rPr lang="en-US" sz="12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SQL server de Azure</a:t>
            </a: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lang="en-US"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342900" lvl="0" indent="-20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"/>
              <a:buChar char="●"/>
            </a:pPr>
            <a:endParaRPr sz="12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p49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DEMOSTRACIÓN DEL RESULTADO</a:t>
            </a:r>
            <a:endParaRPr dirty="0"/>
          </a:p>
        </p:txBody>
      </p:sp>
      <p:grpSp>
        <p:nvGrpSpPr>
          <p:cNvPr id="3390" name="Google Shape;3390;p49"/>
          <p:cNvGrpSpPr/>
          <p:nvPr/>
        </p:nvGrpSpPr>
        <p:grpSpPr>
          <a:xfrm>
            <a:off x="8058476" y="4879932"/>
            <a:ext cx="1252897" cy="51000"/>
            <a:chOff x="2915381" y="4104819"/>
            <a:chExt cx="1252897" cy="51000"/>
          </a:xfrm>
        </p:grpSpPr>
        <p:sp>
          <p:nvSpPr>
            <p:cNvPr id="3391" name="Google Shape;3391;p49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49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49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49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49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49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49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49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49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49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49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49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49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49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5" name="Google Shape;3405;p49"/>
          <p:cNvSpPr/>
          <p:nvPr/>
        </p:nvSpPr>
        <p:spPr>
          <a:xfrm flipH="1">
            <a:off x="8554554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06" name="Google Shape;3406;p49"/>
          <p:cNvGrpSpPr/>
          <p:nvPr/>
        </p:nvGrpSpPr>
        <p:grpSpPr>
          <a:xfrm rot="5400000" flipH="1">
            <a:off x="8517601" y="-295650"/>
            <a:ext cx="302065" cy="1520982"/>
            <a:chOff x="-108754" y="2690919"/>
            <a:chExt cx="302065" cy="1520982"/>
          </a:xfrm>
        </p:grpSpPr>
        <p:sp>
          <p:nvSpPr>
            <p:cNvPr id="3407" name="Google Shape;3407;p4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4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4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4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2" name="Google Shape;3412;p49"/>
          <p:cNvGrpSpPr/>
          <p:nvPr/>
        </p:nvGrpSpPr>
        <p:grpSpPr>
          <a:xfrm>
            <a:off x="7805645" y="2296729"/>
            <a:ext cx="2297800" cy="347400"/>
            <a:chOff x="7805645" y="2296729"/>
            <a:chExt cx="2297800" cy="347400"/>
          </a:xfrm>
        </p:grpSpPr>
        <p:sp>
          <p:nvSpPr>
            <p:cNvPr id="3413" name="Google Shape;3413;p49"/>
            <p:cNvSpPr/>
            <p:nvPr/>
          </p:nvSpPr>
          <p:spPr>
            <a:xfrm flipH="1">
              <a:off x="8108745" y="2576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49"/>
            <p:cNvSpPr/>
            <p:nvPr/>
          </p:nvSpPr>
          <p:spPr>
            <a:xfrm flipH="1">
              <a:off x="7805645" y="2296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5" name="Google Shape;3415;p49"/>
          <p:cNvSpPr/>
          <p:nvPr/>
        </p:nvSpPr>
        <p:spPr>
          <a:xfrm rot="-5400000">
            <a:off x="1613557" y="-1387741"/>
            <a:ext cx="586800" cy="3813910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16" name="Google Shape;3416;p49"/>
          <p:cNvGrpSpPr/>
          <p:nvPr/>
        </p:nvGrpSpPr>
        <p:grpSpPr>
          <a:xfrm rot="10800000">
            <a:off x="-11" y="398178"/>
            <a:ext cx="883262" cy="242091"/>
            <a:chOff x="2300350" y="2601250"/>
            <a:chExt cx="2275275" cy="623625"/>
          </a:xfrm>
        </p:grpSpPr>
        <p:sp>
          <p:nvSpPr>
            <p:cNvPr id="3417" name="Google Shape;3417;p4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4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4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4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4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4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3" name="Google Shape;3423;p49"/>
          <p:cNvGrpSpPr/>
          <p:nvPr/>
        </p:nvGrpSpPr>
        <p:grpSpPr>
          <a:xfrm>
            <a:off x="442736" y="3589512"/>
            <a:ext cx="1105976" cy="133969"/>
            <a:chOff x="8183182" y="663852"/>
            <a:chExt cx="1475028" cy="178673"/>
          </a:xfrm>
        </p:grpSpPr>
        <p:grpSp>
          <p:nvGrpSpPr>
            <p:cNvPr id="3424" name="Google Shape;3424;p4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425" name="Google Shape;3425;p4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4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4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4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4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4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4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4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4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4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35" name="Google Shape;3435;p4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436" name="Google Shape;3436;p4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4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4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4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4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4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4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4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4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4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 descr="Play &amp; Pause Animation by Kreativa Studio on Dribbble">
            <a:extLst>
              <a:ext uri="{FF2B5EF4-FFF2-40B4-BE49-F238E27FC236}">
                <a16:creationId xmlns:a16="http://schemas.microsoft.com/office/drawing/2014/main" id="{FF610080-3948-0908-44F5-CBBCD6959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412" y="1410582"/>
            <a:ext cx="3015785" cy="226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4C632711-A84E-9E73-5B2F-2A195C7F5DF0}"/>
              </a:ext>
            </a:extLst>
          </p:cNvPr>
          <p:cNvSpPr txBox="1">
            <a:spLocks/>
          </p:cNvSpPr>
          <p:nvPr/>
        </p:nvSpPr>
        <p:spPr>
          <a:xfrm>
            <a:off x="993897" y="132934"/>
            <a:ext cx="2211021" cy="77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B02ABF4-099C-636B-37E0-2C7B21E36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29" y="748944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9">
          <a:extLst>
            <a:ext uri="{FF2B5EF4-FFF2-40B4-BE49-F238E27FC236}">
              <a16:creationId xmlns:a16="http://schemas.microsoft.com/office/drawing/2014/main" id="{E52F18ED-2A53-2436-CD47-5AA1E8BF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0" name="Google Shape;3260;p46">
            <a:extLst>
              <a:ext uri="{FF2B5EF4-FFF2-40B4-BE49-F238E27FC236}">
                <a16:creationId xmlns:a16="http://schemas.microsoft.com/office/drawing/2014/main" id="{E44B4B7B-678B-765B-94B3-0F313DBD7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2019" y="703207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 OBTENIDOS</a:t>
            </a:r>
            <a:endParaRPr dirty="0"/>
          </a:p>
        </p:txBody>
      </p:sp>
      <p:grpSp>
        <p:nvGrpSpPr>
          <p:cNvPr id="3326" name="Google Shape;3326;p46">
            <a:extLst>
              <a:ext uri="{FF2B5EF4-FFF2-40B4-BE49-F238E27FC236}">
                <a16:creationId xmlns:a16="http://schemas.microsoft.com/office/drawing/2014/main" id="{28944B40-37ED-FF09-266D-62DB12463B7D}"/>
              </a:ext>
            </a:extLst>
          </p:cNvPr>
          <p:cNvGrpSpPr/>
          <p:nvPr/>
        </p:nvGrpSpPr>
        <p:grpSpPr>
          <a:xfrm>
            <a:off x="8186645" y="925129"/>
            <a:ext cx="2297800" cy="347400"/>
            <a:chOff x="7805645" y="2296729"/>
            <a:chExt cx="2297800" cy="347400"/>
          </a:xfrm>
        </p:grpSpPr>
        <p:sp>
          <p:nvSpPr>
            <p:cNvPr id="3327" name="Google Shape;3327;p46">
              <a:extLst>
                <a:ext uri="{FF2B5EF4-FFF2-40B4-BE49-F238E27FC236}">
                  <a16:creationId xmlns:a16="http://schemas.microsoft.com/office/drawing/2014/main" id="{B7D4BDAF-DD3D-A0AD-4AF9-E4F936FE2850}"/>
                </a:ext>
              </a:extLst>
            </p:cNvPr>
            <p:cNvSpPr/>
            <p:nvPr/>
          </p:nvSpPr>
          <p:spPr>
            <a:xfrm flipH="1">
              <a:off x="8108745" y="2576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6">
              <a:extLst>
                <a:ext uri="{FF2B5EF4-FFF2-40B4-BE49-F238E27FC236}">
                  <a16:creationId xmlns:a16="http://schemas.microsoft.com/office/drawing/2014/main" id="{012F7729-9817-BD45-12CB-1F68A7617922}"/>
                </a:ext>
              </a:extLst>
            </p:cNvPr>
            <p:cNvSpPr/>
            <p:nvPr/>
          </p:nvSpPr>
          <p:spPr>
            <a:xfrm flipH="1">
              <a:off x="7805645" y="2296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9" name="Google Shape;3329;p46">
            <a:extLst>
              <a:ext uri="{FF2B5EF4-FFF2-40B4-BE49-F238E27FC236}">
                <a16:creationId xmlns:a16="http://schemas.microsoft.com/office/drawing/2014/main" id="{B2426FDD-2EA9-B724-5BFD-9D8218ACAE5C}"/>
              </a:ext>
            </a:extLst>
          </p:cNvPr>
          <p:cNvGrpSpPr/>
          <p:nvPr/>
        </p:nvGrpSpPr>
        <p:grpSpPr>
          <a:xfrm rot="5400000" flipH="1">
            <a:off x="185402" y="2892328"/>
            <a:ext cx="883262" cy="242091"/>
            <a:chOff x="2300350" y="2601250"/>
            <a:chExt cx="2275275" cy="623625"/>
          </a:xfrm>
        </p:grpSpPr>
        <p:sp>
          <p:nvSpPr>
            <p:cNvPr id="3330" name="Google Shape;3330;p46">
              <a:extLst>
                <a:ext uri="{FF2B5EF4-FFF2-40B4-BE49-F238E27FC236}">
                  <a16:creationId xmlns:a16="http://schemas.microsoft.com/office/drawing/2014/main" id="{769332F7-DFC4-55CB-0358-8CBF7EB3DFC9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6">
              <a:extLst>
                <a:ext uri="{FF2B5EF4-FFF2-40B4-BE49-F238E27FC236}">
                  <a16:creationId xmlns:a16="http://schemas.microsoft.com/office/drawing/2014/main" id="{218FC0F1-616B-9B11-6EB9-785B16998D60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6">
              <a:extLst>
                <a:ext uri="{FF2B5EF4-FFF2-40B4-BE49-F238E27FC236}">
                  <a16:creationId xmlns:a16="http://schemas.microsoft.com/office/drawing/2014/main" id="{7E6C5D07-21A1-EE30-FB2F-D7AB205C52AC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6">
              <a:extLst>
                <a:ext uri="{FF2B5EF4-FFF2-40B4-BE49-F238E27FC236}">
                  <a16:creationId xmlns:a16="http://schemas.microsoft.com/office/drawing/2014/main" id="{41515FE8-936C-F966-6E9E-6E648CF49B6E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6">
              <a:extLst>
                <a:ext uri="{FF2B5EF4-FFF2-40B4-BE49-F238E27FC236}">
                  <a16:creationId xmlns:a16="http://schemas.microsoft.com/office/drawing/2014/main" id="{F9C008CD-B70F-7CB5-EE32-3129EA9306C8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6">
              <a:extLst>
                <a:ext uri="{FF2B5EF4-FFF2-40B4-BE49-F238E27FC236}">
                  <a16:creationId xmlns:a16="http://schemas.microsoft.com/office/drawing/2014/main" id="{1A39F7BF-532C-FC19-75E3-E449D4EAD784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758;p34">
            <a:extLst>
              <a:ext uri="{FF2B5EF4-FFF2-40B4-BE49-F238E27FC236}">
                <a16:creationId xmlns:a16="http://schemas.microsoft.com/office/drawing/2014/main" id="{345D5DC4-3406-D24C-D74B-61C05200A943}"/>
              </a:ext>
            </a:extLst>
          </p:cNvPr>
          <p:cNvSpPr txBox="1">
            <a:spLocks/>
          </p:cNvSpPr>
          <p:nvPr/>
        </p:nvSpPr>
        <p:spPr>
          <a:xfrm>
            <a:off x="627032" y="55569"/>
            <a:ext cx="2211021" cy="772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0D71C8A-3712-F8AA-8B39-32E13D795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604" y="128372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oogle Shape;3077;p42">
            <a:extLst>
              <a:ext uri="{FF2B5EF4-FFF2-40B4-BE49-F238E27FC236}">
                <a16:creationId xmlns:a16="http://schemas.microsoft.com/office/drawing/2014/main" id="{C1D70B7C-B386-9F0F-8459-67C167A268DB}"/>
              </a:ext>
            </a:extLst>
          </p:cNvPr>
          <p:cNvGrpSpPr/>
          <p:nvPr/>
        </p:nvGrpSpPr>
        <p:grpSpPr>
          <a:xfrm>
            <a:off x="1463723" y="1635344"/>
            <a:ext cx="610177" cy="609361"/>
            <a:chOff x="4722040" y="1437111"/>
            <a:chExt cx="416490" cy="417360"/>
          </a:xfrm>
        </p:grpSpPr>
        <p:sp>
          <p:nvSpPr>
            <p:cNvPr id="7" name="Google Shape;3078;p42">
              <a:extLst>
                <a:ext uri="{FF2B5EF4-FFF2-40B4-BE49-F238E27FC236}">
                  <a16:creationId xmlns:a16="http://schemas.microsoft.com/office/drawing/2014/main" id="{27E0145B-DA29-11B8-D2B2-7CF661FF1ACD}"/>
                </a:ext>
              </a:extLst>
            </p:cNvPr>
            <p:cNvSpPr/>
            <p:nvPr/>
          </p:nvSpPr>
          <p:spPr>
            <a:xfrm>
              <a:off x="4785056" y="1586997"/>
              <a:ext cx="298975" cy="179742"/>
            </a:xfrm>
            <a:custGeom>
              <a:avLst/>
              <a:gdLst/>
              <a:ahLst/>
              <a:cxnLst/>
              <a:rect l="l" t="t" r="r" b="b"/>
              <a:pathLst>
                <a:path w="8360" h="5026" extrusionOk="0">
                  <a:moveTo>
                    <a:pt x="4192" y="810"/>
                  </a:moveTo>
                  <a:cubicBezTo>
                    <a:pt x="5002" y="810"/>
                    <a:pt x="5787" y="1120"/>
                    <a:pt x="6359" y="1692"/>
                  </a:cubicBezTo>
                  <a:cubicBezTo>
                    <a:pt x="6478" y="1834"/>
                    <a:pt x="6478" y="2049"/>
                    <a:pt x="6359" y="2192"/>
                  </a:cubicBezTo>
                  <a:cubicBezTo>
                    <a:pt x="6287" y="2251"/>
                    <a:pt x="6198" y="2281"/>
                    <a:pt x="6112" y="2281"/>
                  </a:cubicBezTo>
                  <a:cubicBezTo>
                    <a:pt x="6026" y="2281"/>
                    <a:pt x="5942" y="2251"/>
                    <a:pt x="5883" y="2192"/>
                  </a:cubicBezTo>
                  <a:cubicBezTo>
                    <a:pt x="5430" y="1739"/>
                    <a:pt x="4811" y="1477"/>
                    <a:pt x="4192" y="1477"/>
                  </a:cubicBezTo>
                  <a:cubicBezTo>
                    <a:pt x="3549" y="1477"/>
                    <a:pt x="2953" y="1739"/>
                    <a:pt x="2501" y="2192"/>
                  </a:cubicBezTo>
                  <a:cubicBezTo>
                    <a:pt x="2430" y="2251"/>
                    <a:pt x="2340" y="2281"/>
                    <a:pt x="2254" y="2281"/>
                  </a:cubicBezTo>
                  <a:cubicBezTo>
                    <a:pt x="2168" y="2281"/>
                    <a:pt x="2084" y="2251"/>
                    <a:pt x="2025" y="2192"/>
                  </a:cubicBezTo>
                  <a:cubicBezTo>
                    <a:pt x="1882" y="2049"/>
                    <a:pt x="1882" y="1834"/>
                    <a:pt x="2025" y="1692"/>
                  </a:cubicBezTo>
                  <a:cubicBezTo>
                    <a:pt x="2596" y="1120"/>
                    <a:pt x="3358" y="810"/>
                    <a:pt x="4192" y="810"/>
                  </a:cubicBezTo>
                  <a:close/>
                  <a:moveTo>
                    <a:pt x="4192" y="2168"/>
                  </a:moveTo>
                  <a:cubicBezTo>
                    <a:pt x="4644" y="2168"/>
                    <a:pt x="5073" y="2335"/>
                    <a:pt x="5383" y="2668"/>
                  </a:cubicBezTo>
                  <a:cubicBezTo>
                    <a:pt x="5525" y="2811"/>
                    <a:pt x="5525" y="3025"/>
                    <a:pt x="5383" y="3144"/>
                  </a:cubicBezTo>
                  <a:cubicBezTo>
                    <a:pt x="5323" y="3216"/>
                    <a:pt x="5240" y="3251"/>
                    <a:pt x="5153" y="3251"/>
                  </a:cubicBezTo>
                  <a:cubicBezTo>
                    <a:pt x="5067" y="3251"/>
                    <a:pt x="4978" y="3216"/>
                    <a:pt x="4906" y="3144"/>
                  </a:cubicBezTo>
                  <a:cubicBezTo>
                    <a:pt x="4716" y="2954"/>
                    <a:pt x="4454" y="2858"/>
                    <a:pt x="4192" y="2858"/>
                  </a:cubicBezTo>
                  <a:cubicBezTo>
                    <a:pt x="3906" y="2858"/>
                    <a:pt x="3644" y="2954"/>
                    <a:pt x="3454" y="3144"/>
                  </a:cubicBezTo>
                  <a:cubicBezTo>
                    <a:pt x="3394" y="3216"/>
                    <a:pt x="3311" y="3251"/>
                    <a:pt x="3224" y="3251"/>
                  </a:cubicBezTo>
                  <a:cubicBezTo>
                    <a:pt x="3138" y="3251"/>
                    <a:pt x="3049" y="3216"/>
                    <a:pt x="2977" y="3144"/>
                  </a:cubicBezTo>
                  <a:cubicBezTo>
                    <a:pt x="2834" y="3025"/>
                    <a:pt x="2834" y="2811"/>
                    <a:pt x="2977" y="2668"/>
                  </a:cubicBezTo>
                  <a:cubicBezTo>
                    <a:pt x="3311" y="2335"/>
                    <a:pt x="3739" y="2168"/>
                    <a:pt x="4192" y="2168"/>
                  </a:cubicBezTo>
                  <a:close/>
                  <a:moveTo>
                    <a:pt x="4192" y="3525"/>
                  </a:moveTo>
                  <a:cubicBezTo>
                    <a:pt x="4382" y="3525"/>
                    <a:pt x="4525" y="3692"/>
                    <a:pt x="4525" y="3882"/>
                  </a:cubicBezTo>
                  <a:cubicBezTo>
                    <a:pt x="4525" y="4049"/>
                    <a:pt x="4382" y="4216"/>
                    <a:pt x="4192" y="4216"/>
                  </a:cubicBezTo>
                  <a:cubicBezTo>
                    <a:pt x="4001" y="4216"/>
                    <a:pt x="3835" y="4049"/>
                    <a:pt x="3835" y="3882"/>
                  </a:cubicBezTo>
                  <a:cubicBezTo>
                    <a:pt x="3835" y="3692"/>
                    <a:pt x="4001" y="3525"/>
                    <a:pt x="4192" y="3525"/>
                  </a:cubicBezTo>
                  <a:close/>
                  <a:moveTo>
                    <a:pt x="334" y="1"/>
                  </a:moveTo>
                  <a:cubicBezTo>
                    <a:pt x="143" y="1"/>
                    <a:pt x="0" y="144"/>
                    <a:pt x="0" y="310"/>
                  </a:cubicBezTo>
                  <a:lnTo>
                    <a:pt x="0" y="5026"/>
                  </a:lnTo>
                  <a:lnTo>
                    <a:pt x="8359" y="5026"/>
                  </a:lnTo>
                  <a:lnTo>
                    <a:pt x="8359" y="310"/>
                  </a:lnTo>
                  <a:cubicBezTo>
                    <a:pt x="8359" y="144"/>
                    <a:pt x="8216" y="1"/>
                    <a:pt x="80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3079;p42">
              <a:extLst>
                <a:ext uri="{FF2B5EF4-FFF2-40B4-BE49-F238E27FC236}">
                  <a16:creationId xmlns:a16="http://schemas.microsoft.com/office/drawing/2014/main" id="{16B45014-FB05-2335-AD66-BBE646C2FAB2}"/>
                </a:ext>
              </a:extLst>
            </p:cNvPr>
            <p:cNvSpPr/>
            <p:nvPr/>
          </p:nvSpPr>
          <p:spPr>
            <a:xfrm>
              <a:off x="4756946" y="1791422"/>
              <a:ext cx="356051" cy="63049"/>
            </a:xfrm>
            <a:custGeom>
              <a:avLst/>
              <a:gdLst/>
              <a:ahLst/>
              <a:cxnLst/>
              <a:rect l="l" t="t" r="r" b="b"/>
              <a:pathLst>
                <a:path w="9956" h="1763" extrusionOk="0">
                  <a:moveTo>
                    <a:pt x="334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476"/>
                  </a:lnTo>
                  <a:cubicBezTo>
                    <a:pt x="1" y="1191"/>
                    <a:pt x="572" y="1762"/>
                    <a:pt x="1263" y="1762"/>
                  </a:cubicBezTo>
                  <a:lnTo>
                    <a:pt x="8669" y="1762"/>
                  </a:lnTo>
                  <a:cubicBezTo>
                    <a:pt x="9383" y="1762"/>
                    <a:pt x="9955" y="1191"/>
                    <a:pt x="9955" y="476"/>
                  </a:cubicBezTo>
                  <a:lnTo>
                    <a:pt x="9955" y="310"/>
                  </a:lnTo>
                  <a:cubicBezTo>
                    <a:pt x="9955" y="143"/>
                    <a:pt x="9788" y="0"/>
                    <a:pt x="9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080;p42">
              <a:extLst>
                <a:ext uri="{FF2B5EF4-FFF2-40B4-BE49-F238E27FC236}">
                  <a16:creationId xmlns:a16="http://schemas.microsoft.com/office/drawing/2014/main" id="{22F6151E-CA09-7A5D-112B-446111309A3E}"/>
                </a:ext>
              </a:extLst>
            </p:cNvPr>
            <p:cNvSpPr/>
            <p:nvPr/>
          </p:nvSpPr>
          <p:spPr>
            <a:xfrm>
              <a:off x="4722040" y="1437111"/>
              <a:ext cx="416490" cy="235103"/>
            </a:xfrm>
            <a:custGeom>
              <a:avLst/>
              <a:gdLst/>
              <a:ahLst/>
              <a:cxnLst/>
              <a:rect l="l" t="t" r="r" b="b"/>
              <a:pathLst>
                <a:path w="11646" h="6574" extrusionOk="0">
                  <a:moveTo>
                    <a:pt x="5811" y="0"/>
                  </a:moveTo>
                  <a:cubicBezTo>
                    <a:pt x="5525" y="0"/>
                    <a:pt x="5239" y="72"/>
                    <a:pt x="4977" y="167"/>
                  </a:cubicBezTo>
                  <a:cubicBezTo>
                    <a:pt x="4358" y="405"/>
                    <a:pt x="3858" y="858"/>
                    <a:pt x="3596" y="1453"/>
                  </a:cubicBezTo>
                  <a:cubicBezTo>
                    <a:pt x="3382" y="1358"/>
                    <a:pt x="3144" y="1310"/>
                    <a:pt x="2906" y="1310"/>
                  </a:cubicBezTo>
                  <a:cubicBezTo>
                    <a:pt x="2501" y="1310"/>
                    <a:pt x="2120" y="1453"/>
                    <a:pt x="1834" y="1691"/>
                  </a:cubicBezTo>
                  <a:cubicBezTo>
                    <a:pt x="1691" y="1834"/>
                    <a:pt x="1572" y="1977"/>
                    <a:pt x="1477" y="2144"/>
                  </a:cubicBezTo>
                  <a:cubicBezTo>
                    <a:pt x="1334" y="2406"/>
                    <a:pt x="1262" y="2715"/>
                    <a:pt x="1286" y="3025"/>
                  </a:cubicBezTo>
                  <a:cubicBezTo>
                    <a:pt x="596" y="3263"/>
                    <a:pt x="95" y="3882"/>
                    <a:pt x="0" y="4620"/>
                  </a:cubicBezTo>
                  <a:cubicBezTo>
                    <a:pt x="0" y="4692"/>
                    <a:pt x="0" y="4763"/>
                    <a:pt x="0" y="4859"/>
                  </a:cubicBezTo>
                  <a:cubicBezTo>
                    <a:pt x="0" y="5454"/>
                    <a:pt x="286" y="6002"/>
                    <a:pt x="715" y="6359"/>
                  </a:cubicBezTo>
                  <a:cubicBezTo>
                    <a:pt x="834" y="6430"/>
                    <a:pt x="953" y="6526"/>
                    <a:pt x="1072" y="6573"/>
                  </a:cubicBezTo>
                  <a:lnTo>
                    <a:pt x="1072" y="4501"/>
                  </a:lnTo>
                  <a:cubicBezTo>
                    <a:pt x="1072" y="3954"/>
                    <a:pt x="1524" y="3501"/>
                    <a:pt x="2096" y="3501"/>
                  </a:cubicBezTo>
                  <a:lnTo>
                    <a:pt x="9788" y="3501"/>
                  </a:lnTo>
                  <a:cubicBezTo>
                    <a:pt x="10359" y="3501"/>
                    <a:pt x="10788" y="3954"/>
                    <a:pt x="10788" y="4501"/>
                  </a:cubicBezTo>
                  <a:lnTo>
                    <a:pt x="10788" y="6430"/>
                  </a:lnTo>
                  <a:cubicBezTo>
                    <a:pt x="10883" y="6383"/>
                    <a:pt x="10955" y="6335"/>
                    <a:pt x="11026" y="6264"/>
                  </a:cubicBezTo>
                  <a:cubicBezTo>
                    <a:pt x="11407" y="5906"/>
                    <a:pt x="11645" y="5406"/>
                    <a:pt x="11645" y="4859"/>
                  </a:cubicBezTo>
                  <a:cubicBezTo>
                    <a:pt x="11645" y="4763"/>
                    <a:pt x="11645" y="4692"/>
                    <a:pt x="11622" y="4620"/>
                  </a:cubicBezTo>
                  <a:cubicBezTo>
                    <a:pt x="11550" y="3882"/>
                    <a:pt x="11026" y="3263"/>
                    <a:pt x="10359" y="3025"/>
                  </a:cubicBezTo>
                  <a:cubicBezTo>
                    <a:pt x="10383" y="2715"/>
                    <a:pt x="10288" y="2406"/>
                    <a:pt x="10169" y="2144"/>
                  </a:cubicBezTo>
                  <a:cubicBezTo>
                    <a:pt x="9883" y="1644"/>
                    <a:pt x="9359" y="1310"/>
                    <a:pt x="8740" y="1310"/>
                  </a:cubicBezTo>
                  <a:cubicBezTo>
                    <a:pt x="8597" y="1310"/>
                    <a:pt x="8478" y="1310"/>
                    <a:pt x="8359" y="1358"/>
                  </a:cubicBezTo>
                  <a:cubicBezTo>
                    <a:pt x="8240" y="1382"/>
                    <a:pt x="8145" y="1405"/>
                    <a:pt x="8026" y="1453"/>
                  </a:cubicBezTo>
                  <a:cubicBezTo>
                    <a:pt x="7954" y="1263"/>
                    <a:pt x="7835" y="1072"/>
                    <a:pt x="7692" y="905"/>
                  </a:cubicBezTo>
                  <a:cubicBezTo>
                    <a:pt x="7264" y="358"/>
                    <a:pt x="6573" y="0"/>
                    <a:pt x="58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" name="Google Shape;3631;p52">
            <a:extLst>
              <a:ext uri="{FF2B5EF4-FFF2-40B4-BE49-F238E27FC236}">
                <a16:creationId xmlns:a16="http://schemas.microsoft.com/office/drawing/2014/main" id="{7D0F6911-2321-088A-5023-2749FC5DA182}"/>
              </a:ext>
            </a:extLst>
          </p:cNvPr>
          <p:cNvGrpSpPr/>
          <p:nvPr/>
        </p:nvGrpSpPr>
        <p:grpSpPr>
          <a:xfrm>
            <a:off x="3589201" y="1763933"/>
            <a:ext cx="526490" cy="525416"/>
            <a:chOff x="1181536" y="3407083"/>
            <a:chExt cx="417352" cy="416501"/>
          </a:xfrm>
        </p:grpSpPr>
        <p:sp>
          <p:nvSpPr>
            <p:cNvPr id="19" name="Google Shape;3632;p52">
              <a:extLst>
                <a:ext uri="{FF2B5EF4-FFF2-40B4-BE49-F238E27FC236}">
                  <a16:creationId xmlns:a16="http://schemas.microsoft.com/office/drawing/2014/main" id="{A180353C-906F-0DD8-CDA5-F7F0BFF9A548}"/>
                </a:ext>
              </a:extLst>
            </p:cNvPr>
            <p:cNvSpPr/>
            <p:nvPr/>
          </p:nvSpPr>
          <p:spPr>
            <a:xfrm>
              <a:off x="1360390" y="3407083"/>
              <a:ext cx="149058" cy="108182"/>
            </a:xfrm>
            <a:custGeom>
              <a:avLst/>
              <a:gdLst/>
              <a:ahLst/>
              <a:cxnLst/>
              <a:rect l="l" t="t" r="r" b="b"/>
              <a:pathLst>
                <a:path w="4168" h="3025" extrusionOk="0">
                  <a:moveTo>
                    <a:pt x="0" y="0"/>
                  </a:moveTo>
                  <a:lnTo>
                    <a:pt x="0" y="3024"/>
                  </a:lnTo>
                  <a:lnTo>
                    <a:pt x="4168" y="3024"/>
                  </a:lnTo>
                  <a:lnTo>
                    <a:pt x="41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633;p52">
              <a:extLst>
                <a:ext uri="{FF2B5EF4-FFF2-40B4-BE49-F238E27FC236}">
                  <a16:creationId xmlns:a16="http://schemas.microsoft.com/office/drawing/2014/main" id="{EE865E40-83C2-7E69-F870-30EE75397B6E}"/>
                </a:ext>
              </a:extLst>
            </p:cNvPr>
            <p:cNvSpPr/>
            <p:nvPr/>
          </p:nvSpPr>
          <p:spPr>
            <a:xfrm>
              <a:off x="1425981" y="3591016"/>
              <a:ext cx="75817" cy="109898"/>
            </a:xfrm>
            <a:custGeom>
              <a:avLst/>
              <a:gdLst/>
              <a:ahLst/>
              <a:cxnLst/>
              <a:rect l="l" t="t" r="r" b="b"/>
              <a:pathLst>
                <a:path w="2120" h="3073" extrusionOk="0">
                  <a:moveTo>
                    <a:pt x="0" y="1"/>
                  </a:moveTo>
                  <a:cubicBezTo>
                    <a:pt x="548" y="620"/>
                    <a:pt x="857" y="1430"/>
                    <a:pt x="857" y="2287"/>
                  </a:cubicBezTo>
                  <a:cubicBezTo>
                    <a:pt x="857" y="2573"/>
                    <a:pt x="834" y="2835"/>
                    <a:pt x="786" y="3073"/>
                  </a:cubicBezTo>
                  <a:lnTo>
                    <a:pt x="2120" y="3073"/>
                  </a:lnTo>
                  <a:lnTo>
                    <a:pt x="2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634;p52">
              <a:extLst>
                <a:ext uri="{FF2B5EF4-FFF2-40B4-BE49-F238E27FC236}">
                  <a16:creationId xmlns:a16="http://schemas.microsoft.com/office/drawing/2014/main" id="{C251B9B9-017A-740A-3E58-642FDC0CE9DD}"/>
                </a:ext>
              </a:extLst>
            </p:cNvPr>
            <p:cNvSpPr/>
            <p:nvPr/>
          </p:nvSpPr>
          <p:spPr>
            <a:xfrm>
              <a:off x="1295658" y="3407083"/>
              <a:ext cx="303230" cy="293825"/>
            </a:xfrm>
            <a:custGeom>
              <a:avLst/>
              <a:gdLst/>
              <a:ahLst/>
              <a:cxnLst/>
              <a:rect l="l" t="t" r="r" b="b"/>
              <a:pathLst>
                <a:path w="8479" h="8216" extrusionOk="0">
                  <a:moveTo>
                    <a:pt x="334" y="0"/>
                  </a:moveTo>
                  <a:cubicBezTo>
                    <a:pt x="167" y="0"/>
                    <a:pt x="1" y="143"/>
                    <a:pt x="1" y="333"/>
                  </a:cubicBezTo>
                  <a:lnTo>
                    <a:pt x="1" y="4120"/>
                  </a:lnTo>
                  <a:cubicBezTo>
                    <a:pt x="334" y="4025"/>
                    <a:pt x="667" y="3977"/>
                    <a:pt x="1025" y="3977"/>
                  </a:cubicBezTo>
                  <a:cubicBezTo>
                    <a:pt x="1691" y="3977"/>
                    <a:pt x="2311" y="4144"/>
                    <a:pt x="2834" y="4453"/>
                  </a:cubicBezTo>
                  <a:lnTo>
                    <a:pt x="6097" y="4453"/>
                  </a:lnTo>
                  <a:cubicBezTo>
                    <a:pt x="6288" y="4453"/>
                    <a:pt x="6454" y="4620"/>
                    <a:pt x="6454" y="4811"/>
                  </a:cubicBezTo>
                  <a:lnTo>
                    <a:pt x="6454" y="8216"/>
                  </a:lnTo>
                  <a:lnTo>
                    <a:pt x="8121" y="8216"/>
                  </a:lnTo>
                  <a:cubicBezTo>
                    <a:pt x="8312" y="8216"/>
                    <a:pt x="8478" y="8073"/>
                    <a:pt x="8478" y="7883"/>
                  </a:cubicBezTo>
                  <a:lnTo>
                    <a:pt x="8478" y="1810"/>
                  </a:lnTo>
                  <a:cubicBezTo>
                    <a:pt x="8478" y="1715"/>
                    <a:pt x="8431" y="1619"/>
                    <a:pt x="8359" y="1548"/>
                  </a:cubicBezTo>
                  <a:cubicBezTo>
                    <a:pt x="8359" y="1548"/>
                    <a:pt x="6907" y="95"/>
                    <a:pt x="6883" y="95"/>
                  </a:cubicBezTo>
                  <a:cubicBezTo>
                    <a:pt x="6835" y="24"/>
                    <a:pt x="6740" y="0"/>
                    <a:pt x="6669" y="0"/>
                  </a:cubicBezTo>
                  <a:lnTo>
                    <a:pt x="6669" y="3382"/>
                  </a:lnTo>
                  <a:cubicBezTo>
                    <a:pt x="6669" y="3548"/>
                    <a:pt x="6526" y="3715"/>
                    <a:pt x="6335" y="3715"/>
                  </a:cubicBezTo>
                  <a:lnTo>
                    <a:pt x="1453" y="3715"/>
                  </a:lnTo>
                  <a:cubicBezTo>
                    <a:pt x="1263" y="3715"/>
                    <a:pt x="1120" y="3548"/>
                    <a:pt x="1120" y="3382"/>
                  </a:cubicBezTo>
                  <a:lnTo>
                    <a:pt x="11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635;p52">
              <a:extLst>
                <a:ext uri="{FF2B5EF4-FFF2-40B4-BE49-F238E27FC236}">
                  <a16:creationId xmlns:a16="http://schemas.microsoft.com/office/drawing/2014/main" id="{DCEE7165-CC07-9383-DA53-0FB7CD015D83}"/>
                </a:ext>
              </a:extLst>
            </p:cNvPr>
            <p:cNvSpPr/>
            <p:nvPr/>
          </p:nvSpPr>
          <p:spPr>
            <a:xfrm>
              <a:off x="1181536" y="3730709"/>
              <a:ext cx="92875" cy="92875"/>
            </a:xfrm>
            <a:custGeom>
              <a:avLst/>
              <a:gdLst/>
              <a:ahLst/>
              <a:cxnLst/>
              <a:rect l="l" t="t" r="r" b="b"/>
              <a:pathLst>
                <a:path w="2597" h="2597" extrusionOk="0">
                  <a:moveTo>
                    <a:pt x="1143" y="0"/>
                  </a:moveTo>
                  <a:lnTo>
                    <a:pt x="310" y="858"/>
                  </a:lnTo>
                  <a:cubicBezTo>
                    <a:pt x="119" y="1048"/>
                    <a:pt x="0" y="1310"/>
                    <a:pt x="0" y="1572"/>
                  </a:cubicBezTo>
                  <a:cubicBezTo>
                    <a:pt x="0" y="2144"/>
                    <a:pt x="477" y="2596"/>
                    <a:pt x="1024" y="2596"/>
                  </a:cubicBezTo>
                  <a:cubicBezTo>
                    <a:pt x="1310" y="2596"/>
                    <a:pt x="1572" y="2501"/>
                    <a:pt x="1763" y="2287"/>
                  </a:cubicBezTo>
                  <a:lnTo>
                    <a:pt x="2596" y="1453"/>
                  </a:lnTo>
                  <a:cubicBezTo>
                    <a:pt x="1977" y="1144"/>
                    <a:pt x="1477" y="620"/>
                    <a:pt x="11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636;p52">
              <a:extLst>
                <a:ext uri="{FF2B5EF4-FFF2-40B4-BE49-F238E27FC236}">
                  <a16:creationId xmlns:a16="http://schemas.microsoft.com/office/drawing/2014/main" id="{5AB2C827-3FF0-5CD0-97C5-96EAF249F5E8}"/>
                </a:ext>
              </a:extLst>
            </p:cNvPr>
            <p:cNvSpPr/>
            <p:nvPr/>
          </p:nvSpPr>
          <p:spPr>
            <a:xfrm>
              <a:off x="1232642" y="3573134"/>
              <a:ext cx="200163" cy="200198"/>
            </a:xfrm>
            <a:custGeom>
              <a:avLst/>
              <a:gdLst/>
              <a:ahLst/>
              <a:cxnLst/>
              <a:rect l="l" t="t" r="r" b="b"/>
              <a:pathLst>
                <a:path w="5597" h="5598" extrusionOk="0">
                  <a:moveTo>
                    <a:pt x="2787" y="1"/>
                  </a:moveTo>
                  <a:cubicBezTo>
                    <a:pt x="1262" y="1"/>
                    <a:pt x="0" y="1263"/>
                    <a:pt x="0" y="2787"/>
                  </a:cubicBezTo>
                  <a:cubicBezTo>
                    <a:pt x="0" y="4335"/>
                    <a:pt x="1262" y="5597"/>
                    <a:pt x="2787" y="5597"/>
                  </a:cubicBezTo>
                  <a:cubicBezTo>
                    <a:pt x="4334" y="5597"/>
                    <a:pt x="5597" y="4335"/>
                    <a:pt x="5597" y="2787"/>
                  </a:cubicBezTo>
                  <a:cubicBezTo>
                    <a:pt x="5597" y="1263"/>
                    <a:pt x="4334" y="1"/>
                    <a:pt x="2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4064;p61">
            <a:extLst>
              <a:ext uri="{FF2B5EF4-FFF2-40B4-BE49-F238E27FC236}">
                <a16:creationId xmlns:a16="http://schemas.microsoft.com/office/drawing/2014/main" id="{56246A76-4C9B-22B8-DFBD-93D871B2C142}"/>
              </a:ext>
            </a:extLst>
          </p:cNvPr>
          <p:cNvSpPr txBox="1"/>
          <p:nvPr/>
        </p:nvSpPr>
        <p:spPr>
          <a:xfrm>
            <a:off x="941212" y="2548092"/>
            <a:ext cx="18189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Plataforma web operativa y desplegada en Azure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5" name="Google Shape;4064;p61">
            <a:extLst>
              <a:ext uri="{FF2B5EF4-FFF2-40B4-BE49-F238E27FC236}">
                <a16:creationId xmlns:a16="http://schemas.microsoft.com/office/drawing/2014/main" id="{F4416490-E950-2204-02FE-CCEA45ACC146}"/>
              </a:ext>
            </a:extLst>
          </p:cNvPr>
          <p:cNvSpPr txBox="1"/>
          <p:nvPr/>
        </p:nvSpPr>
        <p:spPr>
          <a:xfrm>
            <a:off x="937050" y="4136740"/>
            <a:ext cx="18189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Gestión completa de clientes, vehículos y atenciones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6" name="Google Shape;4064;p61">
            <a:extLst>
              <a:ext uri="{FF2B5EF4-FFF2-40B4-BE49-F238E27FC236}">
                <a16:creationId xmlns:a16="http://schemas.microsoft.com/office/drawing/2014/main" id="{2FFFC2AA-A8AE-E892-2FDC-1ABA55EC7D0E}"/>
              </a:ext>
            </a:extLst>
          </p:cNvPr>
          <p:cNvSpPr txBox="1"/>
          <p:nvPr/>
        </p:nvSpPr>
        <p:spPr>
          <a:xfrm>
            <a:off x="3032579" y="2455503"/>
            <a:ext cx="18189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Control de excepciones en registros manuales</a:t>
            </a:r>
          </a:p>
        </p:txBody>
      </p:sp>
      <p:sp>
        <p:nvSpPr>
          <p:cNvPr id="27" name="Google Shape;4064;p61">
            <a:extLst>
              <a:ext uri="{FF2B5EF4-FFF2-40B4-BE49-F238E27FC236}">
                <a16:creationId xmlns:a16="http://schemas.microsoft.com/office/drawing/2014/main" id="{08040EC7-B4E3-8098-CA9C-BBA871AB095F}"/>
              </a:ext>
            </a:extLst>
          </p:cNvPr>
          <p:cNvSpPr txBox="1"/>
          <p:nvPr/>
        </p:nvSpPr>
        <p:spPr>
          <a:xfrm>
            <a:off x="3060942" y="3900203"/>
            <a:ext cx="18189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Mayor trazabilidad del estado de reparación</a:t>
            </a:r>
          </a:p>
        </p:txBody>
      </p:sp>
      <p:sp>
        <p:nvSpPr>
          <p:cNvPr id="28" name="Google Shape;4064;p61">
            <a:extLst>
              <a:ext uri="{FF2B5EF4-FFF2-40B4-BE49-F238E27FC236}">
                <a16:creationId xmlns:a16="http://schemas.microsoft.com/office/drawing/2014/main" id="{E7940291-8231-C417-76D5-52BEAC5A7E3F}"/>
              </a:ext>
            </a:extLst>
          </p:cNvPr>
          <p:cNvSpPr txBox="1"/>
          <p:nvPr/>
        </p:nvSpPr>
        <p:spPr>
          <a:xfrm>
            <a:off x="5046863" y="2455503"/>
            <a:ext cx="18189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Flujo de trabajo ordenado para funcionarios</a:t>
            </a:r>
          </a:p>
        </p:txBody>
      </p:sp>
      <p:sp>
        <p:nvSpPr>
          <p:cNvPr id="29" name="Google Shape;4064;p61">
            <a:extLst>
              <a:ext uri="{FF2B5EF4-FFF2-40B4-BE49-F238E27FC236}">
                <a16:creationId xmlns:a16="http://schemas.microsoft.com/office/drawing/2014/main" id="{3770571A-215D-A76F-9DCF-EF852D0DC6DC}"/>
              </a:ext>
            </a:extLst>
          </p:cNvPr>
          <p:cNvSpPr txBox="1"/>
          <p:nvPr/>
        </p:nvSpPr>
        <p:spPr>
          <a:xfrm>
            <a:off x="5046863" y="3900203"/>
            <a:ext cx="18189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Base de datos estructurada para auditoría e informes</a:t>
            </a:r>
          </a:p>
        </p:txBody>
      </p:sp>
      <p:sp>
        <p:nvSpPr>
          <p:cNvPr id="30" name="Google Shape;4064;p61">
            <a:extLst>
              <a:ext uri="{FF2B5EF4-FFF2-40B4-BE49-F238E27FC236}">
                <a16:creationId xmlns:a16="http://schemas.microsoft.com/office/drawing/2014/main" id="{8C5E5B7F-0508-D68F-6AE3-3F94FA0550EC}"/>
              </a:ext>
            </a:extLst>
          </p:cNvPr>
          <p:cNvSpPr txBox="1"/>
          <p:nvPr/>
        </p:nvSpPr>
        <p:spPr>
          <a:xfrm>
            <a:off x="7166090" y="3156575"/>
            <a:ext cx="1545504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Sistema escalable para futuras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 integraciones</a:t>
            </a:r>
          </a:p>
        </p:txBody>
      </p:sp>
      <p:grpSp>
        <p:nvGrpSpPr>
          <p:cNvPr id="31" name="Google Shape;4792;p71">
            <a:extLst>
              <a:ext uri="{FF2B5EF4-FFF2-40B4-BE49-F238E27FC236}">
                <a16:creationId xmlns:a16="http://schemas.microsoft.com/office/drawing/2014/main" id="{A77BAE0C-2364-D8FF-1151-4B3DE277E731}"/>
              </a:ext>
            </a:extLst>
          </p:cNvPr>
          <p:cNvGrpSpPr/>
          <p:nvPr/>
        </p:nvGrpSpPr>
        <p:grpSpPr>
          <a:xfrm>
            <a:off x="3742422" y="3309958"/>
            <a:ext cx="510384" cy="522517"/>
            <a:chOff x="3338019" y="2735942"/>
            <a:chExt cx="416490" cy="417348"/>
          </a:xfrm>
        </p:grpSpPr>
        <p:sp>
          <p:nvSpPr>
            <p:cNvPr id="32" name="Google Shape;4793;p71">
              <a:extLst>
                <a:ext uri="{FF2B5EF4-FFF2-40B4-BE49-F238E27FC236}">
                  <a16:creationId xmlns:a16="http://schemas.microsoft.com/office/drawing/2014/main" id="{9E53E8F3-84FE-4646-14E8-8CE35D9FFF8F}"/>
                </a:ext>
              </a:extLst>
            </p:cNvPr>
            <p:cNvSpPr/>
            <p:nvPr/>
          </p:nvSpPr>
          <p:spPr>
            <a:xfrm>
              <a:off x="3516873" y="2915654"/>
              <a:ext cx="58794" cy="57935"/>
            </a:xfrm>
            <a:custGeom>
              <a:avLst/>
              <a:gdLst/>
              <a:ahLst/>
              <a:cxnLst/>
              <a:rect l="l" t="t" r="r" b="b"/>
              <a:pathLst>
                <a:path w="1644" h="1620" extrusionOk="0">
                  <a:moveTo>
                    <a:pt x="1" y="0"/>
                  </a:moveTo>
                  <a:lnTo>
                    <a:pt x="1" y="1619"/>
                  </a:lnTo>
                  <a:lnTo>
                    <a:pt x="1644" y="161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794;p71">
              <a:extLst>
                <a:ext uri="{FF2B5EF4-FFF2-40B4-BE49-F238E27FC236}">
                  <a16:creationId xmlns:a16="http://schemas.microsoft.com/office/drawing/2014/main" id="{94310CAE-D4A4-D476-D983-51C80EFFD586}"/>
                </a:ext>
              </a:extLst>
            </p:cNvPr>
            <p:cNvSpPr/>
            <p:nvPr/>
          </p:nvSpPr>
          <p:spPr>
            <a:xfrm>
              <a:off x="3338019" y="2735942"/>
              <a:ext cx="416490" cy="417348"/>
            </a:xfrm>
            <a:custGeom>
              <a:avLst/>
              <a:gdLst/>
              <a:ahLst/>
              <a:cxnLst/>
              <a:rect l="l" t="t" r="r" b="b"/>
              <a:pathLst>
                <a:path w="11646" h="11670" extrusionOk="0">
                  <a:moveTo>
                    <a:pt x="7026" y="4334"/>
                  </a:moveTo>
                  <a:cubicBezTo>
                    <a:pt x="7193" y="4334"/>
                    <a:pt x="7312" y="4477"/>
                    <a:pt x="7312" y="4620"/>
                  </a:cubicBezTo>
                  <a:lnTo>
                    <a:pt x="7312" y="7049"/>
                  </a:lnTo>
                  <a:cubicBezTo>
                    <a:pt x="7312" y="7192"/>
                    <a:pt x="7193" y="7335"/>
                    <a:pt x="7026" y="7335"/>
                  </a:cubicBezTo>
                  <a:lnTo>
                    <a:pt x="4621" y="7335"/>
                  </a:lnTo>
                  <a:cubicBezTo>
                    <a:pt x="4454" y="7335"/>
                    <a:pt x="4311" y="7192"/>
                    <a:pt x="4311" y="7049"/>
                  </a:cubicBezTo>
                  <a:lnTo>
                    <a:pt x="4311" y="4620"/>
                  </a:lnTo>
                  <a:cubicBezTo>
                    <a:pt x="4311" y="4477"/>
                    <a:pt x="4454" y="4334"/>
                    <a:pt x="4621" y="4334"/>
                  </a:cubicBezTo>
                  <a:close/>
                  <a:moveTo>
                    <a:pt x="2739" y="0"/>
                  </a:moveTo>
                  <a:cubicBezTo>
                    <a:pt x="2168" y="0"/>
                    <a:pt x="1715" y="477"/>
                    <a:pt x="1715" y="1024"/>
                  </a:cubicBezTo>
                  <a:cubicBezTo>
                    <a:pt x="1715" y="1596"/>
                    <a:pt x="2168" y="2048"/>
                    <a:pt x="2739" y="2048"/>
                  </a:cubicBezTo>
                  <a:cubicBezTo>
                    <a:pt x="3192" y="2048"/>
                    <a:pt x="3573" y="1763"/>
                    <a:pt x="3716" y="1382"/>
                  </a:cubicBezTo>
                  <a:lnTo>
                    <a:pt x="4787" y="1382"/>
                  </a:lnTo>
                  <a:lnTo>
                    <a:pt x="4787" y="2739"/>
                  </a:lnTo>
                  <a:lnTo>
                    <a:pt x="3073" y="2739"/>
                  </a:lnTo>
                  <a:cubicBezTo>
                    <a:pt x="2882" y="2739"/>
                    <a:pt x="2715" y="2906"/>
                    <a:pt x="2715" y="3072"/>
                  </a:cubicBezTo>
                  <a:lnTo>
                    <a:pt x="2715" y="4120"/>
                  </a:lnTo>
                  <a:lnTo>
                    <a:pt x="1977" y="4120"/>
                  </a:lnTo>
                  <a:cubicBezTo>
                    <a:pt x="1834" y="3739"/>
                    <a:pt x="1453" y="3453"/>
                    <a:pt x="1025" y="3453"/>
                  </a:cubicBezTo>
                  <a:cubicBezTo>
                    <a:pt x="453" y="3453"/>
                    <a:pt x="1" y="3906"/>
                    <a:pt x="1" y="4477"/>
                  </a:cubicBezTo>
                  <a:cubicBezTo>
                    <a:pt x="1" y="5025"/>
                    <a:pt x="453" y="5501"/>
                    <a:pt x="1025" y="5501"/>
                  </a:cubicBezTo>
                  <a:cubicBezTo>
                    <a:pt x="1453" y="5501"/>
                    <a:pt x="1834" y="5216"/>
                    <a:pt x="1977" y="4811"/>
                  </a:cubicBezTo>
                  <a:lnTo>
                    <a:pt x="2715" y="4811"/>
                  </a:lnTo>
                  <a:lnTo>
                    <a:pt x="2715" y="6859"/>
                  </a:lnTo>
                  <a:lnTo>
                    <a:pt x="1977" y="6859"/>
                  </a:lnTo>
                  <a:cubicBezTo>
                    <a:pt x="1834" y="6454"/>
                    <a:pt x="1453" y="6168"/>
                    <a:pt x="1025" y="6168"/>
                  </a:cubicBezTo>
                  <a:cubicBezTo>
                    <a:pt x="453" y="6168"/>
                    <a:pt x="1" y="6644"/>
                    <a:pt x="1" y="7192"/>
                  </a:cubicBezTo>
                  <a:cubicBezTo>
                    <a:pt x="1" y="7764"/>
                    <a:pt x="453" y="8216"/>
                    <a:pt x="1025" y="8216"/>
                  </a:cubicBezTo>
                  <a:cubicBezTo>
                    <a:pt x="1453" y="8216"/>
                    <a:pt x="1834" y="7930"/>
                    <a:pt x="1977" y="7549"/>
                  </a:cubicBezTo>
                  <a:lnTo>
                    <a:pt x="2715" y="7549"/>
                  </a:lnTo>
                  <a:lnTo>
                    <a:pt x="2715" y="8597"/>
                  </a:lnTo>
                  <a:cubicBezTo>
                    <a:pt x="2715" y="8764"/>
                    <a:pt x="2882" y="8931"/>
                    <a:pt x="3073" y="8931"/>
                  </a:cubicBezTo>
                  <a:lnTo>
                    <a:pt x="4787" y="8931"/>
                  </a:lnTo>
                  <a:lnTo>
                    <a:pt x="4787" y="10288"/>
                  </a:lnTo>
                  <a:lnTo>
                    <a:pt x="3716" y="10288"/>
                  </a:lnTo>
                  <a:cubicBezTo>
                    <a:pt x="3573" y="9907"/>
                    <a:pt x="3192" y="9621"/>
                    <a:pt x="2739" y="9621"/>
                  </a:cubicBezTo>
                  <a:cubicBezTo>
                    <a:pt x="2168" y="9621"/>
                    <a:pt x="1715" y="10074"/>
                    <a:pt x="1715" y="10645"/>
                  </a:cubicBezTo>
                  <a:cubicBezTo>
                    <a:pt x="1715" y="11193"/>
                    <a:pt x="2168" y="11669"/>
                    <a:pt x="2739" y="11669"/>
                  </a:cubicBezTo>
                  <a:cubicBezTo>
                    <a:pt x="3192" y="11669"/>
                    <a:pt x="3573" y="11384"/>
                    <a:pt x="3716" y="10979"/>
                  </a:cubicBezTo>
                  <a:lnTo>
                    <a:pt x="5145" y="10979"/>
                  </a:lnTo>
                  <a:cubicBezTo>
                    <a:pt x="5335" y="10979"/>
                    <a:pt x="5478" y="10812"/>
                    <a:pt x="5478" y="10645"/>
                  </a:cubicBezTo>
                  <a:lnTo>
                    <a:pt x="5478" y="8931"/>
                  </a:lnTo>
                  <a:lnTo>
                    <a:pt x="6169" y="8931"/>
                  </a:lnTo>
                  <a:lnTo>
                    <a:pt x="6169" y="10645"/>
                  </a:lnTo>
                  <a:cubicBezTo>
                    <a:pt x="6169" y="10812"/>
                    <a:pt x="6311" y="10979"/>
                    <a:pt x="6502" y="10979"/>
                  </a:cubicBezTo>
                  <a:lnTo>
                    <a:pt x="7931" y="10979"/>
                  </a:lnTo>
                  <a:cubicBezTo>
                    <a:pt x="8074" y="11384"/>
                    <a:pt x="8455" y="11669"/>
                    <a:pt x="8883" y="11669"/>
                  </a:cubicBezTo>
                  <a:cubicBezTo>
                    <a:pt x="9455" y="11669"/>
                    <a:pt x="9907" y="11193"/>
                    <a:pt x="9907" y="10645"/>
                  </a:cubicBezTo>
                  <a:cubicBezTo>
                    <a:pt x="9907" y="10074"/>
                    <a:pt x="9455" y="9621"/>
                    <a:pt x="8883" y="9621"/>
                  </a:cubicBezTo>
                  <a:cubicBezTo>
                    <a:pt x="8455" y="9621"/>
                    <a:pt x="8074" y="9907"/>
                    <a:pt x="7931" y="10288"/>
                  </a:cubicBezTo>
                  <a:lnTo>
                    <a:pt x="6835" y="10288"/>
                  </a:lnTo>
                  <a:lnTo>
                    <a:pt x="6835" y="8931"/>
                  </a:lnTo>
                  <a:lnTo>
                    <a:pt x="8574" y="8931"/>
                  </a:lnTo>
                  <a:cubicBezTo>
                    <a:pt x="8764" y="8931"/>
                    <a:pt x="8907" y="8764"/>
                    <a:pt x="8907" y="8597"/>
                  </a:cubicBezTo>
                  <a:lnTo>
                    <a:pt x="8907" y="7549"/>
                  </a:lnTo>
                  <a:lnTo>
                    <a:pt x="9646" y="7549"/>
                  </a:lnTo>
                  <a:cubicBezTo>
                    <a:pt x="9788" y="7930"/>
                    <a:pt x="10169" y="8216"/>
                    <a:pt x="10622" y="8216"/>
                  </a:cubicBezTo>
                  <a:cubicBezTo>
                    <a:pt x="11170" y="8216"/>
                    <a:pt x="11646" y="7764"/>
                    <a:pt x="11646" y="7192"/>
                  </a:cubicBezTo>
                  <a:cubicBezTo>
                    <a:pt x="11646" y="6644"/>
                    <a:pt x="11170" y="6168"/>
                    <a:pt x="10622" y="6168"/>
                  </a:cubicBezTo>
                  <a:cubicBezTo>
                    <a:pt x="10169" y="6168"/>
                    <a:pt x="9788" y="6454"/>
                    <a:pt x="9646" y="6859"/>
                  </a:cubicBezTo>
                  <a:lnTo>
                    <a:pt x="8907" y="6859"/>
                  </a:lnTo>
                  <a:lnTo>
                    <a:pt x="8907" y="4811"/>
                  </a:lnTo>
                  <a:lnTo>
                    <a:pt x="9646" y="4811"/>
                  </a:lnTo>
                  <a:cubicBezTo>
                    <a:pt x="9788" y="5216"/>
                    <a:pt x="10169" y="5501"/>
                    <a:pt x="10622" y="5501"/>
                  </a:cubicBezTo>
                  <a:cubicBezTo>
                    <a:pt x="11170" y="5501"/>
                    <a:pt x="11646" y="5025"/>
                    <a:pt x="11646" y="4477"/>
                  </a:cubicBezTo>
                  <a:cubicBezTo>
                    <a:pt x="11646" y="3906"/>
                    <a:pt x="11170" y="3453"/>
                    <a:pt x="10622" y="3453"/>
                  </a:cubicBezTo>
                  <a:cubicBezTo>
                    <a:pt x="10169" y="3453"/>
                    <a:pt x="9788" y="3739"/>
                    <a:pt x="9646" y="4120"/>
                  </a:cubicBezTo>
                  <a:lnTo>
                    <a:pt x="8907" y="4120"/>
                  </a:lnTo>
                  <a:lnTo>
                    <a:pt x="8907" y="3072"/>
                  </a:lnTo>
                  <a:cubicBezTo>
                    <a:pt x="8907" y="2906"/>
                    <a:pt x="8764" y="2739"/>
                    <a:pt x="8574" y="2739"/>
                  </a:cubicBezTo>
                  <a:lnTo>
                    <a:pt x="6835" y="2739"/>
                  </a:lnTo>
                  <a:lnTo>
                    <a:pt x="6835" y="1382"/>
                  </a:lnTo>
                  <a:lnTo>
                    <a:pt x="7931" y="1382"/>
                  </a:lnTo>
                  <a:cubicBezTo>
                    <a:pt x="8074" y="1763"/>
                    <a:pt x="8455" y="2048"/>
                    <a:pt x="8883" y="2048"/>
                  </a:cubicBezTo>
                  <a:cubicBezTo>
                    <a:pt x="9455" y="2048"/>
                    <a:pt x="9907" y="1596"/>
                    <a:pt x="9907" y="1024"/>
                  </a:cubicBezTo>
                  <a:cubicBezTo>
                    <a:pt x="9907" y="477"/>
                    <a:pt x="9455" y="0"/>
                    <a:pt x="8883" y="0"/>
                  </a:cubicBezTo>
                  <a:cubicBezTo>
                    <a:pt x="8455" y="0"/>
                    <a:pt x="8074" y="286"/>
                    <a:pt x="7931" y="691"/>
                  </a:cubicBezTo>
                  <a:lnTo>
                    <a:pt x="6502" y="691"/>
                  </a:lnTo>
                  <a:cubicBezTo>
                    <a:pt x="6311" y="691"/>
                    <a:pt x="6169" y="858"/>
                    <a:pt x="6169" y="1024"/>
                  </a:cubicBezTo>
                  <a:lnTo>
                    <a:pt x="6169" y="2739"/>
                  </a:lnTo>
                  <a:lnTo>
                    <a:pt x="5478" y="2739"/>
                  </a:lnTo>
                  <a:lnTo>
                    <a:pt x="5478" y="1024"/>
                  </a:lnTo>
                  <a:cubicBezTo>
                    <a:pt x="5478" y="858"/>
                    <a:pt x="5335" y="691"/>
                    <a:pt x="5145" y="691"/>
                  </a:cubicBezTo>
                  <a:lnTo>
                    <a:pt x="3716" y="691"/>
                  </a:lnTo>
                  <a:cubicBezTo>
                    <a:pt x="3573" y="286"/>
                    <a:pt x="3192" y="0"/>
                    <a:pt x="27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4707;p71">
            <a:extLst>
              <a:ext uri="{FF2B5EF4-FFF2-40B4-BE49-F238E27FC236}">
                <a16:creationId xmlns:a16="http://schemas.microsoft.com/office/drawing/2014/main" id="{56DAE76A-B253-E132-7451-A2ABDDBA4718}"/>
              </a:ext>
            </a:extLst>
          </p:cNvPr>
          <p:cNvSpPr/>
          <p:nvPr/>
        </p:nvSpPr>
        <p:spPr>
          <a:xfrm>
            <a:off x="5698349" y="1820351"/>
            <a:ext cx="515927" cy="489862"/>
          </a:xfrm>
          <a:custGeom>
            <a:avLst/>
            <a:gdLst/>
            <a:ahLst/>
            <a:cxnLst/>
            <a:rect l="l" t="t" r="r" b="b"/>
            <a:pathLst>
              <a:path w="11670" h="10622" extrusionOk="0">
                <a:moveTo>
                  <a:pt x="4049" y="1786"/>
                </a:moveTo>
                <a:cubicBezTo>
                  <a:pt x="4240" y="1786"/>
                  <a:pt x="4383" y="1929"/>
                  <a:pt x="4383" y="2120"/>
                </a:cubicBezTo>
                <a:cubicBezTo>
                  <a:pt x="4383" y="2310"/>
                  <a:pt x="4240" y="2453"/>
                  <a:pt x="4049" y="2453"/>
                </a:cubicBezTo>
                <a:cubicBezTo>
                  <a:pt x="3859" y="2453"/>
                  <a:pt x="3716" y="2310"/>
                  <a:pt x="3716" y="2120"/>
                </a:cubicBezTo>
                <a:cubicBezTo>
                  <a:pt x="3716" y="1929"/>
                  <a:pt x="3859" y="1786"/>
                  <a:pt x="4049" y="1786"/>
                </a:cubicBezTo>
                <a:close/>
                <a:moveTo>
                  <a:pt x="5835" y="1786"/>
                </a:moveTo>
                <a:cubicBezTo>
                  <a:pt x="6026" y="1786"/>
                  <a:pt x="6169" y="1929"/>
                  <a:pt x="6169" y="2120"/>
                </a:cubicBezTo>
                <a:cubicBezTo>
                  <a:pt x="6169" y="2310"/>
                  <a:pt x="6026" y="2453"/>
                  <a:pt x="5835" y="2453"/>
                </a:cubicBezTo>
                <a:cubicBezTo>
                  <a:pt x="5645" y="2453"/>
                  <a:pt x="5478" y="2310"/>
                  <a:pt x="5478" y="2120"/>
                </a:cubicBezTo>
                <a:cubicBezTo>
                  <a:pt x="5478" y="1929"/>
                  <a:pt x="5645" y="1786"/>
                  <a:pt x="5835" y="1786"/>
                </a:cubicBezTo>
                <a:close/>
                <a:moveTo>
                  <a:pt x="7621" y="1786"/>
                </a:moveTo>
                <a:cubicBezTo>
                  <a:pt x="7812" y="1786"/>
                  <a:pt x="7955" y="1929"/>
                  <a:pt x="7955" y="2120"/>
                </a:cubicBezTo>
                <a:cubicBezTo>
                  <a:pt x="7955" y="2310"/>
                  <a:pt x="7788" y="2453"/>
                  <a:pt x="7621" y="2453"/>
                </a:cubicBezTo>
                <a:cubicBezTo>
                  <a:pt x="7431" y="2453"/>
                  <a:pt x="7264" y="2310"/>
                  <a:pt x="7264" y="2120"/>
                </a:cubicBezTo>
                <a:cubicBezTo>
                  <a:pt x="7264" y="1929"/>
                  <a:pt x="7431" y="1786"/>
                  <a:pt x="7621" y="1786"/>
                </a:cubicBezTo>
                <a:close/>
                <a:moveTo>
                  <a:pt x="1596" y="8692"/>
                </a:moveTo>
                <a:cubicBezTo>
                  <a:pt x="1787" y="8692"/>
                  <a:pt x="1954" y="8835"/>
                  <a:pt x="1954" y="9026"/>
                </a:cubicBezTo>
                <a:cubicBezTo>
                  <a:pt x="1954" y="9216"/>
                  <a:pt x="1787" y="9359"/>
                  <a:pt x="1596" y="9359"/>
                </a:cubicBezTo>
                <a:cubicBezTo>
                  <a:pt x="1430" y="9359"/>
                  <a:pt x="1263" y="9216"/>
                  <a:pt x="1263" y="9026"/>
                </a:cubicBezTo>
                <a:cubicBezTo>
                  <a:pt x="1263" y="8835"/>
                  <a:pt x="1430" y="8692"/>
                  <a:pt x="1596" y="8692"/>
                </a:cubicBezTo>
                <a:close/>
                <a:moveTo>
                  <a:pt x="5835" y="8692"/>
                </a:moveTo>
                <a:cubicBezTo>
                  <a:pt x="6026" y="8692"/>
                  <a:pt x="6169" y="8835"/>
                  <a:pt x="6169" y="9026"/>
                </a:cubicBezTo>
                <a:cubicBezTo>
                  <a:pt x="6169" y="9216"/>
                  <a:pt x="6026" y="9359"/>
                  <a:pt x="5835" y="9359"/>
                </a:cubicBezTo>
                <a:cubicBezTo>
                  <a:pt x="5645" y="9359"/>
                  <a:pt x="5478" y="9216"/>
                  <a:pt x="5478" y="9026"/>
                </a:cubicBezTo>
                <a:cubicBezTo>
                  <a:pt x="5478" y="8835"/>
                  <a:pt x="5645" y="8692"/>
                  <a:pt x="5835" y="8692"/>
                </a:cubicBezTo>
                <a:close/>
                <a:moveTo>
                  <a:pt x="10050" y="8692"/>
                </a:moveTo>
                <a:cubicBezTo>
                  <a:pt x="10241" y="8692"/>
                  <a:pt x="10384" y="8835"/>
                  <a:pt x="10384" y="9026"/>
                </a:cubicBezTo>
                <a:cubicBezTo>
                  <a:pt x="10384" y="9216"/>
                  <a:pt x="10241" y="9359"/>
                  <a:pt x="10050" y="9359"/>
                </a:cubicBezTo>
                <a:cubicBezTo>
                  <a:pt x="9860" y="9359"/>
                  <a:pt x="9717" y="9216"/>
                  <a:pt x="9717" y="9026"/>
                </a:cubicBezTo>
                <a:cubicBezTo>
                  <a:pt x="9717" y="8835"/>
                  <a:pt x="9860" y="8692"/>
                  <a:pt x="10050" y="8692"/>
                </a:cubicBezTo>
                <a:close/>
                <a:moveTo>
                  <a:pt x="2739" y="0"/>
                </a:moveTo>
                <a:cubicBezTo>
                  <a:pt x="2192" y="0"/>
                  <a:pt x="1715" y="453"/>
                  <a:pt x="1715" y="1000"/>
                </a:cubicBezTo>
                <a:lnTo>
                  <a:pt x="1715" y="3215"/>
                </a:lnTo>
                <a:cubicBezTo>
                  <a:pt x="1715" y="3787"/>
                  <a:pt x="2192" y="4239"/>
                  <a:pt x="2739" y="4239"/>
                </a:cubicBezTo>
                <a:lnTo>
                  <a:pt x="5478" y="4239"/>
                </a:lnTo>
                <a:lnTo>
                  <a:pt x="5478" y="5954"/>
                </a:lnTo>
                <a:lnTo>
                  <a:pt x="1596" y="5954"/>
                </a:lnTo>
                <a:cubicBezTo>
                  <a:pt x="1430" y="5954"/>
                  <a:pt x="1263" y="6097"/>
                  <a:pt x="1263" y="6287"/>
                </a:cubicBezTo>
                <a:lnTo>
                  <a:pt x="1263" y="7454"/>
                </a:lnTo>
                <a:cubicBezTo>
                  <a:pt x="548" y="7621"/>
                  <a:pt x="1" y="8264"/>
                  <a:pt x="1" y="9026"/>
                </a:cubicBezTo>
                <a:cubicBezTo>
                  <a:pt x="1" y="9907"/>
                  <a:pt x="739" y="10621"/>
                  <a:pt x="1620" y="10621"/>
                </a:cubicBezTo>
                <a:cubicBezTo>
                  <a:pt x="2501" y="10621"/>
                  <a:pt x="3216" y="9907"/>
                  <a:pt x="3216" y="9026"/>
                </a:cubicBezTo>
                <a:cubicBezTo>
                  <a:pt x="3216" y="8240"/>
                  <a:pt x="2668" y="7597"/>
                  <a:pt x="1954" y="7454"/>
                </a:cubicBezTo>
                <a:lnTo>
                  <a:pt x="1954" y="6644"/>
                </a:lnTo>
                <a:lnTo>
                  <a:pt x="5478" y="6644"/>
                </a:lnTo>
                <a:lnTo>
                  <a:pt x="5478" y="7454"/>
                </a:lnTo>
                <a:cubicBezTo>
                  <a:pt x="4764" y="7621"/>
                  <a:pt x="4216" y="8264"/>
                  <a:pt x="4216" y="9026"/>
                </a:cubicBezTo>
                <a:cubicBezTo>
                  <a:pt x="4216" y="9907"/>
                  <a:pt x="4954" y="10621"/>
                  <a:pt x="5835" y="10621"/>
                </a:cubicBezTo>
                <a:cubicBezTo>
                  <a:pt x="6716" y="10621"/>
                  <a:pt x="7431" y="9907"/>
                  <a:pt x="7431" y="9026"/>
                </a:cubicBezTo>
                <a:cubicBezTo>
                  <a:pt x="7431" y="8264"/>
                  <a:pt x="6883" y="7621"/>
                  <a:pt x="6169" y="7454"/>
                </a:cubicBezTo>
                <a:lnTo>
                  <a:pt x="6169" y="6644"/>
                </a:lnTo>
                <a:lnTo>
                  <a:pt x="9717" y="6644"/>
                </a:lnTo>
                <a:lnTo>
                  <a:pt x="9717" y="7454"/>
                </a:lnTo>
                <a:cubicBezTo>
                  <a:pt x="8979" y="7621"/>
                  <a:pt x="8455" y="8264"/>
                  <a:pt x="8455" y="9026"/>
                </a:cubicBezTo>
                <a:cubicBezTo>
                  <a:pt x="8455" y="9907"/>
                  <a:pt x="9169" y="10621"/>
                  <a:pt x="10050" y="10621"/>
                </a:cubicBezTo>
                <a:cubicBezTo>
                  <a:pt x="10932" y="10621"/>
                  <a:pt x="11646" y="9907"/>
                  <a:pt x="11646" y="9026"/>
                </a:cubicBezTo>
                <a:cubicBezTo>
                  <a:pt x="11670" y="8264"/>
                  <a:pt x="11122" y="7621"/>
                  <a:pt x="10384" y="7454"/>
                </a:cubicBezTo>
                <a:lnTo>
                  <a:pt x="10384" y="6287"/>
                </a:lnTo>
                <a:cubicBezTo>
                  <a:pt x="10384" y="6097"/>
                  <a:pt x="10241" y="5954"/>
                  <a:pt x="10050" y="5954"/>
                </a:cubicBezTo>
                <a:lnTo>
                  <a:pt x="6169" y="5954"/>
                </a:lnTo>
                <a:lnTo>
                  <a:pt x="6169" y="4239"/>
                </a:lnTo>
                <a:lnTo>
                  <a:pt x="8907" y="4239"/>
                </a:lnTo>
                <a:cubicBezTo>
                  <a:pt x="9479" y="4239"/>
                  <a:pt x="9931" y="3787"/>
                  <a:pt x="9931" y="3215"/>
                </a:cubicBezTo>
                <a:lnTo>
                  <a:pt x="9931" y="1000"/>
                </a:lnTo>
                <a:cubicBezTo>
                  <a:pt x="9931" y="453"/>
                  <a:pt x="9479" y="0"/>
                  <a:pt x="8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4691;p71">
            <a:extLst>
              <a:ext uri="{FF2B5EF4-FFF2-40B4-BE49-F238E27FC236}">
                <a16:creationId xmlns:a16="http://schemas.microsoft.com/office/drawing/2014/main" id="{9179DFE1-1297-CD36-D242-D94175DC402B}"/>
              </a:ext>
            </a:extLst>
          </p:cNvPr>
          <p:cNvGrpSpPr/>
          <p:nvPr/>
        </p:nvGrpSpPr>
        <p:grpSpPr>
          <a:xfrm>
            <a:off x="5747638" y="3377388"/>
            <a:ext cx="417348" cy="416492"/>
            <a:chOff x="5439998" y="2736800"/>
            <a:chExt cx="417348" cy="416492"/>
          </a:xfrm>
        </p:grpSpPr>
        <p:sp>
          <p:nvSpPr>
            <p:cNvPr id="36" name="Google Shape;4692;p71">
              <a:extLst>
                <a:ext uri="{FF2B5EF4-FFF2-40B4-BE49-F238E27FC236}">
                  <a16:creationId xmlns:a16="http://schemas.microsoft.com/office/drawing/2014/main" id="{BFE13A11-A06E-2680-C88A-C2C21AD241D0}"/>
                </a:ext>
              </a:extLst>
            </p:cNvPr>
            <p:cNvSpPr/>
            <p:nvPr/>
          </p:nvSpPr>
          <p:spPr>
            <a:xfrm>
              <a:off x="5439998" y="2736800"/>
              <a:ext cx="123524" cy="23854"/>
            </a:xfrm>
            <a:custGeom>
              <a:avLst/>
              <a:gdLst/>
              <a:ahLst/>
              <a:cxnLst/>
              <a:rect l="l" t="t" r="r" b="b"/>
              <a:pathLst>
                <a:path w="3454" h="667" extrusionOk="0">
                  <a:moveTo>
                    <a:pt x="358" y="0"/>
                  </a:moveTo>
                  <a:cubicBezTo>
                    <a:pt x="167" y="0"/>
                    <a:pt x="1" y="143"/>
                    <a:pt x="1" y="333"/>
                  </a:cubicBezTo>
                  <a:lnTo>
                    <a:pt x="1" y="667"/>
                  </a:lnTo>
                  <a:lnTo>
                    <a:pt x="3454" y="667"/>
                  </a:lnTo>
                  <a:cubicBezTo>
                    <a:pt x="3144" y="238"/>
                    <a:pt x="3240" y="381"/>
                    <a:pt x="3049" y="119"/>
                  </a:cubicBezTo>
                  <a:cubicBezTo>
                    <a:pt x="3001" y="48"/>
                    <a:pt x="2882" y="0"/>
                    <a:pt x="27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693;p71">
              <a:extLst>
                <a:ext uri="{FF2B5EF4-FFF2-40B4-BE49-F238E27FC236}">
                  <a16:creationId xmlns:a16="http://schemas.microsoft.com/office/drawing/2014/main" id="{C975D372-91FC-1BAE-B3E5-53E0F280ABE8}"/>
                </a:ext>
              </a:extLst>
            </p:cNvPr>
            <p:cNvSpPr/>
            <p:nvPr/>
          </p:nvSpPr>
          <p:spPr>
            <a:xfrm>
              <a:off x="5628222" y="2955674"/>
              <a:ext cx="123524" cy="24712"/>
            </a:xfrm>
            <a:custGeom>
              <a:avLst/>
              <a:gdLst/>
              <a:ahLst/>
              <a:cxnLst/>
              <a:rect l="l" t="t" r="r" b="b"/>
              <a:pathLst>
                <a:path w="3454" h="691" extrusionOk="0">
                  <a:moveTo>
                    <a:pt x="358" y="0"/>
                  </a:moveTo>
                  <a:cubicBezTo>
                    <a:pt x="168" y="0"/>
                    <a:pt x="1" y="167"/>
                    <a:pt x="1" y="358"/>
                  </a:cubicBezTo>
                  <a:lnTo>
                    <a:pt x="1" y="691"/>
                  </a:lnTo>
                  <a:lnTo>
                    <a:pt x="3454" y="691"/>
                  </a:lnTo>
                  <a:cubicBezTo>
                    <a:pt x="3144" y="262"/>
                    <a:pt x="3240" y="405"/>
                    <a:pt x="3049" y="143"/>
                  </a:cubicBezTo>
                  <a:cubicBezTo>
                    <a:pt x="2978" y="72"/>
                    <a:pt x="2882" y="0"/>
                    <a:pt x="27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694;p71">
              <a:extLst>
                <a:ext uri="{FF2B5EF4-FFF2-40B4-BE49-F238E27FC236}">
                  <a16:creationId xmlns:a16="http://schemas.microsoft.com/office/drawing/2014/main" id="{4CD860C6-D63C-38AD-C687-1E781A450812}"/>
                </a:ext>
              </a:extLst>
            </p:cNvPr>
            <p:cNvSpPr/>
            <p:nvPr/>
          </p:nvSpPr>
          <p:spPr>
            <a:xfrm>
              <a:off x="5439998" y="2785331"/>
              <a:ext cx="417348" cy="367960"/>
            </a:xfrm>
            <a:custGeom>
              <a:avLst/>
              <a:gdLst/>
              <a:ahLst/>
              <a:cxnLst/>
              <a:rect l="l" t="t" r="r" b="b"/>
              <a:pathLst>
                <a:path w="11670" h="10289" extrusionOk="0">
                  <a:moveTo>
                    <a:pt x="2525" y="1715"/>
                  </a:moveTo>
                  <a:cubicBezTo>
                    <a:pt x="2716" y="1715"/>
                    <a:pt x="2859" y="1882"/>
                    <a:pt x="2859" y="2072"/>
                  </a:cubicBezTo>
                  <a:cubicBezTo>
                    <a:pt x="2859" y="2263"/>
                    <a:pt x="2716" y="2406"/>
                    <a:pt x="2525" y="2406"/>
                  </a:cubicBezTo>
                  <a:cubicBezTo>
                    <a:pt x="2335" y="2406"/>
                    <a:pt x="2192" y="2263"/>
                    <a:pt x="2192" y="2072"/>
                  </a:cubicBezTo>
                  <a:cubicBezTo>
                    <a:pt x="2192" y="1882"/>
                    <a:pt x="2335" y="1715"/>
                    <a:pt x="2525" y="1715"/>
                  </a:cubicBezTo>
                  <a:close/>
                  <a:moveTo>
                    <a:pt x="3883" y="1715"/>
                  </a:moveTo>
                  <a:cubicBezTo>
                    <a:pt x="4073" y="1715"/>
                    <a:pt x="4240" y="1882"/>
                    <a:pt x="4240" y="2072"/>
                  </a:cubicBezTo>
                  <a:cubicBezTo>
                    <a:pt x="4240" y="2263"/>
                    <a:pt x="4073" y="2406"/>
                    <a:pt x="3883" y="2406"/>
                  </a:cubicBezTo>
                  <a:cubicBezTo>
                    <a:pt x="3692" y="2406"/>
                    <a:pt x="3549" y="2263"/>
                    <a:pt x="3549" y="2072"/>
                  </a:cubicBezTo>
                  <a:cubicBezTo>
                    <a:pt x="3549" y="1882"/>
                    <a:pt x="3692" y="1715"/>
                    <a:pt x="3883" y="1715"/>
                  </a:cubicBezTo>
                  <a:close/>
                  <a:moveTo>
                    <a:pt x="10170" y="2406"/>
                  </a:moveTo>
                  <a:lnTo>
                    <a:pt x="10170" y="6145"/>
                  </a:lnTo>
                  <a:lnTo>
                    <a:pt x="5264" y="6145"/>
                  </a:lnTo>
                  <a:lnTo>
                    <a:pt x="5264" y="7859"/>
                  </a:lnTo>
                  <a:lnTo>
                    <a:pt x="2859" y="7859"/>
                  </a:lnTo>
                  <a:lnTo>
                    <a:pt x="2859" y="4144"/>
                  </a:lnTo>
                  <a:lnTo>
                    <a:pt x="6050" y="4144"/>
                  </a:lnTo>
                  <a:cubicBezTo>
                    <a:pt x="6240" y="4144"/>
                    <a:pt x="6407" y="3978"/>
                    <a:pt x="6407" y="3787"/>
                  </a:cubicBezTo>
                  <a:lnTo>
                    <a:pt x="6407" y="2406"/>
                  </a:lnTo>
                  <a:close/>
                  <a:moveTo>
                    <a:pt x="7788" y="7859"/>
                  </a:moveTo>
                  <a:cubicBezTo>
                    <a:pt x="7979" y="7859"/>
                    <a:pt x="8122" y="8026"/>
                    <a:pt x="8122" y="8216"/>
                  </a:cubicBezTo>
                  <a:cubicBezTo>
                    <a:pt x="8122" y="8407"/>
                    <a:pt x="7979" y="8550"/>
                    <a:pt x="7788" y="8550"/>
                  </a:cubicBezTo>
                  <a:cubicBezTo>
                    <a:pt x="7598" y="8550"/>
                    <a:pt x="7431" y="8407"/>
                    <a:pt x="7431" y="8216"/>
                  </a:cubicBezTo>
                  <a:cubicBezTo>
                    <a:pt x="7431" y="8026"/>
                    <a:pt x="7598" y="7859"/>
                    <a:pt x="7788" y="7859"/>
                  </a:cubicBezTo>
                  <a:close/>
                  <a:moveTo>
                    <a:pt x="9146" y="7859"/>
                  </a:moveTo>
                  <a:cubicBezTo>
                    <a:pt x="9336" y="7859"/>
                    <a:pt x="9479" y="8026"/>
                    <a:pt x="9479" y="8216"/>
                  </a:cubicBezTo>
                  <a:cubicBezTo>
                    <a:pt x="9479" y="8407"/>
                    <a:pt x="9336" y="8550"/>
                    <a:pt x="9146" y="8550"/>
                  </a:cubicBezTo>
                  <a:cubicBezTo>
                    <a:pt x="8955" y="8550"/>
                    <a:pt x="8812" y="8407"/>
                    <a:pt x="8812" y="8216"/>
                  </a:cubicBezTo>
                  <a:cubicBezTo>
                    <a:pt x="8812" y="8026"/>
                    <a:pt x="8955" y="7859"/>
                    <a:pt x="9146" y="7859"/>
                  </a:cubicBezTo>
                  <a:close/>
                  <a:moveTo>
                    <a:pt x="1" y="1"/>
                  </a:moveTo>
                  <a:lnTo>
                    <a:pt x="1" y="334"/>
                  </a:lnTo>
                  <a:lnTo>
                    <a:pt x="1" y="3787"/>
                  </a:lnTo>
                  <a:cubicBezTo>
                    <a:pt x="1" y="3978"/>
                    <a:pt x="167" y="4144"/>
                    <a:pt x="358" y="4144"/>
                  </a:cubicBezTo>
                  <a:lnTo>
                    <a:pt x="2192" y="4144"/>
                  </a:lnTo>
                  <a:lnTo>
                    <a:pt x="2192" y="8216"/>
                  </a:lnTo>
                  <a:cubicBezTo>
                    <a:pt x="2192" y="8383"/>
                    <a:pt x="2335" y="8550"/>
                    <a:pt x="2525" y="8550"/>
                  </a:cubicBezTo>
                  <a:lnTo>
                    <a:pt x="5264" y="8550"/>
                  </a:lnTo>
                  <a:lnTo>
                    <a:pt x="5264" y="9931"/>
                  </a:lnTo>
                  <a:cubicBezTo>
                    <a:pt x="5264" y="10122"/>
                    <a:pt x="5431" y="10288"/>
                    <a:pt x="5621" y="10288"/>
                  </a:cubicBezTo>
                  <a:lnTo>
                    <a:pt x="11313" y="10288"/>
                  </a:lnTo>
                  <a:cubicBezTo>
                    <a:pt x="11503" y="10288"/>
                    <a:pt x="11670" y="10122"/>
                    <a:pt x="11670" y="9931"/>
                  </a:cubicBezTo>
                  <a:lnTo>
                    <a:pt x="11670" y="6478"/>
                  </a:lnTo>
                  <a:cubicBezTo>
                    <a:pt x="11670" y="6288"/>
                    <a:pt x="11503" y="6145"/>
                    <a:pt x="11313" y="6145"/>
                  </a:cubicBezTo>
                  <a:lnTo>
                    <a:pt x="10836" y="6145"/>
                  </a:lnTo>
                  <a:lnTo>
                    <a:pt x="10836" y="2072"/>
                  </a:lnTo>
                  <a:cubicBezTo>
                    <a:pt x="10836" y="1882"/>
                    <a:pt x="10694" y="1715"/>
                    <a:pt x="10503" y="1715"/>
                  </a:cubicBezTo>
                  <a:lnTo>
                    <a:pt x="6407" y="1715"/>
                  </a:lnTo>
                  <a:lnTo>
                    <a:pt x="6407" y="334"/>
                  </a:lnTo>
                  <a:cubicBezTo>
                    <a:pt x="6407" y="143"/>
                    <a:pt x="6240" y="1"/>
                    <a:pt x="60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4695;p71">
            <a:extLst>
              <a:ext uri="{FF2B5EF4-FFF2-40B4-BE49-F238E27FC236}">
                <a16:creationId xmlns:a16="http://schemas.microsoft.com/office/drawing/2014/main" id="{A2B6BA4F-017A-AB95-A797-137F9F5B8CE5}"/>
              </a:ext>
            </a:extLst>
          </p:cNvPr>
          <p:cNvGrpSpPr/>
          <p:nvPr/>
        </p:nvGrpSpPr>
        <p:grpSpPr>
          <a:xfrm>
            <a:off x="7572625" y="2274610"/>
            <a:ext cx="732433" cy="727589"/>
            <a:chOff x="4730552" y="2735942"/>
            <a:chExt cx="398609" cy="417348"/>
          </a:xfrm>
        </p:grpSpPr>
        <p:sp>
          <p:nvSpPr>
            <p:cNvPr id="40" name="Google Shape;4696;p71">
              <a:extLst>
                <a:ext uri="{FF2B5EF4-FFF2-40B4-BE49-F238E27FC236}">
                  <a16:creationId xmlns:a16="http://schemas.microsoft.com/office/drawing/2014/main" id="{EDF11D37-FE9B-8CBF-E488-588618E8BB26}"/>
                </a:ext>
              </a:extLst>
            </p:cNvPr>
            <p:cNvSpPr/>
            <p:nvPr/>
          </p:nvSpPr>
          <p:spPr>
            <a:xfrm>
              <a:off x="4893206" y="2907965"/>
              <a:ext cx="73277" cy="73277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1"/>
                  </a:moveTo>
                  <a:cubicBezTo>
                    <a:pt x="477" y="1"/>
                    <a:pt x="1" y="453"/>
                    <a:pt x="1" y="1025"/>
                  </a:cubicBezTo>
                  <a:cubicBezTo>
                    <a:pt x="1" y="1596"/>
                    <a:pt x="477" y="2049"/>
                    <a:pt x="1025" y="2049"/>
                  </a:cubicBezTo>
                  <a:cubicBezTo>
                    <a:pt x="1596" y="2049"/>
                    <a:pt x="2049" y="1596"/>
                    <a:pt x="2049" y="1025"/>
                  </a:cubicBezTo>
                  <a:cubicBezTo>
                    <a:pt x="2049" y="453"/>
                    <a:pt x="1596" y="1"/>
                    <a:pt x="10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697;p71">
              <a:extLst>
                <a:ext uri="{FF2B5EF4-FFF2-40B4-BE49-F238E27FC236}">
                  <a16:creationId xmlns:a16="http://schemas.microsoft.com/office/drawing/2014/main" id="{4E59047C-CD9E-33C9-D7DE-45430977469E}"/>
                </a:ext>
              </a:extLst>
            </p:cNvPr>
            <p:cNvSpPr/>
            <p:nvPr/>
          </p:nvSpPr>
          <p:spPr>
            <a:xfrm>
              <a:off x="4730552" y="2735942"/>
              <a:ext cx="398609" cy="417348"/>
            </a:xfrm>
            <a:custGeom>
              <a:avLst/>
              <a:gdLst/>
              <a:ahLst/>
              <a:cxnLst/>
              <a:rect l="l" t="t" r="r" b="b"/>
              <a:pathLst>
                <a:path w="11146" h="11670" extrusionOk="0">
                  <a:moveTo>
                    <a:pt x="5573" y="691"/>
                  </a:moveTo>
                  <a:cubicBezTo>
                    <a:pt x="6264" y="691"/>
                    <a:pt x="6787" y="1643"/>
                    <a:pt x="7026" y="2286"/>
                  </a:cubicBezTo>
                  <a:cubicBezTo>
                    <a:pt x="6573" y="2406"/>
                    <a:pt x="6073" y="2572"/>
                    <a:pt x="5573" y="2787"/>
                  </a:cubicBezTo>
                  <a:cubicBezTo>
                    <a:pt x="5097" y="2572"/>
                    <a:pt x="4597" y="2406"/>
                    <a:pt x="4120" y="2286"/>
                  </a:cubicBezTo>
                  <a:cubicBezTo>
                    <a:pt x="4382" y="1643"/>
                    <a:pt x="4882" y="691"/>
                    <a:pt x="5573" y="691"/>
                  </a:cubicBezTo>
                  <a:close/>
                  <a:moveTo>
                    <a:pt x="3906" y="2929"/>
                  </a:moveTo>
                  <a:cubicBezTo>
                    <a:pt x="4168" y="3001"/>
                    <a:pt x="4454" y="3096"/>
                    <a:pt x="4739" y="3191"/>
                  </a:cubicBezTo>
                  <a:cubicBezTo>
                    <a:pt x="4382" y="3358"/>
                    <a:pt x="4049" y="3572"/>
                    <a:pt x="3715" y="3787"/>
                  </a:cubicBezTo>
                  <a:cubicBezTo>
                    <a:pt x="3763" y="3477"/>
                    <a:pt x="3834" y="3191"/>
                    <a:pt x="3906" y="2929"/>
                  </a:cubicBezTo>
                  <a:close/>
                  <a:moveTo>
                    <a:pt x="7264" y="2929"/>
                  </a:moveTo>
                  <a:cubicBezTo>
                    <a:pt x="7335" y="3191"/>
                    <a:pt x="7383" y="3477"/>
                    <a:pt x="7454" y="3787"/>
                  </a:cubicBezTo>
                  <a:cubicBezTo>
                    <a:pt x="7121" y="3572"/>
                    <a:pt x="6764" y="3358"/>
                    <a:pt x="6430" y="3191"/>
                  </a:cubicBezTo>
                  <a:cubicBezTo>
                    <a:pt x="6716" y="3096"/>
                    <a:pt x="6978" y="3001"/>
                    <a:pt x="7264" y="2929"/>
                  </a:cubicBezTo>
                  <a:close/>
                  <a:moveTo>
                    <a:pt x="2474" y="2742"/>
                  </a:moveTo>
                  <a:cubicBezTo>
                    <a:pt x="2744" y="2742"/>
                    <a:pt x="3012" y="2771"/>
                    <a:pt x="3239" y="2810"/>
                  </a:cubicBezTo>
                  <a:cubicBezTo>
                    <a:pt x="3096" y="3263"/>
                    <a:pt x="3001" y="3787"/>
                    <a:pt x="2930" y="4311"/>
                  </a:cubicBezTo>
                  <a:cubicBezTo>
                    <a:pt x="2501" y="4644"/>
                    <a:pt x="2120" y="4977"/>
                    <a:pt x="1786" y="5311"/>
                  </a:cubicBezTo>
                  <a:cubicBezTo>
                    <a:pt x="1358" y="4787"/>
                    <a:pt x="786" y="3858"/>
                    <a:pt x="1120" y="3263"/>
                  </a:cubicBezTo>
                  <a:cubicBezTo>
                    <a:pt x="1360" y="2863"/>
                    <a:pt x="1922" y="2742"/>
                    <a:pt x="2474" y="2742"/>
                  </a:cubicBezTo>
                  <a:close/>
                  <a:moveTo>
                    <a:pt x="8684" y="2742"/>
                  </a:moveTo>
                  <a:cubicBezTo>
                    <a:pt x="9235" y="2742"/>
                    <a:pt x="9802" y="2863"/>
                    <a:pt x="10026" y="3263"/>
                  </a:cubicBezTo>
                  <a:cubicBezTo>
                    <a:pt x="10383" y="3858"/>
                    <a:pt x="9812" y="4787"/>
                    <a:pt x="9383" y="5311"/>
                  </a:cubicBezTo>
                  <a:cubicBezTo>
                    <a:pt x="9026" y="4977"/>
                    <a:pt x="8645" y="4644"/>
                    <a:pt x="8216" y="4311"/>
                  </a:cubicBezTo>
                  <a:cubicBezTo>
                    <a:pt x="8145" y="3787"/>
                    <a:pt x="8050" y="3263"/>
                    <a:pt x="7931" y="2810"/>
                  </a:cubicBezTo>
                  <a:cubicBezTo>
                    <a:pt x="8150" y="2771"/>
                    <a:pt x="8415" y="2742"/>
                    <a:pt x="8684" y="2742"/>
                  </a:cubicBezTo>
                  <a:close/>
                  <a:moveTo>
                    <a:pt x="2858" y="5239"/>
                  </a:moveTo>
                  <a:lnTo>
                    <a:pt x="2858" y="5239"/>
                  </a:lnTo>
                  <a:cubicBezTo>
                    <a:pt x="2834" y="5644"/>
                    <a:pt x="2834" y="6025"/>
                    <a:pt x="2858" y="6430"/>
                  </a:cubicBezTo>
                  <a:cubicBezTo>
                    <a:pt x="2644" y="6240"/>
                    <a:pt x="2429" y="6025"/>
                    <a:pt x="2239" y="5835"/>
                  </a:cubicBezTo>
                  <a:cubicBezTo>
                    <a:pt x="2429" y="5644"/>
                    <a:pt x="2644" y="5430"/>
                    <a:pt x="2858" y="5239"/>
                  </a:cubicBezTo>
                  <a:close/>
                  <a:moveTo>
                    <a:pt x="8288" y="5239"/>
                  </a:moveTo>
                  <a:lnTo>
                    <a:pt x="8288" y="5239"/>
                  </a:lnTo>
                  <a:cubicBezTo>
                    <a:pt x="8526" y="5430"/>
                    <a:pt x="8740" y="5644"/>
                    <a:pt x="8931" y="5835"/>
                  </a:cubicBezTo>
                  <a:cubicBezTo>
                    <a:pt x="8740" y="6025"/>
                    <a:pt x="8526" y="6240"/>
                    <a:pt x="8288" y="6430"/>
                  </a:cubicBezTo>
                  <a:cubicBezTo>
                    <a:pt x="8312" y="6025"/>
                    <a:pt x="8312" y="5644"/>
                    <a:pt x="8288" y="5239"/>
                  </a:cubicBezTo>
                  <a:close/>
                  <a:moveTo>
                    <a:pt x="5573" y="3525"/>
                  </a:moveTo>
                  <a:cubicBezTo>
                    <a:pt x="6240" y="3834"/>
                    <a:pt x="6930" y="4239"/>
                    <a:pt x="7573" y="4692"/>
                  </a:cubicBezTo>
                  <a:cubicBezTo>
                    <a:pt x="7645" y="5430"/>
                    <a:pt x="7645" y="6240"/>
                    <a:pt x="7573" y="6978"/>
                  </a:cubicBezTo>
                  <a:cubicBezTo>
                    <a:pt x="6954" y="7430"/>
                    <a:pt x="6287" y="7811"/>
                    <a:pt x="5573" y="8145"/>
                  </a:cubicBezTo>
                  <a:cubicBezTo>
                    <a:pt x="4906" y="7835"/>
                    <a:pt x="4215" y="7430"/>
                    <a:pt x="3596" y="6978"/>
                  </a:cubicBezTo>
                  <a:cubicBezTo>
                    <a:pt x="3525" y="6240"/>
                    <a:pt x="3525" y="5430"/>
                    <a:pt x="3596" y="4692"/>
                  </a:cubicBezTo>
                  <a:cubicBezTo>
                    <a:pt x="4192" y="4263"/>
                    <a:pt x="4882" y="3858"/>
                    <a:pt x="5573" y="3525"/>
                  </a:cubicBezTo>
                  <a:close/>
                  <a:moveTo>
                    <a:pt x="3715" y="7883"/>
                  </a:moveTo>
                  <a:cubicBezTo>
                    <a:pt x="4049" y="8097"/>
                    <a:pt x="4382" y="8311"/>
                    <a:pt x="4739" y="8478"/>
                  </a:cubicBezTo>
                  <a:cubicBezTo>
                    <a:pt x="4454" y="8573"/>
                    <a:pt x="4168" y="8669"/>
                    <a:pt x="3906" y="8740"/>
                  </a:cubicBezTo>
                  <a:cubicBezTo>
                    <a:pt x="3834" y="8478"/>
                    <a:pt x="3763" y="8192"/>
                    <a:pt x="3715" y="7883"/>
                  </a:cubicBezTo>
                  <a:close/>
                  <a:moveTo>
                    <a:pt x="7454" y="7883"/>
                  </a:moveTo>
                  <a:lnTo>
                    <a:pt x="7454" y="7883"/>
                  </a:lnTo>
                  <a:cubicBezTo>
                    <a:pt x="7383" y="8192"/>
                    <a:pt x="7335" y="8478"/>
                    <a:pt x="7264" y="8740"/>
                  </a:cubicBezTo>
                  <a:cubicBezTo>
                    <a:pt x="6978" y="8669"/>
                    <a:pt x="6716" y="8573"/>
                    <a:pt x="6430" y="8478"/>
                  </a:cubicBezTo>
                  <a:cubicBezTo>
                    <a:pt x="6764" y="8311"/>
                    <a:pt x="7121" y="8097"/>
                    <a:pt x="7454" y="7883"/>
                  </a:cubicBezTo>
                  <a:close/>
                  <a:moveTo>
                    <a:pt x="1786" y="6359"/>
                  </a:moveTo>
                  <a:cubicBezTo>
                    <a:pt x="2120" y="6692"/>
                    <a:pt x="2501" y="7026"/>
                    <a:pt x="2930" y="7359"/>
                  </a:cubicBezTo>
                  <a:cubicBezTo>
                    <a:pt x="3001" y="7883"/>
                    <a:pt x="3096" y="8407"/>
                    <a:pt x="3239" y="8859"/>
                  </a:cubicBezTo>
                  <a:cubicBezTo>
                    <a:pt x="3012" y="8898"/>
                    <a:pt x="2744" y="8927"/>
                    <a:pt x="2474" y="8927"/>
                  </a:cubicBezTo>
                  <a:cubicBezTo>
                    <a:pt x="1922" y="8927"/>
                    <a:pt x="1360" y="8807"/>
                    <a:pt x="1120" y="8407"/>
                  </a:cubicBezTo>
                  <a:cubicBezTo>
                    <a:pt x="786" y="7811"/>
                    <a:pt x="1358" y="6883"/>
                    <a:pt x="1786" y="6359"/>
                  </a:cubicBezTo>
                  <a:close/>
                  <a:moveTo>
                    <a:pt x="9383" y="6359"/>
                  </a:moveTo>
                  <a:cubicBezTo>
                    <a:pt x="9812" y="6883"/>
                    <a:pt x="10383" y="7811"/>
                    <a:pt x="10026" y="8407"/>
                  </a:cubicBezTo>
                  <a:cubicBezTo>
                    <a:pt x="9802" y="8807"/>
                    <a:pt x="9235" y="8927"/>
                    <a:pt x="8684" y="8927"/>
                  </a:cubicBezTo>
                  <a:cubicBezTo>
                    <a:pt x="8415" y="8927"/>
                    <a:pt x="8150" y="8898"/>
                    <a:pt x="7931" y="8859"/>
                  </a:cubicBezTo>
                  <a:cubicBezTo>
                    <a:pt x="8050" y="8407"/>
                    <a:pt x="8145" y="7883"/>
                    <a:pt x="8216" y="7359"/>
                  </a:cubicBezTo>
                  <a:cubicBezTo>
                    <a:pt x="8645" y="7026"/>
                    <a:pt x="9026" y="6692"/>
                    <a:pt x="9383" y="6359"/>
                  </a:cubicBezTo>
                  <a:close/>
                  <a:moveTo>
                    <a:pt x="5573" y="8883"/>
                  </a:moveTo>
                  <a:cubicBezTo>
                    <a:pt x="6073" y="9097"/>
                    <a:pt x="6573" y="9264"/>
                    <a:pt x="7026" y="9383"/>
                  </a:cubicBezTo>
                  <a:cubicBezTo>
                    <a:pt x="6787" y="10026"/>
                    <a:pt x="6264" y="10979"/>
                    <a:pt x="5573" y="10979"/>
                  </a:cubicBezTo>
                  <a:cubicBezTo>
                    <a:pt x="4882" y="10979"/>
                    <a:pt x="4382" y="10026"/>
                    <a:pt x="4120" y="9383"/>
                  </a:cubicBezTo>
                  <a:cubicBezTo>
                    <a:pt x="4597" y="9264"/>
                    <a:pt x="5097" y="9097"/>
                    <a:pt x="5573" y="8883"/>
                  </a:cubicBezTo>
                  <a:close/>
                  <a:moveTo>
                    <a:pt x="5573" y="0"/>
                  </a:moveTo>
                  <a:cubicBezTo>
                    <a:pt x="4525" y="0"/>
                    <a:pt x="3811" y="1143"/>
                    <a:pt x="3453" y="2144"/>
                  </a:cubicBezTo>
                  <a:cubicBezTo>
                    <a:pt x="3155" y="2096"/>
                    <a:pt x="2833" y="2064"/>
                    <a:pt x="2513" y="2064"/>
                  </a:cubicBezTo>
                  <a:cubicBezTo>
                    <a:pt x="1711" y="2064"/>
                    <a:pt x="923" y="2265"/>
                    <a:pt x="548" y="2929"/>
                  </a:cubicBezTo>
                  <a:cubicBezTo>
                    <a:pt x="0" y="3834"/>
                    <a:pt x="643" y="5025"/>
                    <a:pt x="1310" y="5835"/>
                  </a:cubicBezTo>
                  <a:cubicBezTo>
                    <a:pt x="643" y="6644"/>
                    <a:pt x="0" y="7835"/>
                    <a:pt x="548" y="8740"/>
                  </a:cubicBezTo>
                  <a:cubicBezTo>
                    <a:pt x="923" y="9404"/>
                    <a:pt x="1711" y="9606"/>
                    <a:pt x="2513" y="9606"/>
                  </a:cubicBezTo>
                  <a:cubicBezTo>
                    <a:pt x="2833" y="9606"/>
                    <a:pt x="3155" y="9574"/>
                    <a:pt x="3453" y="9526"/>
                  </a:cubicBezTo>
                  <a:cubicBezTo>
                    <a:pt x="3811" y="10526"/>
                    <a:pt x="4525" y="11669"/>
                    <a:pt x="5573" y="11669"/>
                  </a:cubicBezTo>
                  <a:cubicBezTo>
                    <a:pt x="6645" y="11669"/>
                    <a:pt x="7335" y="10526"/>
                    <a:pt x="7716" y="9526"/>
                  </a:cubicBezTo>
                  <a:cubicBezTo>
                    <a:pt x="8015" y="9574"/>
                    <a:pt x="8337" y="9606"/>
                    <a:pt x="8657" y="9606"/>
                  </a:cubicBezTo>
                  <a:cubicBezTo>
                    <a:pt x="9459" y="9606"/>
                    <a:pt x="10247" y="9404"/>
                    <a:pt x="10622" y="8740"/>
                  </a:cubicBezTo>
                  <a:cubicBezTo>
                    <a:pt x="11146" y="7835"/>
                    <a:pt x="10526" y="6644"/>
                    <a:pt x="9836" y="5835"/>
                  </a:cubicBezTo>
                  <a:cubicBezTo>
                    <a:pt x="9907" y="5740"/>
                    <a:pt x="9979" y="5644"/>
                    <a:pt x="10050" y="5573"/>
                  </a:cubicBezTo>
                  <a:cubicBezTo>
                    <a:pt x="10812" y="4549"/>
                    <a:pt x="11003" y="3596"/>
                    <a:pt x="10622" y="2929"/>
                  </a:cubicBezTo>
                  <a:cubicBezTo>
                    <a:pt x="10247" y="2265"/>
                    <a:pt x="9459" y="2064"/>
                    <a:pt x="8657" y="2064"/>
                  </a:cubicBezTo>
                  <a:cubicBezTo>
                    <a:pt x="8337" y="2064"/>
                    <a:pt x="8015" y="2096"/>
                    <a:pt x="7716" y="2144"/>
                  </a:cubicBezTo>
                  <a:cubicBezTo>
                    <a:pt x="7335" y="1143"/>
                    <a:pt x="6645" y="0"/>
                    <a:pt x="5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10901;p87">
            <a:extLst>
              <a:ext uri="{FF2B5EF4-FFF2-40B4-BE49-F238E27FC236}">
                <a16:creationId xmlns:a16="http://schemas.microsoft.com/office/drawing/2014/main" id="{8D6F13F8-C506-4306-B0DD-0590B25E7A59}"/>
              </a:ext>
            </a:extLst>
          </p:cNvPr>
          <p:cNvGrpSpPr/>
          <p:nvPr/>
        </p:nvGrpSpPr>
        <p:grpSpPr>
          <a:xfrm>
            <a:off x="1463723" y="3302791"/>
            <a:ext cx="642927" cy="523561"/>
            <a:chOff x="-33645475" y="3228075"/>
            <a:chExt cx="294600" cy="290650"/>
          </a:xfrm>
        </p:grpSpPr>
        <p:sp>
          <p:nvSpPr>
            <p:cNvPr id="43" name="Google Shape;10902;p87">
              <a:extLst>
                <a:ext uri="{FF2B5EF4-FFF2-40B4-BE49-F238E27FC236}">
                  <a16:creationId xmlns:a16="http://schemas.microsoft.com/office/drawing/2014/main" id="{17497FDE-2AA8-D75A-00AA-BC8183FD927C}"/>
                </a:ext>
              </a:extLst>
            </p:cNvPr>
            <p:cNvSpPr/>
            <p:nvPr/>
          </p:nvSpPr>
          <p:spPr>
            <a:xfrm>
              <a:off x="-33456450" y="3261925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4" name="Google Shape;10903;p87">
              <a:extLst>
                <a:ext uri="{FF2B5EF4-FFF2-40B4-BE49-F238E27FC236}">
                  <a16:creationId xmlns:a16="http://schemas.microsoft.com/office/drawing/2014/main" id="{AE40D5DE-E978-2805-E0C8-85D5A0259BDC}"/>
                </a:ext>
              </a:extLst>
            </p:cNvPr>
            <p:cNvSpPr/>
            <p:nvPr/>
          </p:nvSpPr>
          <p:spPr>
            <a:xfrm>
              <a:off x="-33575375" y="3433625"/>
              <a:ext cx="85075" cy="85100"/>
            </a:xfrm>
            <a:custGeom>
              <a:avLst/>
              <a:gdLst/>
              <a:ahLst/>
              <a:cxnLst/>
              <a:rect l="l" t="t" r="r" b="b"/>
              <a:pathLst>
                <a:path w="3403" h="3404" extrusionOk="0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5" name="Google Shape;10904;p87">
              <a:extLst>
                <a:ext uri="{FF2B5EF4-FFF2-40B4-BE49-F238E27FC236}">
                  <a16:creationId xmlns:a16="http://schemas.microsoft.com/office/drawing/2014/main" id="{37F2BCC3-C06A-C316-7DFF-6207A18CE41D}"/>
                </a:ext>
              </a:extLst>
            </p:cNvPr>
            <p:cNvSpPr/>
            <p:nvPr/>
          </p:nvSpPr>
          <p:spPr>
            <a:xfrm>
              <a:off x="-33645475" y="3228075"/>
              <a:ext cx="206375" cy="153600"/>
            </a:xfrm>
            <a:custGeom>
              <a:avLst/>
              <a:gdLst/>
              <a:ahLst/>
              <a:cxnLst/>
              <a:rect l="l" t="t" r="r" b="b"/>
              <a:pathLst>
                <a:path w="8255" h="6144" extrusionOk="0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6" name="Google Shape;10905;p87">
              <a:extLst>
                <a:ext uri="{FF2B5EF4-FFF2-40B4-BE49-F238E27FC236}">
                  <a16:creationId xmlns:a16="http://schemas.microsoft.com/office/drawing/2014/main" id="{DB968CC1-D909-41F2-9BB4-788936191C14}"/>
                </a:ext>
              </a:extLst>
            </p:cNvPr>
            <p:cNvSpPr/>
            <p:nvPr/>
          </p:nvSpPr>
          <p:spPr>
            <a:xfrm>
              <a:off x="-33593500" y="3279250"/>
              <a:ext cx="104775" cy="52275"/>
            </a:xfrm>
            <a:custGeom>
              <a:avLst/>
              <a:gdLst/>
              <a:ahLst/>
              <a:cxnLst/>
              <a:rect l="l" t="t" r="r" b="b"/>
              <a:pathLst>
                <a:path w="4191" h="2091" extrusionOk="0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7" name="Google Shape;10906;p87">
              <a:extLst>
                <a:ext uri="{FF2B5EF4-FFF2-40B4-BE49-F238E27FC236}">
                  <a16:creationId xmlns:a16="http://schemas.microsoft.com/office/drawing/2014/main" id="{BF438B04-2016-9EF4-0BA2-772A7379E100}"/>
                </a:ext>
              </a:extLst>
            </p:cNvPr>
            <p:cNvSpPr/>
            <p:nvPr/>
          </p:nvSpPr>
          <p:spPr>
            <a:xfrm>
              <a:off x="-33593500" y="3341475"/>
              <a:ext cx="104775" cy="74075"/>
            </a:xfrm>
            <a:custGeom>
              <a:avLst/>
              <a:gdLst/>
              <a:ahLst/>
              <a:cxnLst/>
              <a:rect l="l" t="t" r="r" b="b"/>
              <a:pathLst>
                <a:path w="4191" h="2963" extrusionOk="0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8" name="Google Shape;10907;p87">
              <a:extLst>
                <a:ext uri="{FF2B5EF4-FFF2-40B4-BE49-F238E27FC236}">
                  <a16:creationId xmlns:a16="http://schemas.microsoft.com/office/drawing/2014/main" id="{75809705-8F37-50B8-C5BF-E6F076A56F0E}"/>
                </a:ext>
              </a:extLst>
            </p:cNvPr>
            <p:cNvSpPr/>
            <p:nvPr/>
          </p:nvSpPr>
          <p:spPr>
            <a:xfrm>
              <a:off x="-33455650" y="3381650"/>
              <a:ext cx="104775" cy="52250"/>
            </a:xfrm>
            <a:custGeom>
              <a:avLst/>
              <a:gdLst/>
              <a:ahLst/>
              <a:cxnLst/>
              <a:rect l="l" t="t" r="r" b="b"/>
              <a:pathLst>
                <a:path w="4191" h="2090" extrusionOk="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9" name="Google Shape;10908;p87">
              <a:extLst>
                <a:ext uri="{FF2B5EF4-FFF2-40B4-BE49-F238E27FC236}">
                  <a16:creationId xmlns:a16="http://schemas.microsoft.com/office/drawing/2014/main" id="{5557B220-B2D0-C4E4-9D80-BFD77947AB90}"/>
                </a:ext>
              </a:extLst>
            </p:cNvPr>
            <p:cNvSpPr/>
            <p:nvPr/>
          </p:nvSpPr>
          <p:spPr>
            <a:xfrm>
              <a:off x="-33456450" y="3443875"/>
              <a:ext cx="102425" cy="74850"/>
            </a:xfrm>
            <a:custGeom>
              <a:avLst/>
              <a:gdLst/>
              <a:ahLst/>
              <a:cxnLst/>
              <a:rect l="l" t="t" r="r" b="b"/>
              <a:pathLst>
                <a:path w="4097" h="2994" extrusionOk="0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0146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3">
          <a:extLst>
            <a:ext uri="{FF2B5EF4-FFF2-40B4-BE49-F238E27FC236}">
              <a16:creationId xmlns:a16="http://schemas.microsoft.com/office/drawing/2014/main" id="{E8D5C7A1-C7A6-E269-E995-F2103C80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39">
            <a:extLst>
              <a:ext uri="{FF2B5EF4-FFF2-40B4-BE49-F238E27FC236}">
                <a16:creationId xmlns:a16="http://schemas.microsoft.com/office/drawing/2014/main" id="{134CC7B6-8FE3-1DFC-9AD5-D0EAE5884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8550" y="2661930"/>
            <a:ext cx="6726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Obstáculos presentados durante el desarrollo</a:t>
            </a:r>
          </a:p>
        </p:txBody>
      </p:sp>
      <p:grpSp>
        <p:nvGrpSpPr>
          <p:cNvPr id="2917" name="Google Shape;2917;p39">
            <a:extLst>
              <a:ext uri="{FF2B5EF4-FFF2-40B4-BE49-F238E27FC236}">
                <a16:creationId xmlns:a16="http://schemas.microsoft.com/office/drawing/2014/main" id="{1F13E128-224B-ECE8-1E18-1C5A91606D3E}"/>
              </a:ext>
            </a:extLst>
          </p:cNvPr>
          <p:cNvGrpSpPr/>
          <p:nvPr/>
        </p:nvGrpSpPr>
        <p:grpSpPr>
          <a:xfrm rot="-5400000">
            <a:off x="2746096" y="-164363"/>
            <a:ext cx="1823016" cy="296643"/>
            <a:chOff x="7857346" y="3902355"/>
            <a:chExt cx="1823016" cy="296643"/>
          </a:xfrm>
        </p:grpSpPr>
        <p:sp>
          <p:nvSpPr>
            <p:cNvPr id="2918" name="Google Shape;2918;p39">
              <a:extLst>
                <a:ext uri="{FF2B5EF4-FFF2-40B4-BE49-F238E27FC236}">
                  <a16:creationId xmlns:a16="http://schemas.microsoft.com/office/drawing/2014/main" id="{E3F3FC1B-A944-16BA-D869-2EA79F309CA7}"/>
                </a:ext>
              </a:extLst>
            </p:cNvPr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9">
              <a:extLst>
                <a:ext uri="{FF2B5EF4-FFF2-40B4-BE49-F238E27FC236}">
                  <a16:creationId xmlns:a16="http://schemas.microsoft.com/office/drawing/2014/main" id="{BC4245B6-9101-BC87-07FD-2DEF4B3F8BE0}"/>
                </a:ext>
              </a:extLst>
            </p:cNvPr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9">
              <a:extLst>
                <a:ext uri="{FF2B5EF4-FFF2-40B4-BE49-F238E27FC236}">
                  <a16:creationId xmlns:a16="http://schemas.microsoft.com/office/drawing/2014/main" id="{ACDB93EF-8755-50B0-6709-74CEBC201974}"/>
                </a:ext>
              </a:extLst>
            </p:cNvPr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9">
              <a:extLst>
                <a:ext uri="{FF2B5EF4-FFF2-40B4-BE49-F238E27FC236}">
                  <a16:creationId xmlns:a16="http://schemas.microsoft.com/office/drawing/2014/main" id="{3CF229E4-D500-ADE3-77D1-10E85C74A718}"/>
                </a:ext>
              </a:extLst>
            </p:cNvPr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9">
              <a:extLst>
                <a:ext uri="{FF2B5EF4-FFF2-40B4-BE49-F238E27FC236}">
                  <a16:creationId xmlns:a16="http://schemas.microsoft.com/office/drawing/2014/main" id="{F427602E-33D5-EE02-B208-C9D7F66A63B3}"/>
                </a:ext>
              </a:extLst>
            </p:cNvPr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9">
              <a:extLst>
                <a:ext uri="{FF2B5EF4-FFF2-40B4-BE49-F238E27FC236}">
                  <a16:creationId xmlns:a16="http://schemas.microsoft.com/office/drawing/2014/main" id="{213A95CF-5918-ACD4-C70B-F8D5C0C028BB}"/>
                </a:ext>
              </a:extLst>
            </p:cNvPr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4" name="Google Shape;2924;p39">
            <a:extLst>
              <a:ext uri="{FF2B5EF4-FFF2-40B4-BE49-F238E27FC236}">
                <a16:creationId xmlns:a16="http://schemas.microsoft.com/office/drawing/2014/main" id="{4BCF8BAA-7BFA-994B-98A6-55A88E7C3DA7}"/>
              </a:ext>
            </a:extLst>
          </p:cNvPr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925" name="Google Shape;2925;p39">
              <a:extLst>
                <a:ext uri="{FF2B5EF4-FFF2-40B4-BE49-F238E27FC236}">
                  <a16:creationId xmlns:a16="http://schemas.microsoft.com/office/drawing/2014/main" id="{90C2CDEA-F14C-5148-0691-1B92B4E7217F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9">
              <a:extLst>
                <a:ext uri="{FF2B5EF4-FFF2-40B4-BE49-F238E27FC236}">
                  <a16:creationId xmlns:a16="http://schemas.microsoft.com/office/drawing/2014/main" id="{D4DFC507-F648-0252-BD9F-F9A1A728B53B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9">
              <a:extLst>
                <a:ext uri="{FF2B5EF4-FFF2-40B4-BE49-F238E27FC236}">
                  <a16:creationId xmlns:a16="http://schemas.microsoft.com/office/drawing/2014/main" id="{F786690E-4BC8-C264-880D-C843B3768A34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9">
              <a:extLst>
                <a:ext uri="{FF2B5EF4-FFF2-40B4-BE49-F238E27FC236}">
                  <a16:creationId xmlns:a16="http://schemas.microsoft.com/office/drawing/2014/main" id="{168588AA-CADD-4F73-D601-0567026D6782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9">
              <a:extLst>
                <a:ext uri="{FF2B5EF4-FFF2-40B4-BE49-F238E27FC236}">
                  <a16:creationId xmlns:a16="http://schemas.microsoft.com/office/drawing/2014/main" id="{88F191BB-5099-278D-482C-57CE211440F3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0" name="Google Shape;2930;p39">
            <a:extLst>
              <a:ext uri="{FF2B5EF4-FFF2-40B4-BE49-F238E27FC236}">
                <a16:creationId xmlns:a16="http://schemas.microsoft.com/office/drawing/2014/main" id="{D8A36719-38C6-9A82-0F99-0220F6B841C2}"/>
              </a:ext>
            </a:extLst>
          </p:cNvPr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31" name="Google Shape;2931;p39">
              <a:extLst>
                <a:ext uri="{FF2B5EF4-FFF2-40B4-BE49-F238E27FC236}">
                  <a16:creationId xmlns:a16="http://schemas.microsoft.com/office/drawing/2014/main" id="{57CB70BE-848F-D077-C967-AD790A2058F6}"/>
                </a:ext>
              </a:extLst>
            </p:cNvPr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9">
              <a:extLst>
                <a:ext uri="{FF2B5EF4-FFF2-40B4-BE49-F238E27FC236}">
                  <a16:creationId xmlns:a16="http://schemas.microsoft.com/office/drawing/2014/main" id="{4704D1AB-EAE1-5CD8-C212-3E4BEFD0D12E}"/>
                </a:ext>
              </a:extLst>
            </p:cNvPr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9">
              <a:extLst>
                <a:ext uri="{FF2B5EF4-FFF2-40B4-BE49-F238E27FC236}">
                  <a16:creationId xmlns:a16="http://schemas.microsoft.com/office/drawing/2014/main" id="{CFF874D6-4023-6152-7EE7-0E46FB7B3905}"/>
                </a:ext>
              </a:extLst>
            </p:cNvPr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9">
              <a:extLst>
                <a:ext uri="{FF2B5EF4-FFF2-40B4-BE49-F238E27FC236}">
                  <a16:creationId xmlns:a16="http://schemas.microsoft.com/office/drawing/2014/main" id="{95ED3363-730A-3F77-AB9F-62EA613D6C96}"/>
                </a:ext>
              </a:extLst>
            </p:cNvPr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9">
              <a:extLst>
                <a:ext uri="{FF2B5EF4-FFF2-40B4-BE49-F238E27FC236}">
                  <a16:creationId xmlns:a16="http://schemas.microsoft.com/office/drawing/2014/main" id="{73D3DE1F-AD81-0F80-10CE-8A4A32682C99}"/>
                </a:ext>
              </a:extLst>
            </p:cNvPr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9">
              <a:extLst>
                <a:ext uri="{FF2B5EF4-FFF2-40B4-BE49-F238E27FC236}">
                  <a16:creationId xmlns:a16="http://schemas.microsoft.com/office/drawing/2014/main" id="{038DA9A3-2F9A-F039-0213-0ED3AE5E68C7}"/>
                </a:ext>
              </a:extLst>
            </p:cNvPr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9">
              <a:extLst>
                <a:ext uri="{FF2B5EF4-FFF2-40B4-BE49-F238E27FC236}">
                  <a16:creationId xmlns:a16="http://schemas.microsoft.com/office/drawing/2014/main" id="{7C9EB5FA-8B87-AE8A-2FCA-D1987083C5D7}"/>
                </a:ext>
              </a:extLst>
            </p:cNvPr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9">
              <a:extLst>
                <a:ext uri="{FF2B5EF4-FFF2-40B4-BE49-F238E27FC236}">
                  <a16:creationId xmlns:a16="http://schemas.microsoft.com/office/drawing/2014/main" id="{5FC61C57-0100-07AE-0C32-341CBA69193E}"/>
                </a:ext>
              </a:extLst>
            </p:cNvPr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9">
              <a:extLst>
                <a:ext uri="{FF2B5EF4-FFF2-40B4-BE49-F238E27FC236}">
                  <a16:creationId xmlns:a16="http://schemas.microsoft.com/office/drawing/2014/main" id="{6B027A8F-6599-66A1-BCC2-0340FB739892}"/>
                </a:ext>
              </a:extLst>
            </p:cNvPr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9">
              <a:extLst>
                <a:ext uri="{FF2B5EF4-FFF2-40B4-BE49-F238E27FC236}">
                  <a16:creationId xmlns:a16="http://schemas.microsoft.com/office/drawing/2014/main" id="{BA21C207-CDB1-3583-19FA-0BB43AA78393}"/>
                </a:ext>
              </a:extLst>
            </p:cNvPr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9">
              <a:extLst>
                <a:ext uri="{FF2B5EF4-FFF2-40B4-BE49-F238E27FC236}">
                  <a16:creationId xmlns:a16="http://schemas.microsoft.com/office/drawing/2014/main" id="{71140F99-1702-76CF-416B-F99CACF87023}"/>
                </a:ext>
              </a:extLst>
            </p:cNvPr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9">
              <a:extLst>
                <a:ext uri="{FF2B5EF4-FFF2-40B4-BE49-F238E27FC236}">
                  <a16:creationId xmlns:a16="http://schemas.microsoft.com/office/drawing/2014/main" id="{5755B759-B689-5FD6-B42E-123DB828F3E9}"/>
                </a:ext>
              </a:extLst>
            </p:cNvPr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9">
              <a:extLst>
                <a:ext uri="{FF2B5EF4-FFF2-40B4-BE49-F238E27FC236}">
                  <a16:creationId xmlns:a16="http://schemas.microsoft.com/office/drawing/2014/main" id="{9A85F264-3A38-3100-83CF-D58B0EF39DE9}"/>
                </a:ext>
              </a:extLst>
            </p:cNvPr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9">
              <a:extLst>
                <a:ext uri="{FF2B5EF4-FFF2-40B4-BE49-F238E27FC236}">
                  <a16:creationId xmlns:a16="http://schemas.microsoft.com/office/drawing/2014/main" id="{DB43D41B-194A-A93D-C70C-1336DA0B99AA}"/>
                </a:ext>
              </a:extLst>
            </p:cNvPr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5" name="Google Shape;2945;p39">
            <a:extLst>
              <a:ext uri="{FF2B5EF4-FFF2-40B4-BE49-F238E27FC236}">
                <a16:creationId xmlns:a16="http://schemas.microsoft.com/office/drawing/2014/main" id="{3DF885F0-A7C4-D719-6397-5FA9FC89972D}"/>
              </a:ext>
            </a:extLst>
          </p:cNvPr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46" name="Google Shape;2946;p39">
              <a:extLst>
                <a:ext uri="{FF2B5EF4-FFF2-40B4-BE49-F238E27FC236}">
                  <a16:creationId xmlns:a16="http://schemas.microsoft.com/office/drawing/2014/main" id="{6D3FDAC0-AADC-57E6-664C-45DB4A99F67C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47" name="Google Shape;2947;p39">
                <a:extLst>
                  <a:ext uri="{FF2B5EF4-FFF2-40B4-BE49-F238E27FC236}">
                    <a16:creationId xmlns:a16="http://schemas.microsoft.com/office/drawing/2014/main" id="{65823383-B170-6CA0-44ED-1F869DA7261B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9">
                <a:extLst>
                  <a:ext uri="{FF2B5EF4-FFF2-40B4-BE49-F238E27FC236}">
                    <a16:creationId xmlns:a16="http://schemas.microsoft.com/office/drawing/2014/main" id="{98688275-C196-703D-C978-31D985EFA7F1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9">
                <a:extLst>
                  <a:ext uri="{FF2B5EF4-FFF2-40B4-BE49-F238E27FC236}">
                    <a16:creationId xmlns:a16="http://schemas.microsoft.com/office/drawing/2014/main" id="{04B9C84C-C7BF-32F9-F488-C7B2873C71BD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9">
                <a:extLst>
                  <a:ext uri="{FF2B5EF4-FFF2-40B4-BE49-F238E27FC236}">
                    <a16:creationId xmlns:a16="http://schemas.microsoft.com/office/drawing/2014/main" id="{C1FE9CEB-2884-8141-D2EB-B6472B78B19D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9">
                <a:extLst>
                  <a:ext uri="{FF2B5EF4-FFF2-40B4-BE49-F238E27FC236}">
                    <a16:creationId xmlns:a16="http://schemas.microsoft.com/office/drawing/2014/main" id="{D720DC4D-A16F-0101-DDAA-5829697A8EB0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9">
                <a:extLst>
                  <a:ext uri="{FF2B5EF4-FFF2-40B4-BE49-F238E27FC236}">
                    <a16:creationId xmlns:a16="http://schemas.microsoft.com/office/drawing/2014/main" id="{87E9BF16-6B68-A118-3DE6-0860DA0D945D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9">
                <a:extLst>
                  <a:ext uri="{FF2B5EF4-FFF2-40B4-BE49-F238E27FC236}">
                    <a16:creationId xmlns:a16="http://schemas.microsoft.com/office/drawing/2014/main" id="{503EB3B0-A8AE-A3F3-4D82-2B0990FE0604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9">
                <a:extLst>
                  <a:ext uri="{FF2B5EF4-FFF2-40B4-BE49-F238E27FC236}">
                    <a16:creationId xmlns:a16="http://schemas.microsoft.com/office/drawing/2014/main" id="{F852030A-81C6-6DAC-9005-5B1EB9D273F9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9">
                <a:extLst>
                  <a:ext uri="{FF2B5EF4-FFF2-40B4-BE49-F238E27FC236}">
                    <a16:creationId xmlns:a16="http://schemas.microsoft.com/office/drawing/2014/main" id="{B9443934-A1E9-4D45-507E-DC7F818CFAD8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9">
                <a:extLst>
                  <a:ext uri="{FF2B5EF4-FFF2-40B4-BE49-F238E27FC236}">
                    <a16:creationId xmlns:a16="http://schemas.microsoft.com/office/drawing/2014/main" id="{536A9CF0-0671-DB5D-8489-D8D26D7C3EA1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7" name="Google Shape;2957;p39">
              <a:extLst>
                <a:ext uri="{FF2B5EF4-FFF2-40B4-BE49-F238E27FC236}">
                  <a16:creationId xmlns:a16="http://schemas.microsoft.com/office/drawing/2014/main" id="{A17C27E0-6770-796F-81E9-23EFF7A4341A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58" name="Google Shape;2958;p39">
                <a:extLst>
                  <a:ext uri="{FF2B5EF4-FFF2-40B4-BE49-F238E27FC236}">
                    <a16:creationId xmlns:a16="http://schemas.microsoft.com/office/drawing/2014/main" id="{FC548E78-77E6-D633-8472-87AFFD346BA0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9">
                <a:extLst>
                  <a:ext uri="{FF2B5EF4-FFF2-40B4-BE49-F238E27FC236}">
                    <a16:creationId xmlns:a16="http://schemas.microsoft.com/office/drawing/2014/main" id="{396AC530-3915-AE18-C914-6E881E2603D9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9">
                <a:extLst>
                  <a:ext uri="{FF2B5EF4-FFF2-40B4-BE49-F238E27FC236}">
                    <a16:creationId xmlns:a16="http://schemas.microsoft.com/office/drawing/2014/main" id="{21F27986-05A2-0931-442A-9831706A9859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9">
                <a:extLst>
                  <a:ext uri="{FF2B5EF4-FFF2-40B4-BE49-F238E27FC236}">
                    <a16:creationId xmlns:a16="http://schemas.microsoft.com/office/drawing/2014/main" id="{30002549-C07A-DA80-E8C9-4E362C801208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9">
                <a:extLst>
                  <a:ext uri="{FF2B5EF4-FFF2-40B4-BE49-F238E27FC236}">
                    <a16:creationId xmlns:a16="http://schemas.microsoft.com/office/drawing/2014/main" id="{8940175E-C3CC-4481-DA5B-21606772D17E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9">
                <a:extLst>
                  <a:ext uri="{FF2B5EF4-FFF2-40B4-BE49-F238E27FC236}">
                    <a16:creationId xmlns:a16="http://schemas.microsoft.com/office/drawing/2014/main" id="{41F76BFC-E9BA-0801-BE23-73814181137C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9">
                <a:extLst>
                  <a:ext uri="{FF2B5EF4-FFF2-40B4-BE49-F238E27FC236}">
                    <a16:creationId xmlns:a16="http://schemas.microsoft.com/office/drawing/2014/main" id="{2C9C9958-61E0-8AB3-C00E-86CF8D7F3187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9">
                <a:extLst>
                  <a:ext uri="{FF2B5EF4-FFF2-40B4-BE49-F238E27FC236}">
                    <a16:creationId xmlns:a16="http://schemas.microsoft.com/office/drawing/2014/main" id="{71D7BAA1-EEAF-86E9-BAAC-46AC4968D218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9">
                <a:extLst>
                  <a:ext uri="{FF2B5EF4-FFF2-40B4-BE49-F238E27FC236}">
                    <a16:creationId xmlns:a16="http://schemas.microsoft.com/office/drawing/2014/main" id="{EE890929-6193-3E5F-66FD-069E5A87F10D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9">
                <a:extLst>
                  <a:ext uri="{FF2B5EF4-FFF2-40B4-BE49-F238E27FC236}">
                    <a16:creationId xmlns:a16="http://schemas.microsoft.com/office/drawing/2014/main" id="{7424A923-FE85-5B24-5D12-09A9CCD962A6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68" name="Google Shape;2968;p39">
            <a:extLst>
              <a:ext uri="{FF2B5EF4-FFF2-40B4-BE49-F238E27FC236}">
                <a16:creationId xmlns:a16="http://schemas.microsoft.com/office/drawing/2014/main" id="{E5F2491E-54B1-8207-15FA-6D0701E9649B}"/>
              </a:ext>
            </a:extLst>
          </p:cNvPr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69" name="Google Shape;2969;p39">
              <a:extLst>
                <a:ext uri="{FF2B5EF4-FFF2-40B4-BE49-F238E27FC236}">
                  <a16:creationId xmlns:a16="http://schemas.microsoft.com/office/drawing/2014/main" id="{2ECE789C-6CBA-F685-F1FE-C24EDE81AF00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9">
              <a:extLst>
                <a:ext uri="{FF2B5EF4-FFF2-40B4-BE49-F238E27FC236}">
                  <a16:creationId xmlns:a16="http://schemas.microsoft.com/office/drawing/2014/main" id="{EA537C58-58FB-7EB9-2764-361DF1E0D230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9">
              <a:extLst>
                <a:ext uri="{FF2B5EF4-FFF2-40B4-BE49-F238E27FC236}">
                  <a16:creationId xmlns:a16="http://schemas.microsoft.com/office/drawing/2014/main" id="{CF3B09C2-0F40-8263-F77F-CE9A030D76E6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9">
              <a:extLst>
                <a:ext uri="{FF2B5EF4-FFF2-40B4-BE49-F238E27FC236}">
                  <a16:creationId xmlns:a16="http://schemas.microsoft.com/office/drawing/2014/main" id="{1E4C370B-CFAA-DD71-26A8-E244257DED04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9">
              <a:extLst>
                <a:ext uri="{FF2B5EF4-FFF2-40B4-BE49-F238E27FC236}">
                  <a16:creationId xmlns:a16="http://schemas.microsoft.com/office/drawing/2014/main" id="{BEEE1E95-2BAF-C7B0-7EBE-5F22D0A60CED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 descr="Desenchufado - Iconos gratis de electrónica">
            <a:extLst>
              <a:ext uri="{FF2B5EF4-FFF2-40B4-BE49-F238E27FC236}">
                <a16:creationId xmlns:a16="http://schemas.microsoft.com/office/drawing/2014/main" id="{72145186-0947-59A4-D31B-05708845E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71066">
            <a:off x="3718305" y="863010"/>
            <a:ext cx="1831378" cy="183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Google Shape;2758;p34">
            <a:extLst>
              <a:ext uri="{FF2B5EF4-FFF2-40B4-BE49-F238E27FC236}">
                <a16:creationId xmlns:a16="http://schemas.microsoft.com/office/drawing/2014/main" id="{84F645B2-54CA-8092-F0B9-39E7A4A9F927}"/>
              </a:ext>
            </a:extLst>
          </p:cNvPr>
          <p:cNvSpPr txBox="1">
            <a:spLocks/>
          </p:cNvSpPr>
          <p:nvPr/>
        </p:nvSpPr>
        <p:spPr>
          <a:xfrm>
            <a:off x="721112" y="-689221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21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6BF9CF81-4B8B-DA70-6BAA-C3C44D0B6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316" y="797343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630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9">
          <a:extLst>
            <a:ext uri="{FF2B5EF4-FFF2-40B4-BE49-F238E27FC236}">
              <a16:creationId xmlns:a16="http://schemas.microsoft.com/office/drawing/2014/main" id="{FEF39E5A-B27E-F2F7-8EB6-D45337EA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0" name="Google Shape;3260;p46">
            <a:extLst>
              <a:ext uri="{FF2B5EF4-FFF2-40B4-BE49-F238E27FC236}">
                <a16:creationId xmlns:a16="http://schemas.microsoft.com/office/drawing/2014/main" id="{A3F18044-A87C-A4C8-ECD4-4BABEBB3FC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OBSTÁCULOS</a:t>
            </a:r>
            <a:endParaRPr dirty="0"/>
          </a:p>
        </p:txBody>
      </p:sp>
      <p:grpSp>
        <p:nvGrpSpPr>
          <p:cNvPr id="3326" name="Google Shape;3326;p46">
            <a:extLst>
              <a:ext uri="{FF2B5EF4-FFF2-40B4-BE49-F238E27FC236}">
                <a16:creationId xmlns:a16="http://schemas.microsoft.com/office/drawing/2014/main" id="{DB0DCE81-7789-2FAB-7953-99F7378B00DC}"/>
              </a:ext>
            </a:extLst>
          </p:cNvPr>
          <p:cNvGrpSpPr/>
          <p:nvPr/>
        </p:nvGrpSpPr>
        <p:grpSpPr>
          <a:xfrm>
            <a:off x="8186645" y="925129"/>
            <a:ext cx="2297800" cy="347400"/>
            <a:chOff x="7805645" y="2296729"/>
            <a:chExt cx="2297800" cy="347400"/>
          </a:xfrm>
        </p:grpSpPr>
        <p:sp>
          <p:nvSpPr>
            <p:cNvPr id="3327" name="Google Shape;3327;p46">
              <a:extLst>
                <a:ext uri="{FF2B5EF4-FFF2-40B4-BE49-F238E27FC236}">
                  <a16:creationId xmlns:a16="http://schemas.microsoft.com/office/drawing/2014/main" id="{FEF39FED-BA05-5753-7A0C-D7B6368BE10D}"/>
                </a:ext>
              </a:extLst>
            </p:cNvPr>
            <p:cNvSpPr/>
            <p:nvPr/>
          </p:nvSpPr>
          <p:spPr>
            <a:xfrm flipH="1">
              <a:off x="8108745" y="2576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6">
              <a:extLst>
                <a:ext uri="{FF2B5EF4-FFF2-40B4-BE49-F238E27FC236}">
                  <a16:creationId xmlns:a16="http://schemas.microsoft.com/office/drawing/2014/main" id="{B734D709-0F73-41B2-DC5C-D301E837B7B6}"/>
                </a:ext>
              </a:extLst>
            </p:cNvPr>
            <p:cNvSpPr/>
            <p:nvPr/>
          </p:nvSpPr>
          <p:spPr>
            <a:xfrm flipH="1">
              <a:off x="7805645" y="2296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9" name="Google Shape;3329;p46">
            <a:extLst>
              <a:ext uri="{FF2B5EF4-FFF2-40B4-BE49-F238E27FC236}">
                <a16:creationId xmlns:a16="http://schemas.microsoft.com/office/drawing/2014/main" id="{7CF66526-B25D-D274-183D-B23E2063A3B8}"/>
              </a:ext>
            </a:extLst>
          </p:cNvPr>
          <p:cNvGrpSpPr/>
          <p:nvPr/>
        </p:nvGrpSpPr>
        <p:grpSpPr>
          <a:xfrm rot="5400000" flipH="1">
            <a:off x="185402" y="2892328"/>
            <a:ext cx="883262" cy="242091"/>
            <a:chOff x="2300350" y="2601250"/>
            <a:chExt cx="2275275" cy="623625"/>
          </a:xfrm>
        </p:grpSpPr>
        <p:sp>
          <p:nvSpPr>
            <p:cNvPr id="3330" name="Google Shape;3330;p46">
              <a:extLst>
                <a:ext uri="{FF2B5EF4-FFF2-40B4-BE49-F238E27FC236}">
                  <a16:creationId xmlns:a16="http://schemas.microsoft.com/office/drawing/2014/main" id="{3663180A-1710-F323-A11D-75CA83442631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6">
              <a:extLst>
                <a:ext uri="{FF2B5EF4-FFF2-40B4-BE49-F238E27FC236}">
                  <a16:creationId xmlns:a16="http://schemas.microsoft.com/office/drawing/2014/main" id="{D5D42EB3-86BD-5613-0493-F9058455EA2F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6">
              <a:extLst>
                <a:ext uri="{FF2B5EF4-FFF2-40B4-BE49-F238E27FC236}">
                  <a16:creationId xmlns:a16="http://schemas.microsoft.com/office/drawing/2014/main" id="{4838E411-B2A6-1537-E72C-BA7E624AC498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6">
              <a:extLst>
                <a:ext uri="{FF2B5EF4-FFF2-40B4-BE49-F238E27FC236}">
                  <a16:creationId xmlns:a16="http://schemas.microsoft.com/office/drawing/2014/main" id="{A705FEDA-F2D4-91BF-017A-2DE641DD3AAC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6">
              <a:extLst>
                <a:ext uri="{FF2B5EF4-FFF2-40B4-BE49-F238E27FC236}">
                  <a16:creationId xmlns:a16="http://schemas.microsoft.com/office/drawing/2014/main" id="{D56706C0-D33F-17B0-5842-082CBD4FC349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6">
              <a:extLst>
                <a:ext uri="{FF2B5EF4-FFF2-40B4-BE49-F238E27FC236}">
                  <a16:creationId xmlns:a16="http://schemas.microsoft.com/office/drawing/2014/main" id="{15B492E0-D75A-2983-AC11-DCACD240DFB3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3314;p46">
            <a:extLst>
              <a:ext uri="{FF2B5EF4-FFF2-40B4-BE49-F238E27FC236}">
                <a16:creationId xmlns:a16="http://schemas.microsoft.com/office/drawing/2014/main" id="{3D1FE0AC-4F8A-4741-AA9A-1A648521CEAB}"/>
              </a:ext>
            </a:extLst>
          </p:cNvPr>
          <p:cNvSpPr txBox="1"/>
          <p:nvPr/>
        </p:nvSpPr>
        <p:spPr>
          <a:xfrm>
            <a:off x="1239391" y="2647247"/>
            <a:ext cx="76154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Complejidad en el modelado de entidades relacionadas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Ajustes necesarios en autenticación y </a:t>
            </a:r>
            <a:r>
              <a:rPr lang="es-ES" sz="18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hashing</a:t>
            </a: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SHA-256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Desafíos en la integración de inventario y servicios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Limitaciones de tiempo para módulos avanzados como el SII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Limitaciones económicas para integraciones como </a:t>
            </a:r>
            <a:r>
              <a:rPr lang="es-ES" sz="1800" dirty="0" err="1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API’s</a:t>
            </a: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 externas de repuestos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Toma de decisiones sobre el orden y priorización de las tareas a realizar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Variaciones en estructura de tablas que requirieron migraciones en el sistema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sz="1800" dirty="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" name="Google Shape;2758;p34">
            <a:extLst>
              <a:ext uri="{FF2B5EF4-FFF2-40B4-BE49-F238E27FC236}">
                <a16:creationId xmlns:a16="http://schemas.microsoft.com/office/drawing/2014/main" id="{EEC31EC9-0B8C-C62B-BAE6-CBF3B92460BC}"/>
              </a:ext>
            </a:extLst>
          </p:cNvPr>
          <p:cNvSpPr txBox="1">
            <a:spLocks/>
          </p:cNvSpPr>
          <p:nvPr/>
        </p:nvSpPr>
        <p:spPr>
          <a:xfrm>
            <a:off x="601662" y="-499261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3C10061D-97EE-2522-8EAE-A28DE0D7F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408" y="169517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8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AF0D0-E8A7-97F7-E549-3FDC8BAF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256" y="766955"/>
            <a:ext cx="4767485" cy="2158171"/>
          </a:xfrm>
          <a:prstGeom prst="rect">
            <a:avLst/>
          </a:prstGeom>
        </p:spPr>
      </p:pic>
      <p:sp>
        <p:nvSpPr>
          <p:cNvPr id="4" name="Google Shape;4573;p70">
            <a:extLst>
              <a:ext uri="{FF2B5EF4-FFF2-40B4-BE49-F238E27FC236}">
                <a16:creationId xmlns:a16="http://schemas.microsoft.com/office/drawing/2014/main" id="{47E29F73-A0F9-0E4F-00DE-E93A0134787C}"/>
              </a:ext>
            </a:extLst>
          </p:cNvPr>
          <p:cNvSpPr txBox="1">
            <a:spLocks/>
          </p:cNvSpPr>
          <p:nvPr/>
        </p:nvSpPr>
        <p:spPr>
          <a:xfrm>
            <a:off x="2335649" y="2366076"/>
            <a:ext cx="4472700" cy="11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chemeClr val="dk1"/>
              </a:buClr>
              <a:buSzPts val="1100"/>
              <a:buNone/>
              <a:defRPr sz="1800" b="1">
                <a:solidFill>
                  <a:schemeClr val="lt1"/>
                </a:solidFill>
                <a:latin typeface="Exo"/>
                <a:ea typeface="Exo"/>
                <a:cs typeface="Exo"/>
                <a:sym typeface="PT Sans"/>
              </a:defRPr>
            </a:lvl1pPr>
            <a:lvl2pPr marL="9144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indent="-317500" algn="ctr">
              <a:buClr>
                <a:schemeClr val="lt1"/>
              </a:buClr>
              <a:buSzPts val="1400"/>
              <a:buFont typeface="PT Sans"/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 dirty="0">
                <a:sym typeface="Exo"/>
              </a:rPr>
              <a:t>Do you have any questions?</a:t>
            </a:r>
          </a:p>
        </p:txBody>
      </p:sp>
      <p:pic>
        <p:nvPicPr>
          <p:cNvPr id="3074" name="Picture 2" descr="Question Animated Icon | Free communications Animated Icon">
            <a:extLst>
              <a:ext uri="{FF2B5EF4-FFF2-40B4-BE49-F238E27FC236}">
                <a16:creationId xmlns:a16="http://schemas.microsoft.com/office/drawing/2014/main" id="{13EBEB8A-D8E8-A6CA-1EED-51FD70EE8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788" y="2453957"/>
            <a:ext cx="2158172" cy="215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2758;p34">
            <a:extLst>
              <a:ext uri="{FF2B5EF4-FFF2-40B4-BE49-F238E27FC236}">
                <a16:creationId xmlns:a16="http://schemas.microsoft.com/office/drawing/2014/main" id="{295E87E3-0AF9-4BFA-2313-D824B612EA6C}"/>
              </a:ext>
            </a:extLst>
          </p:cNvPr>
          <p:cNvSpPr txBox="1">
            <a:spLocks/>
          </p:cNvSpPr>
          <p:nvPr/>
        </p:nvSpPr>
        <p:spPr>
          <a:xfrm>
            <a:off x="506949" y="-427158"/>
            <a:ext cx="2211021" cy="1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</a:rPr>
              <a:t>MechaGestionEX</a:t>
            </a:r>
            <a:endParaRPr lang="en-US" sz="1800" dirty="0"/>
          </a:p>
        </p:txBody>
      </p:sp>
      <p:pic>
        <p:nvPicPr>
          <p:cNvPr id="7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823790E-F7B3-B3F6-9D61-807D0ED06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349" y="369399"/>
            <a:ext cx="2114268" cy="528567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528855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EC0FD975435A41AF7AC8D8236C43CA" ma:contentTypeVersion="11" ma:contentTypeDescription="Crear nuevo documento." ma:contentTypeScope="" ma:versionID="30c0518b26ac972961294d54be3c3cad">
  <xsd:schema xmlns:xsd="http://www.w3.org/2001/XMLSchema" xmlns:xs="http://www.w3.org/2001/XMLSchema" xmlns:p="http://schemas.microsoft.com/office/2006/metadata/properties" xmlns:ns3="1263d6ba-4edf-4eab-8758-03fab1903347" xmlns:ns4="de629790-9e27-498b-bb6f-05ba780effdf" targetNamespace="http://schemas.microsoft.com/office/2006/metadata/properties" ma:root="true" ma:fieldsID="df247ea17c677835539220fae5ac6e21" ns3:_="" ns4:_="">
    <xsd:import namespace="1263d6ba-4edf-4eab-8758-03fab1903347"/>
    <xsd:import namespace="de629790-9e27-498b-bb6f-05ba780eff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d6ba-4edf-4eab-8758-03fab19033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629790-9e27-498b-bb6f-05ba780effd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63d6ba-4edf-4eab-8758-03fab1903347" xsi:nil="true"/>
  </documentManagement>
</p:properties>
</file>

<file path=customXml/itemProps1.xml><?xml version="1.0" encoding="utf-8"?>
<ds:datastoreItem xmlns:ds="http://schemas.openxmlformats.org/officeDocument/2006/customXml" ds:itemID="{9CF9945C-2A12-4F42-AB63-4820B3D190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63d6ba-4edf-4eab-8758-03fab1903347"/>
    <ds:schemaRef ds:uri="de629790-9e27-498b-bb6f-05ba780eff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B14716-1642-4AF1-BCDB-1DADD5C00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808C80-2BEC-4EE9-9E33-1EF56DC20A34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de629790-9e27-498b-bb6f-05ba780effdf"/>
    <ds:schemaRef ds:uri="http://purl.org/dc/terms/"/>
    <ds:schemaRef ds:uri="http://schemas.openxmlformats.org/package/2006/metadata/core-properties"/>
    <ds:schemaRef ds:uri="http://schemas.microsoft.com/office/2006/metadata/properties"/>
    <ds:schemaRef ds:uri="1263d6ba-4edf-4eab-8758-03fab1903347"/>
  </ds:schemaRefs>
</ds:datastoreItem>
</file>

<file path=docMetadata/LabelInfo.xml><?xml version="1.0" encoding="utf-8"?>
<clbl:labelList xmlns:clbl="http://schemas.microsoft.com/office/2020/mipLabelMetadata">
  <clbl:label id="{1c3ba50a-93e8-411f-aceb-87183474575f}" enabled="1" method="Standard" siteId="{3bfeb222-e42c-4535-aace-ea6f7751369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621</Words>
  <Application>Microsoft Office PowerPoint</Application>
  <PresentationFormat>Presentación en pantalla (16:9)</PresentationFormat>
  <Paragraphs>160</Paragraphs>
  <Slides>17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Roboto Condensed Light</vt:lpstr>
      <vt:lpstr>PT Sans</vt:lpstr>
      <vt:lpstr>Arial</vt:lpstr>
      <vt:lpstr>Exo</vt:lpstr>
      <vt:lpstr>Data Center Business Plan by Slidesgo</vt:lpstr>
      <vt:lpstr>MechaGestionEX PRESENTACIÓN FINAL CAPSTONE</vt:lpstr>
      <vt:lpstr>INTEGRANTES DEL PROYECTO</vt:lpstr>
      <vt:lpstr>DESCRIPCIONES DEL PROYECTO</vt:lpstr>
      <vt:lpstr>OBJETIVO GENERAL</vt:lpstr>
      <vt:lpstr>Presentación de PowerPoint</vt:lpstr>
      <vt:lpstr>ALCANCES Y LIMITACIONES  DEL PROYECTO</vt:lpstr>
      <vt:lpstr>METODOLOGÍA DE TRABAJO PARA EL DESARROLLO DEL PROYECTO </vt:lpstr>
      <vt:lpstr>FASES DEL DESARROLLO DEL PROYECTO</vt:lpstr>
      <vt:lpstr>CRONOGRAMA PARA EL DESARROLLO DEL PROYECTO</vt:lpstr>
      <vt:lpstr>ARQUITECTURA DEL SOFTWARE</vt:lpstr>
      <vt:lpstr>MODELO DE DATOS</vt:lpstr>
      <vt:lpstr>TECNOLOGÍAS UTILIZADAS</vt:lpstr>
      <vt:lpstr>Presentación de PowerPoint</vt:lpstr>
      <vt:lpstr>RESULTADOS OBTENIDOS</vt:lpstr>
      <vt:lpstr>Obstáculos presentados durante el desarrollo</vt:lpstr>
      <vt:lpstr>OBSTÁCULOS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Garcia, Vanessa</dc:creator>
  <cp:lastModifiedBy>CARLOS . HERRERA ALMENDRA</cp:lastModifiedBy>
  <cp:revision>6</cp:revision>
  <dcterms:modified xsi:type="dcterms:W3CDTF">2025-12-03T03:49:56Z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0x01010086EC0FD975435A41AF7AC8D8236C43CA</vt:lpwstr>
  </property>
</Properties>
</file>