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</p:sldMasterIdLst>
  <p:notesMasterIdLst>
    <p:notesMasterId r:id="rId21"/>
  </p:notesMasterIdLst>
  <p:sldIdLst>
    <p:sldId id="256" r:id="rId2"/>
    <p:sldId id="257" r:id="rId3"/>
    <p:sldId id="340" r:id="rId4"/>
    <p:sldId id="341" r:id="rId5"/>
    <p:sldId id="258" r:id="rId6"/>
    <p:sldId id="259" r:id="rId7"/>
    <p:sldId id="317" r:id="rId8"/>
    <p:sldId id="260" r:id="rId9"/>
    <p:sldId id="264" r:id="rId10"/>
    <p:sldId id="275" r:id="rId11"/>
    <p:sldId id="272" r:id="rId12"/>
    <p:sldId id="328" r:id="rId13"/>
    <p:sldId id="329" r:id="rId14"/>
    <p:sldId id="277" r:id="rId15"/>
    <p:sldId id="271" r:id="rId16"/>
    <p:sldId id="334" r:id="rId17"/>
    <p:sldId id="336" r:id="rId18"/>
    <p:sldId id="333" r:id="rId19"/>
    <p:sldId id="339" r:id="rId20"/>
  </p:sldIdLst>
  <p:sldSz cx="9144000" cy="5143500" type="screen16x9"/>
  <p:notesSz cx="6858000" cy="9144000"/>
  <p:embeddedFontLst>
    <p:embeddedFont>
      <p:font typeface="Exo" panose="020B0604020202020204" charset="0"/>
      <p:regular r:id="rId22"/>
      <p:bold r:id="rId23"/>
      <p:italic r:id="rId24"/>
      <p:boldItalic r:id="rId25"/>
    </p:embeddedFont>
    <p:embeddedFont>
      <p:font typeface="PT Sans" panose="020B0503020203020204" pitchFamily="34" charset="0"/>
      <p:regular r:id="rId26"/>
      <p:bold r:id="rId27"/>
      <p:italic r:id="rId28"/>
      <p:boldItalic r:id="rId29"/>
    </p:embeddedFont>
    <p:embeddedFont>
      <p:font typeface="Roboto Condensed Light" panose="02000000000000000000" pitchFamily="2" charset="0"/>
      <p:regular r:id="rId30"/>
      <p: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5966316-5B18-4F0C-AE63-72FA37444D50}" v="7" dt="2025-11-29T04:45:37.409"/>
  </p1510:revLst>
</p1510:revInfo>
</file>

<file path=ppt/tableStyles.xml><?xml version="1.0" encoding="utf-8"?>
<a:tblStyleLst xmlns:a="http://schemas.openxmlformats.org/drawingml/2006/main" def="{3DB1271F-E701-484A-95C6-EB249B6E4E4E}">
  <a:tblStyle styleId="{3DB1271F-E701-484A-95C6-EB249B6E4E4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66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font" Target="fonts/font9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961CA89-7334-4AD1-9BE0-7AC005001DFD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2C5A6EFD-A4DF-4925-AE61-91AF444105B6}">
      <dgm:prSet/>
      <dgm:spPr/>
      <dgm:t>
        <a:bodyPr/>
        <a:lstStyle/>
        <a:p>
          <a:r>
            <a:rPr lang="es-CL" b="0" i="0" baseline="0"/>
            <a:t>Define arquitectura (capas Web / Infrastructure / Domain)</a:t>
          </a:r>
          <a:endParaRPr lang="en-US"/>
        </a:p>
      </dgm:t>
    </dgm:pt>
    <dgm:pt modelId="{CAF46DB5-59E0-4367-AA2A-0FA89C52644F}" type="parTrans" cxnId="{3A38C20D-7EFD-4CFF-93FE-F39A5EB55225}">
      <dgm:prSet/>
      <dgm:spPr/>
      <dgm:t>
        <a:bodyPr/>
        <a:lstStyle/>
        <a:p>
          <a:endParaRPr lang="en-US"/>
        </a:p>
      </dgm:t>
    </dgm:pt>
    <dgm:pt modelId="{18CB9A2C-0A21-4392-A849-F2DA7F1E4E2E}" type="sibTrans" cxnId="{3A38C20D-7EFD-4CFF-93FE-F39A5EB55225}">
      <dgm:prSet/>
      <dgm:spPr/>
      <dgm:t>
        <a:bodyPr/>
        <a:lstStyle/>
        <a:p>
          <a:endParaRPr lang="en-US"/>
        </a:p>
      </dgm:t>
    </dgm:pt>
    <dgm:pt modelId="{E7E80315-AE26-42C6-A6DD-751C32E96B3F}">
      <dgm:prSet/>
      <dgm:spPr/>
      <dgm:t>
        <a:bodyPr/>
        <a:lstStyle/>
        <a:p>
          <a:r>
            <a:rPr lang="es-CL" b="0" i="0" baseline="0"/>
            <a:t>Diseña seguridad (cookies, roles/claims, hashing SHA-256)</a:t>
          </a:r>
          <a:endParaRPr lang="en-US"/>
        </a:p>
      </dgm:t>
    </dgm:pt>
    <dgm:pt modelId="{A2CB9696-5C64-4B99-B47F-3CE3BF44733C}" type="parTrans" cxnId="{35ED35DF-F156-4C72-8A40-4FEE1A0CAEA4}">
      <dgm:prSet/>
      <dgm:spPr/>
      <dgm:t>
        <a:bodyPr/>
        <a:lstStyle/>
        <a:p>
          <a:endParaRPr lang="en-US"/>
        </a:p>
      </dgm:t>
    </dgm:pt>
    <dgm:pt modelId="{7AD6A7FE-16A8-493A-92AF-C91FBA13CD92}" type="sibTrans" cxnId="{35ED35DF-F156-4C72-8A40-4FEE1A0CAEA4}">
      <dgm:prSet/>
      <dgm:spPr/>
      <dgm:t>
        <a:bodyPr/>
        <a:lstStyle/>
        <a:p>
          <a:endParaRPr lang="en-US"/>
        </a:p>
      </dgm:t>
    </dgm:pt>
    <dgm:pt modelId="{70038789-E4F0-4DC8-9912-006DCD7EDAC5}">
      <dgm:prSet/>
      <dgm:spPr/>
      <dgm:t>
        <a:bodyPr/>
        <a:lstStyle/>
        <a:p>
          <a:r>
            <a:rPr lang="es-CL" b="0" i="0" baseline="0"/>
            <a:t>Modela y mantiene la base de datos y DbContext</a:t>
          </a:r>
          <a:endParaRPr lang="en-US"/>
        </a:p>
      </dgm:t>
    </dgm:pt>
    <dgm:pt modelId="{1204BA1A-86B0-4B30-837E-7B357EBFBF07}" type="parTrans" cxnId="{520C4822-0A49-4CB5-A7D6-AE5B5E59FB55}">
      <dgm:prSet/>
      <dgm:spPr/>
      <dgm:t>
        <a:bodyPr/>
        <a:lstStyle/>
        <a:p>
          <a:endParaRPr lang="en-US"/>
        </a:p>
      </dgm:t>
    </dgm:pt>
    <dgm:pt modelId="{6F9F0914-64DC-4C4B-8402-3BCE678ECD4D}" type="sibTrans" cxnId="{520C4822-0A49-4CB5-A7D6-AE5B5E59FB55}">
      <dgm:prSet/>
      <dgm:spPr/>
      <dgm:t>
        <a:bodyPr/>
        <a:lstStyle/>
        <a:p>
          <a:endParaRPr lang="en-US"/>
        </a:p>
      </dgm:t>
    </dgm:pt>
    <dgm:pt modelId="{B1871526-F15F-4DE9-94ED-D5CF45934C0D}">
      <dgm:prSet/>
      <dgm:spPr/>
      <dgm:t>
        <a:bodyPr/>
        <a:lstStyle/>
        <a:p>
          <a:r>
            <a:rPr lang="es-CL" b="0" i="0" baseline="0"/>
            <a:t>Desarrolla controladores y lógica de negocio principales</a:t>
          </a:r>
          <a:endParaRPr lang="en-US"/>
        </a:p>
      </dgm:t>
    </dgm:pt>
    <dgm:pt modelId="{C3F5EE4C-DD96-43A7-8487-7AF1519A2BA5}" type="parTrans" cxnId="{D55B9224-269B-4865-8C54-DC399C1C2E37}">
      <dgm:prSet/>
      <dgm:spPr/>
      <dgm:t>
        <a:bodyPr/>
        <a:lstStyle/>
        <a:p>
          <a:endParaRPr lang="en-US"/>
        </a:p>
      </dgm:t>
    </dgm:pt>
    <dgm:pt modelId="{2B38EA3F-D38B-45E3-A400-CD91FC797790}" type="sibTrans" cxnId="{D55B9224-269B-4865-8C54-DC399C1C2E37}">
      <dgm:prSet/>
      <dgm:spPr/>
      <dgm:t>
        <a:bodyPr/>
        <a:lstStyle/>
        <a:p>
          <a:endParaRPr lang="en-US"/>
        </a:p>
      </dgm:t>
    </dgm:pt>
    <dgm:pt modelId="{EF132D68-8EE1-407A-B3DC-17BE436467C7}">
      <dgm:prSet/>
      <dgm:spPr/>
      <dgm:t>
        <a:bodyPr/>
        <a:lstStyle/>
        <a:p>
          <a:r>
            <a:rPr lang="es-CL" b="0" i="0" baseline="0"/>
            <a:t>Asegura rendimiento, consistencia transaccional y trazabilidad</a:t>
          </a:r>
          <a:endParaRPr lang="en-US"/>
        </a:p>
      </dgm:t>
    </dgm:pt>
    <dgm:pt modelId="{6DCA2B76-C41C-45A1-B95E-E4CCA2E5E815}" type="parTrans" cxnId="{B3E7FE9A-EDA6-4733-87F0-3AE289F91B6F}">
      <dgm:prSet/>
      <dgm:spPr/>
      <dgm:t>
        <a:bodyPr/>
        <a:lstStyle/>
        <a:p>
          <a:endParaRPr lang="en-US"/>
        </a:p>
      </dgm:t>
    </dgm:pt>
    <dgm:pt modelId="{2C4E70F0-1411-4CDE-824F-5199A3FF6CCE}" type="sibTrans" cxnId="{B3E7FE9A-EDA6-4733-87F0-3AE289F91B6F}">
      <dgm:prSet/>
      <dgm:spPr/>
      <dgm:t>
        <a:bodyPr/>
        <a:lstStyle/>
        <a:p>
          <a:endParaRPr lang="en-US"/>
        </a:p>
      </dgm:t>
    </dgm:pt>
    <dgm:pt modelId="{C9C029A5-B8D4-48E3-8451-B536C995B50D}">
      <dgm:prSet/>
      <dgm:spPr/>
      <dgm:t>
        <a:bodyPr/>
        <a:lstStyle/>
        <a:p>
          <a:r>
            <a:rPr lang="es-CL" b="0" i="0" baseline="0"/>
            <a:t>Gestiona migraciones y configuración de despliegue en DEV</a:t>
          </a:r>
          <a:endParaRPr lang="en-US"/>
        </a:p>
      </dgm:t>
    </dgm:pt>
    <dgm:pt modelId="{91D3AA89-FED1-45D2-A11D-F346BB9B014F}" type="parTrans" cxnId="{598C6F66-8796-4E1F-8D81-705B4AF4DCC4}">
      <dgm:prSet/>
      <dgm:spPr/>
      <dgm:t>
        <a:bodyPr/>
        <a:lstStyle/>
        <a:p>
          <a:endParaRPr lang="en-US"/>
        </a:p>
      </dgm:t>
    </dgm:pt>
    <dgm:pt modelId="{509F4D8B-17BB-4F72-8095-2DFCE1116768}" type="sibTrans" cxnId="{598C6F66-8796-4E1F-8D81-705B4AF4DCC4}">
      <dgm:prSet/>
      <dgm:spPr/>
      <dgm:t>
        <a:bodyPr/>
        <a:lstStyle/>
        <a:p>
          <a:endParaRPr lang="en-US"/>
        </a:p>
      </dgm:t>
    </dgm:pt>
    <dgm:pt modelId="{7D8F5B21-9392-40F2-849F-5F23048C641F}" type="pres">
      <dgm:prSet presAssocID="{D961CA89-7334-4AD1-9BE0-7AC005001DFD}" presName="Name0" presStyleCnt="0">
        <dgm:presLayoutVars>
          <dgm:dir/>
          <dgm:resizeHandles val="exact"/>
        </dgm:presLayoutVars>
      </dgm:prSet>
      <dgm:spPr/>
    </dgm:pt>
    <dgm:pt modelId="{C504E58A-8892-4B70-BF28-252AB702374E}" type="pres">
      <dgm:prSet presAssocID="{2C5A6EFD-A4DF-4925-AE61-91AF444105B6}" presName="node" presStyleLbl="node1" presStyleIdx="0" presStyleCnt="6">
        <dgm:presLayoutVars>
          <dgm:bulletEnabled val="1"/>
        </dgm:presLayoutVars>
      </dgm:prSet>
      <dgm:spPr/>
    </dgm:pt>
    <dgm:pt modelId="{E86A5CA9-1B15-4BE9-B630-59D1E2196D80}" type="pres">
      <dgm:prSet presAssocID="{18CB9A2C-0A21-4392-A849-F2DA7F1E4E2E}" presName="sibTrans" presStyleLbl="sibTrans1D1" presStyleIdx="0" presStyleCnt="5"/>
      <dgm:spPr/>
    </dgm:pt>
    <dgm:pt modelId="{65280C72-6E27-4602-9A72-03B5A35C318A}" type="pres">
      <dgm:prSet presAssocID="{18CB9A2C-0A21-4392-A849-F2DA7F1E4E2E}" presName="connectorText" presStyleLbl="sibTrans1D1" presStyleIdx="0" presStyleCnt="5"/>
      <dgm:spPr/>
    </dgm:pt>
    <dgm:pt modelId="{26C5D3F3-91B1-42A1-B33B-8058728AA576}" type="pres">
      <dgm:prSet presAssocID="{E7E80315-AE26-42C6-A6DD-751C32E96B3F}" presName="node" presStyleLbl="node1" presStyleIdx="1" presStyleCnt="6">
        <dgm:presLayoutVars>
          <dgm:bulletEnabled val="1"/>
        </dgm:presLayoutVars>
      </dgm:prSet>
      <dgm:spPr/>
    </dgm:pt>
    <dgm:pt modelId="{0D8090FE-D33A-48EA-BB8C-BD2147D88776}" type="pres">
      <dgm:prSet presAssocID="{7AD6A7FE-16A8-493A-92AF-C91FBA13CD92}" presName="sibTrans" presStyleLbl="sibTrans1D1" presStyleIdx="1" presStyleCnt="5"/>
      <dgm:spPr/>
    </dgm:pt>
    <dgm:pt modelId="{C6A8EB00-625F-4CD2-B065-A48B6DFA9143}" type="pres">
      <dgm:prSet presAssocID="{7AD6A7FE-16A8-493A-92AF-C91FBA13CD92}" presName="connectorText" presStyleLbl="sibTrans1D1" presStyleIdx="1" presStyleCnt="5"/>
      <dgm:spPr/>
    </dgm:pt>
    <dgm:pt modelId="{1BFC17F6-DC1C-4C94-B7D6-9A4307E63E93}" type="pres">
      <dgm:prSet presAssocID="{70038789-E4F0-4DC8-9912-006DCD7EDAC5}" presName="node" presStyleLbl="node1" presStyleIdx="2" presStyleCnt="6">
        <dgm:presLayoutVars>
          <dgm:bulletEnabled val="1"/>
        </dgm:presLayoutVars>
      </dgm:prSet>
      <dgm:spPr/>
    </dgm:pt>
    <dgm:pt modelId="{0AB5D35F-FCAE-497D-93B0-51E744F1AA46}" type="pres">
      <dgm:prSet presAssocID="{6F9F0914-64DC-4C4B-8402-3BCE678ECD4D}" presName="sibTrans" presStyleLbl="sibTrans1D1" presStyleIdx="2" presStyleCnt="5"/>
      <dgm:spPr/>
    </dgm:pt>
    <dgm:pt modelId="{3B3F9A9F-4CBF-4BD1-B663-81AE3DA95742}" type="pres">
      <dgm:prSet presAssocID="{6F9F0914-64DC-4C4B-8402-3BCE678ECD4D}" presName="connectorText" presStyleLbl="sibTrans1D1" presStyleIdx="2" presStyleCnt="5"/>
      <dgm:spPr/>
    </dgm:pt>
    <dgm:pt modelId="{2C81DAD5-D0A7-4657-B844-BD4548FCB345}" type="pres">
      <dgm:prSet presAssocID="{B1871526-F15F-4DE9-94ED-D5CF45934C0D}" presName="node" presStyleLbl="node1" presStyleIdx="3" presStyleCnt="6">
        <dgm:presLayoutVars>
          <dgm:bulletEnabled val="1"/>
        </dgm:presLayoutVars>
      </dgm:prSet>
      <dgm:spPr/>
    </dgm:pt>
    <dgm:pt modelId="{F6637B28-A910-4790-8C6C-DEF7FEC7912C}" type="pres">
      <dgm:prSet presAssocID="{2B38EA3F-D38B-45E3-A400-CD91FC797790}" presName="sibTrans" presStyleLbl="sibTrans1D1" presStyleIdx="3" presStyleCnt="5"/>
      <dgm:spPr/>
    </dgm:pt>
    <dgm:pt modelId="{734CD30E-57A5-4B74-9B37-2B2D3A3587DC}" type="pres">
      <dgm:prSet presAssocID="{2B38EA3F-D38B-45E3-A400-CD91FC797790}" presName="connectorText" presStyleLbl="sibTrans1D1" presStyleIdx="3" presStyleCnt="5"/>
      <dgm:spPr/>
    </dgm:pt>
    <dgm:pt modelId="{220BB8C2-08D5-455C-9244-AA5336532ED8}" type="pres">
      <dgm:prSet presAssocID="{EF132D68-8EE1-407A-B3DC-17BE436467C7}" presName="node" presStyleLbl="node1" presStyleIdx="4" presStyleCnt="6">
        <dgm:presLayoutVars>
          <dgm:bulletEnabled val="1"/>
        </dgm:presLayoutVars>
      </dgm:prSet>
      <dgm:spPr/>
    </dgm:pt>
    <dgm:pt modelId="{C599E6C2-C373-447B-A999-DD66DE044F16}" type="pres">
      <dgm:prSet presAssocID="{2C4E70F0-1411-4CDE-824F-5199A3FF6CCE}" presName="sibTrans" presStyleLbl="sibTrans1D1" presStyleIdx="4" presStyleCnt="5"/>
      <dgm:spPr/>
    </dgm:pt>
    <dgm:pt modelId="{15B88789-624A-462B-A3AB-23560DAF619E}" type="pres">
      <dgm:prSet presAssocID="{2C4E70F0-1411-4CDE-824F-5199A3FF6CCE}" presName="connectorText" presStyleLbl="sibTrans1D1" presStyleIdx="4" presStyleCnt="5"/>
      <dgm:spPr/>
    </dgm:pt>
    <dgm:pt modelId="{8B5EEA37-3CB2-405F-A142-D65BDC4DB1C4}" type="pres">
      <dgm:prSet presAssocID="{C9C029A5-B8D4-48E3-8451-B536C995B50D}" presName="node" presStyleLbl="node1" presStyleIdx="5" presStyleCnt="6">
        <dgm:presLayoutVars>
          <dgm:bulletEnabled val="1"/>
        </dgm:presLayoutVars>
      </dgm:prSet>
      <dgm:spPr/>
    </dgm:pt>
  </dgm:ptLst>
  <dgm:cxnLst>
    <dgm:cxn modelId="{ED604201-D36C-409E-8A84-4411B79EEDCD}" type="presOf" srcId="{18CB9A2C-0A21-4392-A849-F2DA7F1E4E2E}" destId="{E86A5CA9-1B15-4BE9-B630-59D1E2196D80}" srcOrd="0" destOrd="0" presId="urn:microsoft.com/office/officeart/2016/7/layout/RepeatingBendingProcessNew"/>
    <dgm:cxn modelId="{3A38C20D-7EFD-4CFF-93FE-F39A5EB55225}" srcId="{D961CA89-7334-4AD1-9BE0-7AC005001DFD}" destId="{2C5A6EFD-A4DF-4925-AE61-91AF444105B6}" srcOrd="0" destOrd="0" parTransId="{CAF46DB5-59E0-4367-AA2A-0FA89C52644F}" sibTransId="{18CB9A2C-0A21-4392-A849-F2DA7F1E4E2E}"/>
    <dgm:cxn modelId="{684B4316-2A64-4D3C-8BD3-D69515BD281E}" type="presOf" srcId="{E7E80315-AE26-42C6-A6DD-751C32E96B3F}" destId="{26C5D3F3-91B1-42A1-B33B-8058728AA576}" srcOrd="0" destOrd="0" presId="urn:microsoft.com/office/officeart/2016/7/layout/RepeatingBendingProcessNew"/>
    <dgm:cxn modelId="{13D46F18-524A-4A66-B2FE-13F19A070238}" type="presOf" srcId="{2B38EA3F-D38B-45E3-A400-CD91FC797790}" destId="{734CD30E-57A5-4B74-9B37-2B2D3A3587DC}" srcOrd="1" destOrd="0" presId="urn:microsoft.com/office/officeart/2016/7/layout/RepeatingBendingProcessNew"/>
    <dgm:cxn modelId="{520C4822-0A49-4CB5-A7D6-AE5B5E59FB55}" srcId="{D961CA89-7334-4AD1-9BE0-7AC005001DFD}" destId="{70038789-E4F0-4DC8-9912-006DCD7EDAC5}" srcOrd="2" destOrd="0" parTransId="{1204BA1A-86B0-4B30-837E-7B357EBFBF07}" sibTransId="{6F9F0914-64DC-4C4B-8402-3BCE678ECD4D}"/>
    <dgm:cxn modelId="{D55B9224-269B-4865-8C54-DC399C1C2E37}" srcId="{D961CA89-7334-4AD1-9BE0-7AC005001DFD}" destId="{B1871526-F15F-4DE9-94ED-D5CF45934C0D}" srcOrd="3" destOrd="0" parTransId="{C3F5EE4C-DD96-43A7-8487-7AF1519A2BA5}" sibTransId="{2B38EA3F-D38B-45E3-A400-CD91FC797790}"/>
    <dgm:cxn modelId="{15772B63-9B6F-416E-8847-B0A5C85EBEE8}" type="presOf" srcId="{7AD6A7FE-16A8-493A-92AF-C91FBA13CD92}" destId="{C6A8EB00-625F-4CD2-B065-A48B6DFA9143}" srcOrd="1" destOrd="0" presId="urn:microsoft.com/office/officeart/2016/7/layout/RepeatingBendingProcessNew"/>
    <dgm:cxn modelId="{C0C64645-6D42-4570-8960-D99B3D8CD150}" type="presOf" srcId="{6F9F0914-64DC-4C4B-8402-3BCE678ECD4D}" destId="{3B3F9A9F-4CBF-4BD1-B663-81AE3DA95742}" srcOrd="1" destOrd="0" presId="urn:microsoft.com/office/officeart/2016/7/layout/RepeatingBendingProcessNew"/>
    <dgm:cxn modelId="{598C6F66-8796-4E1F-8D81-705B4AF4DCC4}" srcId="{D961CA89-7334-4AD1-9BE0-7AC005001DFD}" destId="{C9C029A5-B8D4-48E3-8451-B536C995B50D}" srcOrd="5" destOrd="0" parTransId="{91D3AA89-FED1-45D2-A11D-F346BB9B014F}" sibTransId="{509F4D8B-17BB-4F72-8095-2DFCE1116768}"/>
    <dgm:cxn modelId="{A84C0E49-BE3F-40CD-9FDD-3ED3625740B6}" type="presOf" srcId="{6F9F0914-64DC-4C4B-8402-3BCE678ECD4D}" destId="{0AB5D35F-FCAE-497D-93B0-51E744F1AA46}" srcOrd="0" destOrd="0" presId="urn:microsoft.com/office/officeart/2016/7/layout/RepeatingBendingProcessNew"/>
    <dgm:cxn modelId="{838A3049-4CDC-47BA-8A28-A506CDBBC178}" type="presOf" srcId="{2C4E70F0-1411-4CDE-824F-5199A3FF6CCE}" destId="{15B88789-624A-462B-A3AB-23560DAF619E}" srcOrd="1" destOrd="0" presId="urn:microsoft.com/office/officeart/2016/7/layout/RepeatingBendingProcessNew"/>
    <dgm:cxn modelId="{2DBA434E-359C-4ADC-899F-4D4E3543951F}" type="presOf" srcId="{2C5A6EFD-A4DF-4925-AE61-91AF444105B6}" destId="{C504E58A-8892-4B70-BF28-252AB702374E}" srcOrd="0" destOrd="0" presId="urn:microsoft.com/office/officeart/2016/7/layout/RepeatingBendingProcessNew"/>
    <dgm:cxn modelId="{8C4B1073-9917-4E57-9041-2BFC943A770F}" type="presOf" srcId="{EF132D68-8EE1-407A-B3DC-17BE436467C7}" destId="{220BB8C2-08D5-455C-9244-AA5336532ED8}" srcOrd="0" destOrd="0" presId="urn:microsoft.com/office/officeart/2016/7/layout/RepeatingBendingProcessNew"/>
    <dgm:cxn modelId="{ACDB4B73-347E-4346-AE99-68C048890721}" type="presOf" srcId="{18CB9A2C-0A21-4392-A849-F2DA7F1E4E2E}" destId="{65280C72-6E27-4602-9A72-03B5A35C318A}" srcOrd="1" destOrd="0" presId="urn:microsoft.com/office/officeart/2016/7/layout/RepeatingBendingProcessNew"/>
    <dgm:cxn modelId="{BD66BE84-FE17-47BF-BCD7-6381DCAD4B84}" type="presOf" srcId="{2B38EA3F-D38B-45E3-A400-CD91FC797790}" destId="{F6637B28-A910-4790-8C6C-DEF7FEC7912C}" srcOrd="0" destOrd="0" presId="urn:microsoft.com/office/officeart/2016/7/layout/RepeatingBendingProcessNew"/>
    <dgm:cxn modelId="{E0DCA785-9E4C-4365-A1DD-4B2490276127}" type="presOf" srcId="{7AD6A7FE-16A8-493A-92AF-C91FBA13CD92}" destId="{0D8090FE-D33A-48EA-BB8C-BD2147D88776}" srcOrd="0" destOrd="0" presId="urn:microsoft.com/office/officeart/2016/7/layout/RepeatingBendingProcessNew"/>
    <dgm:cxn modelId="{C0EFB58D-2F28-4520-9BC7-07ED603B8F0C}" type="presOf" srcId="{70038789-E4F0-4DC8-9912-006DCD7EDAC5}" destId="{1BFC17F6-DC1C-4C94-B7D6-9A4307E63E93}" srcOrd="0" destOrd="0" presId="urn:microsoft.com/office/officeart/2016/7/layout/RepeatingBendingProcessNew"/>
    <dgm:cxn modelId="{B3E7FE9A-EDA6-4733-87F0-3AE289F91B6F}" srcId="{D961CA89-7334-4AD1-9BE0-7AC005001DFD}" destId="{EF132D68-8EE1-407A-B3DC-17BE436467C7}" srcOrd="4" destOrd="0" parTransId="{6DCA2B76-C41C-45A1-B95E-E4CCA2E5E815}" sibTransId="{2C4E70F0-1411-4CDE-824F-5199A3FF6CCE}"/>
    <dgm:cxn modelId="{B5B254A5-BF7D-47F3-B4B0-0F560C095C6B}" type="presOf" srcId="{C9C029A5-B8D4-48E3-8451-B536C995B50D}" destId="{8B5EEA37-3CB2-405F-A142-D65BDC4DB1C4}" srcOrd="0" destOrd="0" presId="urn:microsoft.com/office/officeart/2016/7/layout/RepeatingBendingProcessNew"/>
    <dgm:cxn modelId="{C0591FBD-2F0B-4C42-939B-42CF636642C4}" type="presOf" srcId="{B1871526-F15F-4DE9-94ED-D5CF45934C0D}" destId="{2C81DAD5-D0A7-4657-B844-BD4548FCB345}" srcOrd="0" destOrd="0" presId="urn:microsoft.com/office/officeart/2016/7/layout/RepeatingBendingProcessNew"/>
    <dgm:cxn modelId="{C762B7BE-CE4F-4DAA-8110-653C62BFD3C5}" type="presOf" srcId="{2C4E70F0-1411-4CDE-824F-5199A3FF6CCE}" destId="{C599E6C2-C373-447B-A999-DD66DE044F16}" srcOrd="0" destOrd="0" presId="urn:microsoft.com/office/officeart/2016/7/layout/RepeatingBendingProcessNew"/>
    <dgm:cxn modelId="{35ED35DF-F156-4C72-8A40-4FEE1A0CAEA4}" srcId="{D961CA89-7334-4AD1-9BE0-7AC005001DFD}" destId="{E7E80315-AE26-42C6-A6DD-751C32E96B3F}" srcOrd="1" destOrd="0" parTransId="{A2CB9696-5C64-4B99-B47F-3CE3BF44733C}" sibTransId="{7AD6A7FE-16A8-493A-92AF-C91FBA13CD92}"/>
    <dgm:cxn modelId="{E69D88E5-4734-4144-9475-983473BA0036}" type="presOf" srcId="{D961CA89-7334-4AD1-9BE0-7AC005001DFD}" destId="{7D8F5B21-9392-40F2-849F-5F23048C641F}" srcOrd="0" destOrd="0" presId="urn:microsoft.com/office/officeart/2016/7/layout/RepeatingBendingProcessNew"/>
    <dgm:cxn modelId="{7BBF20E1-5425-459B-B4CA-88DEDC7E3282}" type="presParOf" srcId="{7D8F5B21-9392-40F2-849F-5F23048C641F}" destId="{C504E58A-8892-4B70-BF28-252AB702374E}" srcOrd="0" destOrd="0" presId="urn:microsoft.com/office/officeart/2016/7/layout/RepeatingBendingProcessNew"/>
    <dgm:cxn modelId="{CF57BF43-2102-409D-AD6D-EFD9E59BDB15}" type="presParOf" srcId="{7D8F5B21-9392-40F2-849F-5F23048C641F}" destId="{E86A5CA9-1B15-4BE9-B630-59D1E2196D80}" srcOrd="1" destOrd="0" presId="urn:microsoft.com/office/officeart/2016/7/layout/RepeatingBendingProcessNew"/>
    <dgm:cxn modelId="{CF1FB757-79AE-44A3-B989-672ABA961893}" type="presParOf" srcId="{E86A5CA9-1B15-4BE9-B630-59D1E2196D80}" destId="{65280C72-6E27-4602-9A72-03B5A35C318A}" srcOrd="0" destOrd="0" presId="urn:microsoft.com/office/officeart/2016/7/layout/RepeatingBendingProcessNew"/>
    <dgm:cxn modelId="{C65C2474-66E7-4E9A-9032-DCBF80E2DF27}" type="presParOf" srcId="{7D8F5B21-9392-40F2-849F-5F23048C641F}" destId="{26C5D3F3-91B1-42A1-B33B-8058728AA576}" srcOrd="2" destOrd="0" presId="urn:microsoft.com/office/officeart/2016/7/layout/RepeatingBendingProcessNew"/>
    <dgm:cxn modelId="{74EE7C9A-8BE1-4214-84BF-7229CFF77F75}" type="presParOf" srcId="{7D8F5B21-9392-40F2-849F-5F23048C641F}" destId="{0D8090FE-D33A-48EA-BB8C-BD2147D88776}" srcOrd="3" destOrd="0" presId="urn:microsoft.com/office/officeart/2016/7/layout/RepeatingBendingProcessNew"/>
    <dgm:cxn modelId="{010E3268-E814-470A-82C0-F1BE2D267DDD}" type="presParOf" srcId="{0D8090FE-D33A-48EA-BB8C-BD2147D88776}" destId="{C6A8EB00-625F-4CD2-B065-A48B6DFA9143}" srcOrd="0" destOrd="0" presId="urn:microsoft.com/office/officeart/2016/7/layout/RepeatingBendingProcessNew"/>
    <dgm:cxn modelId="{1090794A-0F41-42F3-ADD6-7375F1E1BD69}" type="presParOf" srcId="{7D8F5B21-9392-40F2-849F-5F23048C641F}" destId="{1BFC17F6-DC1C-4C94-B7D6-9A4307E63E93}" srcOrd="4" destOrd="0" presId="urn:microsoft.com/office/officeart/2016/7/layout/RepeatingBendingProcessNew"/>
    <dgm:cxn modelId="{763616B8-DDCC-4808-94A3-749887C039A0}" type="presParOf" srcId="{7D8F5B21-9392-40F2-849F-5F23048C641F}" destId="{0AB5D35F-FCAE-497D-93B0-51E744F1AA46}" srcOrd="5" destOrd="0" presId="urn:microsoft.com/office/officeart/2016/7/layout/RepeatingBendingProcessNew"/>
    <dgm:cxn modelId="{BA9827FF-C417-483B-B119-3A91617B666F}" type="presParOf" srcId="{0AB5D35F-FCAE-497D-93B0-51E744F1AA46}" destId="{3B3F9A9F-4CBF-4BD1-B663-81AE3DA95742}" srcOrd="0" destOrd="0" presId="urn:microsoft.com/office/officeart/2016/7/layout/RepeatingBendingProcessNew"/>
    <dgm:cxn modelId="{2402B11E-4BFB-4F0F-8C50-9F4302AF3F72}" type="presParOf" srcId="{7D8F5B21-9392-40F2-849F-5F23048C641F}" destId="{2C81DAD5-D0A7-4657-B844-BD4548FCB345}" srcOrd="6" destOrd="0" presId="urn:microsoft.com/office/officeart/2016/7/layout/RepeatingBendingProcessNew"/>
    <dgm:cxn modelId="{38895878-4435-433F-8176-580910798678}" type="presParOf" srcId="{7D8F5B21-9392-40F2-849F-5F23048C641F}" destId="{F6637B28-A910-4790-8C6C-DEF7FEC7912C}" srcOrd="7" destOrd="0" presId="urn:microsoft.com/office/officeart/2016/7/layout/RepeatingBendingProcessNew"/>
    <dgm:cxn modelId="{2C35C4C2-7ADA-416E-9BE5-F0AF4376DF58}" type="presParOf" srcId="{F6637B28-A910-4790-8C6C-DEF7FEC7912C}" destId="{734CD30E-57A5-4B74-9B37-2B2D3A3587DC}" srcOrd="0" destOrd="0" presId="urn:microsoft.com/office/officeart/2016/7/layout/RepeatingBendingProcessNew"/>
    <dgm:cxn modelId="{9F79E417-14E9-40DE-8753-51B0C911CDAD}" type="presParOf" srcId="{7D8F5B21-9392-40F2-849F-5F23048C641F}" destId="{220BB8C2-08D5-455C-9244-AA5336532ED8}" srcOrd="8" destOrd="0" presId="urn:microsoft.com/office/officeart/2016/7/layout/RepeatingBendingProcessNew"/>
    <dgm:cxn modelId="{23EE0970-B6A0-4AB7-8F77-8BC701BA2FF5}" type="presParOf" srcId="{7D8F5B21-9392-40F2-849F-5F23048C641F}" destId="{C599E6C2-C373-447B-A999-DD66DE044F16}" srcOrd="9" destOrd="0" presId="urn:microsoft.com/office/officeart/2016/7/layout/RepeatingBendingProcessNew"/>
    <dgm:cxn modelId="{82FBBB37-6BD2-4569-9B1D-ACD2CD7B7D8C}" type="presParOf" srcId="{C599E6C2-C373-447B-A999-DD66DE044F16}" destId="{15B88789-624A-462B-A3AB-23560DAF619E}" srcOrd="0" destOrd="0" presId="urn:microsoft.com/office/officeart/2016/7/layout/RepeatingBendingProcessNew"/>
    <dgm:cxn modelId="{B6EFF80A-84B2-4163-8DFB-C7473D107DF7}" type="presParOf" srcId="{7D8F5B21-9392-40F2-849F-5F23048C641F}" destId="{8B5EEA37-3CB2-405F-A142-D65BDC4DB1C4}" srcOrd="10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B9E95AD-D0B1-42DF-AD9F-74FAEA43E4ED}" type="doc">
      <dgm:prSet loTypeId="urn:microsoft.com/office/officeart/2016/7/layout/RepeatingBendingProcessNew" loCatId="process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5271C5E-7306-4224-97F1-04BB80B6E8CD}">
      <dgm:prSet/>
      <dgm:spPr/>
      <dgm:t>
        <a:bodyPr/>
        <a:lstStyle/>
        <a:p>
          <a:r>
            <a:rPr lang="es-CL" b="0" i="0" baseline="0"/>
            <a:t>Levanta y gestiona requerimientos, priorizando el Product Backlog</a:t>
          </a:r>
          <a:endParaRPr lang="en-US"/>
        </a:p>
      </dgm:t>
    </dgm:pt>
    <dgm:pt modelId="{7A168A4F-E7EE-43A9-9CAC-AD73B728D44E}" type="parTrans" cxnId="{7A86FE2D-7390-4FCC-B4FB-F1D1492D211C}">
      <dgm:prSet/>
      <dgm:spPr/>
      <dgm:t>
        <a:bodyPr/>
        <a:lstStyle/>
        <a:p>
          <a:endParaRPr lang="en-US"/>
        </a:p>
      </dgm:t>
    </dgm:pt>
    <dgm:pt modelId="{1EB136B5-AB2A-4AA6-BFC6-3BD146559EE6}" type="sibTrans" cxnId="{7A86FE2D-7390-4FCC-B4FB-F1D1492D211C}">
      <dgm:prSet/>
      <dgm:spPr/>
      <dgm:t>
        <a:bodyPr/>
        <a:lstStyle/>
        <a:p>
          <a:endParaRPr lang="en-US"/>
        </a:p>
      </dgm:t>
    </dgm:pt>
    <dgm:pt modelId="{7BEEFBDA-9AB1-4BEB-81A4-AD45A06D1E0D}">
      <dgm:prSet/>
      <dgm:spPr/>
      <dgm:t>
        <a:bodyPr/>
        <a:lstStyle/>
        <a:p>
          <a:r>
            <a:rPr lang="es-CL" b="0" i="0" baseline="0"/>
            <a:t>Diseña UI/UX e implementa vistas Razor con Bootstrap 5</a:t>
          </a:r>
          <a:endParaRPr lang="en-US"/>
        </a:p>
      </dgm:t>
    </dgm:pt>
    <dgm:pt modelId="{0514FEED-A34B-4FE0-A480-AA5EB392761F}" type="parTrans" cxnId="{66EF71C6-C75D-47BE-AB67-46837F3CB761}">
      <dgm:prSet/>
      <dgm:spPr/>
      <dgm:t>
        <a:bodyPr/>
        <a:lstStyle/>
        <a:p>
          <a:endParaRPr lang="en-US"/>
        </a:p>
      </dgm:t>
    </dgm:pt>
    <dgm:pt modelId="{6EAFB245-EDB4-4B64-BA9D-17E09DBAF792}" type="sibTrans" cxnId="{66EF71C6-C75D-47BE-AB67-46837F3CB761}">
      <dgm:prSet/>
      <dgm:spPr/>
      <dgm:t>
        <a:bodyPr/>
        <a:lstStyle/>
        <a:p>
          <a:endParaRPr lang="en-US"/>
        </a:p>
      </dgm:t>
    </dgm:pt>
    <dgm:pt modelId="{0EE6141C-02CE-4725-9818-FB6A78235676}">
      <dgm:prSet/>
      <dgm:spPr/>
      <dgm:t>
        <a:bodyPr/>
        <a:lstStyle/>
        <a:p>
          <a:r>
            <a:rPr lang="es-CL" b="0" i="0" baseline="0"/>
            <a:t>Aplica validaciones de interfaz y flujos seguros por rol</a:t>
          </a:r>
          <a:endParaRPr lang="en-US"/>
        </a:p>
      </dgm:t>
    </dgm:pt>
    <dgm:pt modelId="{FB297598-1420-4351-A8EB-B7A2649F5E10}" type="parTrans" cxnId="{5C3D4896-06A8-413F-B0A6-ADA6C8C0CF1C}">
      <dgm:prSet/>
      <dgm:spPr/>
      <dgm:t>
        <a:bodyPr/>
        <a:lstStyle/>
        <a:p>
          <a:endParaRPr lang="en-US"/>
        </a:p>
      </dgm:t>
    </dgm:pt>
    <dgm:pt modelId="{30D95F51-41D3-4453-9A05-21BF27344C34}" type="sibTrans" cxnId="{5C3D4896-06A8-413F-B0A6-ADA6C8C0CF1C}">
      <dgm:prSet/>
      <dgm:spPr/>
      <dgm:t>
        <a:bodyPr/>
        <a:lstStyle/>
        <a:p>
          <a:endParaRPr lang="en-US"/>
        </a:p>
      </dgm:t>
    </dgm:pt>
    <dgm:pt modelId="{9A1142D6-10DC-42A2-9009-C716946D157C}">
      <dgm:prSet/>
      <dgm:spPr/>
      <dgm:t>
        <a:bodyPr/>
        <a:lstStyle/>
        <a:p>
          <a:r>
            <a:rPr lang="es-CL" b="0" i="0" baseline="0" dirty="0"/>
            <a:t>Planifica y ejecuta pruebas funcionales (QA) con evidencia</a:t>
          </a:r>
          <a:endParaRPr lang="en-US" dirty="0"/>
        </a:p>
      </dgm:t>
    </dgm:pt>
    <dgm:pt modelId="{54FFAA2D-FAF3-4B63-A72C-E6E8002FB579}" type="parTrans" cxnId="{2ABC0CEE-7CFC-4E13-B316-A7CCFB3C8118}">
      <dgm:prSet/>
      <dgm:spPr/>
      <dgm:t>
        <a:bodyPr/>
        <a:lstStyle/>
        <a:p>
          <a:endParaRPr lang="en-US"/>
        </a:p>
      </dgm:t>
    </dgm:pt>
    <dgm:pt modelId="{3EC43BA7-2567-47EE-B3C6-CAB99AEB39CA}" type="sibTrans" cxnId="{2ABC0CEE-7CFC-4E13-B316-A7CCFB3C8118}">
      <dgm:prSet/>
      <dgm:spPr/>
      <dgm:t>
        <a:bodyPr/>
        <a:lstStyle/>
        <a:p>
          <a:endParaRPr lang="en-US"/>
        </a:p>
      </dgm:t>
    </dgm:pt>
    <dgm:pt modelId="{22BE5E53-11DD-4E05-899E-60CB99458F27}">
      <dgm:prSet/>
      <dgm:spPr/>
      <dgm:t>
        <a:bodyPr/>
        <a:lstStyle/>
        <a:p>
          <a:r>
            <a:rPr lang="en-US" dirty="0"/>
            <a:t>Hotfix de </a:t>
          </a:r>
          <a:r>
            <a:rPr lang="en-US" dirty="0" err="1"/>
            <a:t>casos</a:t>
          </a:r>
          <a:r>
            <a:rPr lang="en-US" dirty="0"/>
            <a:t> </a:t>
          </a:r>
          <a:r>
            <a:rPr lang="en-US" dirty="0" err="1"/>
            <a:t>bordes</a:t>
          </a:r>
          <a:r>
            <a:rPr lang="en-US" dirty="0"/>
            <a:t> y CSS.</a:t>
          </a:r>
        </a:p>
      </dgm:t>
    </dgm:pt>
    <dgm:pt modelId="{75ECD669-20C0-4EA9-BB61-166F3B939070}" type="parTrans" cxnId="{D4946C8A-DA6F-48C5-BC3E-33E244250031}">
      <dgm:prSet/>
      <dgm:spPr/>
      <dgm:t>
        <a:bodyPr/>
        <a:lstStyle/>
        <a:p>
          <a:endParaRPr lang="en-US"/>
        </a:p>
      </dgm:t>
    </dgm:pt>
    <dgm:pt modelId="{E430C3BB-ED99-4E42-AA06-346CE58237C7}" type="sibTrans" cxnId="{D4946C8A-DA6F-48C5-BC3E-33E244250031}">
      <dgm:prSet/>
      <dgm:spPr/>
      <dgm:t>
        <a:bodyPr/>
        <a:lstStyle/>
        <a:p>
          <a:endParaRPr lang="en-US"/>
        </a:p>
      </dgm:t>
    </dgm:pt>
    <dgm:pt modelId="{D1050651-0112-437C-AF41-5FE797DA4A0E}">
      <dgm:prSet/>
      <dgm:spPr/>
      <dgm:t>
        <a:bodyPr/>
        <a:lstStyle/>
        <a:p>
          <a:r>
            <a:rPr lang="es-CL" b="0" i="0" baseline="0" dirty="0"/>
            <a:t>Facilita el proceso ágil: </a:t>
          </a:r>
          <a:r>
            <a:rPr lang="es-CL" b="0" i="0" baseline="0" dirty="0" err="1"/>
            <a:t>sprints</a:t>
          </a:r>
          <a:r>
            <a:rPr lang="es-CL" b="0" i="0" baseline="0" dirty="0"/>
            <a:t>, tablero Kanban, </a:t>
          </a:r>
          <a:r>
            <a:rPr lang="es-CL" b="0" i="0" baseline="0" dirty="0" err="1"/>
            <a:t>Review</a:t>
          </a:r>
          <a:r>
            <a:rPr lang="es-CL" b="0" i="0" baseline="0" dirty="0"/>
            <a:t> y Retro</a:t>
          </a:r>
          <a:endParaRPr lang="en-US" dirty="0"/>
        </a:p>
      </dgm:t>
    </dgm:pt>
    <dgm:pt modelId="{3ED6EBB3-57AD-438A-8E9B-1CCDB789A72E}" type="parTrans" cxnId="{ED6A674C-612A-45C3-A35A-A443B97CA0E1}">
      <dgm:prSet/>
      <dgm:spPr/>
      <dgm:t>
        <a:bodyPr/>
        <a:lstStyle/>
        <a:p>
          <a:endParaRPr lang="en-US"/>
        </a:p>
      </dgm:t>
    </dgm:pt>
    <dgm:pt modelId="{BB48B8CD-9B9D-4F84-880D-33544E0FC6EE}" type="sibTrans" cxnId="{ED6A674C-612A-45C3-A35A-A443B97CA0E1}">
      <dgm:prSet/>
      <dgm:spPr/>
      <dgm:t>
        <a:bodyPr/>
        <a:lstStyle/>
        <a:p>
          <a:endParaRPr lang="en-US"/>
        </a:p>
      </dgm:t>
    </dgm:pt>
    <dgm:pt modelId="{03D1267B-F775-4441-9694-9E4A6C05B779}" type="pres">
      <dgm:prSet presAssocID="{2B9E95AD-D0B1-42DF-AD9F-74FAEA43E4ED}" presName="Name0" presStyleCnt="0">
        <dgm:presLayoutVars>
          <dgm:dir/>
          <dgm:resizeHandles val="exact"/>
        </dgm:presLayoutVars>
      </dgm:prSet>
      <dgm:spPr/>
    </dgm:pt>
    <dgm:pt modelId="{30E90A23-44EF-42FD-84FC-7C7B31685115}" type="pres">
      <dgm:prSet presAssocID="{35271C5E-7306-4224-97F1-04BB80B6E8CD}" presName="node" presStyleLbl="node1" presStyleIdx="0" presStyleCnt="6">
        <dgm:presLayoutVars>
          <dgm:bulletEnabled val="1"/>
        </dgm:presLayoutVars>
      </dgm:prSet>
      <dgm:spPr/>
    </dgm:pt>
    <dgm:pt modelId="{91587C52-0998-41F1-97DD-0489C72D6AF3}" type="pres">
      <dgm:prSet presAssocID="{1EB136B5-AB2A-4AA6-BFC6-3BD146559EE6}" presName="sibTrans" presStyleLbl="sibTrans1D1" presStyleIdx="0" presStyleCnt="5"/>
      <dgm:spPr/>
    </dgm:pt>
    <dgm:pt modelId="{16813EE4-B141-4040-996A-0F4F1DF2B72D}" type="pres">
      <dgm:prSet presAssocID="{1EB136B5-AB2A-4AA6-BFC6-3BD146559EE6}" presName="connectorText" presStyleLbl="sibTrans1D1" presStyleIdx="0" presStyleCnt="5"/>
      <dgm:spPr/>
    </dgm:pt>
    <dgm:pt modelId="{7D661E44-9052-4E68-80C8-6365C3497BF1}" type="pres">
      <dgm:prSet presAssocID="{7BEEFBDA-9AB1-4BEB-81A4-AD45A06D1E0D}" presName="node" presStyleLbl="node1" presStyleIdx="1" presStyleCnt="6">
        <dgm:presLayoutVars>
          <dgm:bulletEnabled val="1"/>
        </dgm:presLayoutVars>
      </dgm:prSet>
      <dgm:spPr/>
    </dgm:pt>
    <dgm:pt modelId="{8ECF09F9-4AEA-4027-AF95-E4EA88DFE467}" type="pres">
      <dgm:prSet presAssocID="{6EAFB245-EDB4-4B64-BA9D-17E09DBAF792}" presName="sibTrans" presStyleLbl="sibTrans1D1" presStyleIdx="1" presStyleCnt="5"/>
      <dgm:spPr/>
    </dgm:pt>
    <dgm:pt modelId="{58967263-5018-4E60-8FFC-E89C6603DA03}" type="pres">
      <dgm:prSet presAssocID="{6EAFB245-EDB4-4B64-BA9D-17E09DBAF792}" presName="connectorText" presStyleLbl="sibTrans1D1" presStyleIdx="1" presStyleCnt="5"/>
      <dgm:spPr/>
    </dgm:pt>
    <dgm:pt modelId="{0283A222-BEB0-4B4A-8372-55DEAA9006DD}" type="pres">
      <dgm:prSet presAssocID="{0EE6141C-02CE-4725-9818-FB6A78235676}" presName="node" presStyleLbl="node1" presStyleIdx="2" presStyleCnt="6">
        <dgm:presLayoutVars>
          <dgm:bulletEnabled val="1"/>
        </dgm:presLayoutVars>
      </dgm:prSet>
      <dgm:spPr/>
    </dgm:pt>
    <dgm:pt modelId="{C0EE2D20-BF38-4A00-8390-C2C25F8A6E60}" type="pres">
      <dgm:prSet presAssocID="{30D95F51-41D3-4453-9A05-21BF27344C34}" presName="sibTrans" presStyleLbl="sibTrans1D1" presStyleIdx="2" presStyleCnt="5"/>
      <dgm:spPr/>
    </dgm:pt>
    <dgm:pt modelId="{A5825758-3CC2-420C-A9E8-C712C9A42EE3}" type="pres">
      <dgm:prSet presAssocID="{30D95F51-41D3-4453-9A05-21BF27344C34}" presName="connectorText" presStyleLbl="sibTrans1D1" presStyleIdx="2" presStyleCnt="5"/>
      <dgm:spPr/>
    </dgm:pt>
    <dgm:pt modelId="{B95965BC-141B-440D-9ED6-82DB9CCB8765}" type="pres">
      <dgm:prSet presAssocID="{9A1142D6-10DC-42A2-9009-C716946D157C}" presName="node" presStyleLbl="node1" presStyleIdx="3" presStyleCnt="6">
        <dgm:presLayoutVars>
          <dgm:bulletEnabled val="1"/>
        </dgm:presLayoutVars>
      </dgm:prSet>
      <dgm:spPr/>
    </dgm:pt>
    <dgm:pt modelId="{83D46BF0-BB90-47CB-B0F6-94B6094385F7}" type="pres">
      <dgm:prSet presAssocID="{3EC43BA7-2567-47EE-B3C6-CAB99AEB39CA}" presName="sibTrans" presStyleLbl="sibTrans1D1" presStyleIdx="3" presStyleCnt="5"/>
      <dgm:spPr/>
    </dgm:pt>
    <dgm:pt modelId="{39B42B4D-9912-43DA-8BC0-9CC41B57822A}" type="pres">
      <dgm:prSet presAssocID="{3EC43BA7-2567-47EE-B3C6-CAB99AEB39CA}" presName="connectorText" presStyleLbl="sibTrans1D1" presStyleIdx="3" presStyleCnt="5"/>
      <dgm:spPr/>
    </dgm:pt>
    <dgm:pt modelId="{C712FABD-1DE5-4D23-93E8-3450D52F73D1}" type="pres">
      <dgm:prSet presAssocID="{22BE5E53-11DD-4E05-899E-60CB99458F27}" presName="node" presStyleLbl="node1" presStyleIdx="4" presStyleCnt="6">
        <dgm:presLayoutVars>
          <dgm:bulletEnabled val="1"/>
        </dgm:presLayoutVars>
      </dgm:prSet>
      <dgm:spPr/>
    </dgm:pt>
    <dgm:pt modelId="{667B15E5-F3A4-4E59-AB84-96A52C23FB9E}" type="pres">
      <dgm:prSet presAssocID="{E430C3BB-ED99-4E42-AA06-346CE58237C7}" presName="sibTrans" presStyleLbl="sibTrans1D1" presStyleIdx="4" presStyleCnt="5"/>
      <dgm:spPr/>
    </dgm:pt>
    <dgm:pt modelId="{59F0B920-30C0-486F-8B10-368124A7FE27}" type="pres">
      <dgm:prSet presAssocID="{E430C3BB-ED99-4E42-AA06-346CE58237C7}" presName="connectorText" presStyleLbl="sibTrans1D1" presStyleIdx="4" presStyleCnt="5"/>
      <dgm:spPr/>
    </dgm:pt>
    <dgm:pt modelId="{AB39A778-1FA8-4A5E-AEC2-9E2D564364CF}" type="pres">
      <dgm:prSet presAssocID="{D1050651-0112-437C-AF41-5FE797DA4A0E}" presName="node" presStyleLbl="node1" presStyleIdx="5" presStyleCnt="6">
        <dgm:presLayoutVars>
          <dgm:bulletEnabled val="1"/>
        </dgm:presLayoutVars>
      </dgm:prSet>
      <dgm:spPr/>
    </dgm:pt>
  </dgm:ptLst>
  <dgm:cxnLst>
    <dgm:cxn modelId="{E3181310-A95A-4F3D-9D8A-E5D0BC6021E9}" type="presOf" srcId="{9A1142D6-10DC-42A2-9009-C716946D157C}" destId="{B95965BC-141B-440D-9ED6-82DB9CCB8765}" srcOrd="0" destOrd="0" presId="urn:microsoft.com/office/officeart/2016/7/layout/RepeatingBendingProcessNew"/>
    <dgm:cxn modelId="{46F13A2D-9A9E-4459-A1C3-63D8E4E21AC6}" type="presOf" srcId="{30D95F51-41D3-4453-9A05-21BF27344C34}" destId="{C0EE2D20-BF38-4A00-8390-C2C25F8A6E60}" srcOrd="0" destOrd="0" presId="urn:microsoft.com/office/officeart/2016/7/layout/RepeatingBendingProcessNew"/>
    <dgm:cxn modelId="{7A86FE2D-7390-4FCC-B4FB-F1D1492D211C}" srcId="{2B9E95AD-D0B1-42DF-AD9F-74FAEA43E4ED}" destId="{35271C5E-7306-4224-97F1-04BB80B6E8CD}" srcOrd="0" destOrd="0" parTransId="{7A168A4F-E7EE-43A9-9CAC-AD73B728D44E}" sibTransId="{1EB136B5-AB2A-4AA6-BFC6-3BD146559EE6}"/>
    <dgm:cxn modelId="{5745893C-6160-49F9-9A1B-5019BA0A06B5}" type="presOf" srcId="{E430C3BB-ED99-4E42-AA06-346CE58237C7}" destId="{667B15E5-F3A4-4E59-AB84-96A52C23FB9E}" srcOrd="0" destOrd="0" presId="urn:microsoft.com/office/officeart/2016/7/layout/RepeatingBendingProcessNew"/>
    <dgm:cxn modelId="{9DDC875E-FCF3-4E09-8C62-9F3C15C52E82}" type="presOf" srcId="{7BEEFBDA-9AB1-4BEB-81A4-AD45A06D1E0D}" destId="{7D661E44-9052-4E68-80C8-6365C3497BF1}" srcOrd="0" destOrd="0" presId="urn:microsoft.com/office/officeart/2016/7/layout/RepeatingBendingProcessNew"/>
    <dgm:cxn modelId="{ED6A674C-612A-45C3-A35A-A443B97CA0E1}" srcId="{2B9E95AD-D0B1-42DF-AD9F-74FAEA43E4ED}" destId="{D1050651-0112-437C-AF41-5FE797DA4A0E}" srcOrd="5" destOrd="0" parTransId="{3ED6EBB3-57AD-438A-8E9B-1CCDB789A72E}" sibTransId="{BB48B8CD-9B9D-4F84-880D-33544E0FC6EE}"/>
    <dgm:cxn modelId="{1EA2A458-5A99-45E0-9F6F-33F984921CEC}" type="presOf" srcId="{2B9E95AD-D0B1-42DF-AD9F-74FAEA43E4ED}" destId="{03D1267B-F775-4441-9694-9E4A6C05B779}" srcOrd="0" destOrd="0" presId="urn:microsoft.com/office/officeart/2016/7/layout/RepeatingBendingProcessNew"/>
    <dgm:cxn modelId="{DA541F81-A619-478A-909A-42BB268B1228}" type="presOf" srcId="{22BE5E53-11DD-4E05-899E-60CB99458F27}" destId="{C712FABD-1DE5-4D23-93E8-3450D52F73D1}" srcOrd="0" destOrd="0" presId="urn:microsoft.com/office/officeart/2016/7/layout/RepeatingBendingProcessNew"/>
    <dgm:cxn modelId="{D4946C8A-DA6F-48C5-BC3E-33E244250031}" srcId="{2B9E95AD-D0B1-42DF-AD9F-74FAEA43E4ED}" destId="{22BE5E53-11DD-4E05-899E-60CB99458F27}" srcOrd="4" destOrd="0" parTransId="{75ECD669-20C0-4EA9-BB61-166F3B939070}" sibTransId="{E430C3BB-ED99-4E42-AA06-346CE58237C7}"/>
    <dgm:cxn modelId="{A7092493-8B81-44DA-8D23-8CBC7B4BEB09}" type="presOf" srcId="{3EC43BA7-2567-47EE-B3C6-CAB99AEB39CA}" destId="{39B42B4D-9912-43DA-8BC0-9CC41B57822A}" srcOrd="1" destOrd="0" presId="urn:microsoft.com/office/officeart/2016/7/layout/RepeatingBendingProcessNew"/>
    <dgm:cxn modelId="{5C3D4896-06A8-413F-B0A6-ADA6C8C0CF1C}" srcId="{2B9E95AD-D0B1-42DF-AD9F-74FAEA43E4ED}" destId="{0EE6141C-02CE-4725-9818-FB6A78235676}" srcOrd="2" destOrd="0" parTransId="{FB297598-1420-4351-A8EB-B7A2649F5E10}" sibTransId="{30D95F51-41D3-4453-9A05-21BF27344C34}"/>
    <dgm:cxn modelId="{96D58B96-18DC-45AF-8668-7B9D6BBB88B0}" type="presOf" srcId="{1EB136B5-AB2A-4AA6-BFC6-3BD146559EE6}" destId="{91587C52-0998-41F1-97DD-0489C72D6AF3}" srcOrd="0" destOrd="0" presId="urn:microsoft.com/office/officeart/2016/7/layout/RepeatingBendingProcessNew"/>
    <dgm:cxn modelId="{4105FB99-9E7E-4BE9-BD70-63356249B804}" type="presOf" srcId="{D1050651-0112-437C-AF41-5FE797DA4A0E}" destId="{AB39A778-1FA8-4A5E-AEC2-9E2D564364CF}" srcOrd="0" destOrd="0" presId="urn:microsoft.com/office/officeart/2016/7/layout/RepeatingBendingProcessNew"/>
    <dgm:cxn modelId="{AD4A699C-2B07-4662-BBF7-03BD7D67E19B}" type="presOf" srcId="{6EAFB245-EDB4-4B64-BA9D-17E09DBAF792}" destId="{58967263-5018-4E60-8FFC-E89C6603DA03}" srcOrd="1" destOrd="0" presId="urn:microsoft.com/office/officeart/2016/7/layout/RepeatingBendingProcessNew"/>
    <dgm:cxn modelId="{6F1F69B8-6231-4E0D-8D75-71A2FB070913}" type="presOf" srcId="{3EC43BA7-2567-47EE-B3C6-CAB99AEB39CA}" destId="{83D46BF0-BB90-47CB-B0F6-94B6094385F7}" srcOrd="0" destOrd="0" presId="urn:microsoft.com/office/officeart/2016/7/layout/RepeatingBendingProcessNew"/>
    <dgm:cxn modelId="{66EF71C6-C75D-47BE-AB67-46837F3CB761}" srcId="{2B9E95AD-D0B1-42DF-AD9F-74FAEA43E4ED}" destId="{7BEEFBDA-9AB1-4BEB-81A4-AD45A06D1E0D}" srcOrd="1" destOrd="0" parTransId="{0514FEED-A34B-4FE0-A480-AA5EB392761F}" sibTransId="{6EAFB245-EDB4-4B64-BA9D-17E09DBAF792}"/>
    <dgm:cxn modelId="{08EE9BC7-EF30-40F6-B708-452ED5ED8F8C}" type="presOf" srcId="{0EE6141C-02CE-4725-9818-FB6A78235676}" destId="{0283A222-BEB0-4B4A-8372-55DEAA9006DD}" srcOrd="0" destOrd="0" presId="urn:microsoft.com/office/officeart/2016/7/layout/RepeatingBendingProcessNew"/>
    <dgm:cxn modelId="{220E69C8-4FA8-48D9-BE61-86D49BE32AD3}" type="presOf" srcId="{6EAFB245-EDB4-4B64-BA9D-17E09DBAF792}" destId="{8ECF09F9-4AEA-4027-AF95-E4EA88DFE467}" srcOrd="0" destOrd="0" presId="urn:microsoft.com/office/officeart/2016/7/layout/RepeatingBendingProcessNew"/>
    <dgm:cxn modelId="{E65CB3E0-59C7-49F2-9F65-39E872239807}" type="presOf" srcId="{35271C5E-7306-4224-97F1-04BB80B6E8CD}" destId="{30E90A23-44EF-42FD-84FC-7C7B31685115}" srcOrd="0" destOrd="0" presId="urn:microsoft.com/office/officeart/2016/7/layout/RepeatingBendingProcessNew"/>
    <dgm:cxn modelId="{2ABC0CEE-7CFC-4E13-B316-A7CCFB3C8118}" srcId="{2B9E95AD-D0B1-42DF-AD9F-74FAEA43E4ED}" destId="{9A1142D6-10DC-42A2-9009-C716946D157C}" srcOrd="3" destOrd="0" parTransId="{54FFAA2D-FAF3-4B63-A72C-E6E8002FB579}" sibTransId="{3EC43BA7-2567-47EE-B3C6-CAB99AEB39CA}"/>
    <dgm:cxn modelId="{931734F6-9B43-4634-855B-DB4E422F9AFE}" type="presOf" srcId="{1EB136B5-AB2A-4AA6-BFC6-3BD146559EE6}" destId="{16813EE4-B141-4040-996A-0F4F1DF2B72D}" srcOrd="1" destOrd="0" presId="urn:microsoft.com/office/officeart/2016/7/layout/RepeatingBendingProcessNew"/>
    <dgm:cxn modelId="{44C687FB-B852-40DD-82CB-E5A058F27C82}" type="presOf" srcId="{30D95F51-41D3-4453-9A05-21BF27344C34}" destId="{A5825758-3CC2-420C-A9E8-C712C9A42EE3}" srcOrd="1" destOrd="0" presId="urn:microsoft.com/office/officeart/2016/7/layout/RepeatingBendingProcessNew"/>
    <dgm:cxn modelId="{D71F5CFF-A461-4B60-A8EA-1DFCD7D9534C}" type="presOf" srcId="{E430C3BB-ED99-4E42-AA06-346CE58237C7}" destId="{59F0B920-30C0-486F-8B10-368124A7FE27}" srcOrd="1" destOrd="0" presId="urn:microsoft.com/office/officeart/2016/7/layout/RepeatingBendingProcessNew"/>
    <dgm:cxn modelId="{4C09C0A1-C861-4FA5-A4EA-B137AF6D26D9}" type="presParOf" srcId="{03D1267B-F775-4441-9694-9E4A6C05B779}" destId="{30E90A23-44EF-42FD-84FC-7C7B31685115}" srcOrd="0" destOrd="0" presId="urn:microsoft.com/office/officeart/2016/7/layout/RepeatingBendingProcessNew"/>
    <dgm:cxn modelId="{71C0F680-79FE-4A42-8DC0-3AD0C1FF4BA8}" type="presParOf" srcId="{03D1267B-F775-4441-9694-9E4A6C05B779}" destId="{91587C52-0998-41F1-97DD-0489C72D6AF3}" srcOrd="1" destOrd="0" presId="urn:microsoft.com/office/officeart/2016/7/layout/RepeatingBendingProcessNew"/>
    <dgm:cxn modelId="{326FA9AC-3ED5-4B8D-AA0A-5697D63F4457}" type="presParOf" srcId="{91587C52-0998-41F1-97DD-0489C72D6AF3}" destId="{16813EE4-B141-4040-996A-0F4F1DF2B72D}" srcOrd="0" destOrd="0" presId="urn:microsoft.com/office/officeart/2016/7/layout/RepeatingBendingProcessNew"/>
    <dgm:cxn modelId="{3332F823-D2F9-41E3-BFE6-E4932FFF6CC3}" type="presParOf" srcId="{03D1267B-F775-4441-9694-9E4A6C05B779}" destId="{7D661E44-9052-4E68-80C8-6365C3497BF1}" srcOrd="2" destOrd="0" presId="urn:microsoft.com/office/officeart/2016/7/layout/RepeatingBendingProcessNew"/>
    <dgm:cxn modelId="{13271386-36FC-4849-B9F3-E1C752F562FE}" type="presParOf" srcId="{03D1267B-F775-4441-9694-9E4A6C05B779}" destId="{8ECF09F9-4AEA-4027-AF95-E4EA88DFE467}" srcOrd="3" destOrd="0" presId="urn:microsoft.com/office/officeart/2016/7/layout/RepeatingBendingProcessNew"/>
    <dgm:cxn modelId="{DDBC538D-FE71-4AF1-ADE9-B3C6BBE4FEF3}" type="presParOf" srcId="{8ECF09F9-4AEA-4027-AF95-E4EA88DFE467}" destId="{58967263-5018-4E60-8FFC-E89C6603DA03}" srcOrd="0" destOrd="0" presId="urn:microsoft.com/office/officeart/2016/7/layout/RepeatingBendingProcessNew"/>
    <dgm:cxn modelId="{EB9080D3-F0A7-40B2-94BE-5684CA332DFF}" type="presParOf" srcId="{03D1267B-F775-4441-9694-9E4A6C05B779}" destId="{0283A222-BEB0-4B4A-8372-55DEAA9006DD}" srcOrd="4" destOrd="0" presId="urn:microsoft.com/office/officeart/2016/7/layout/RepeatingBendingProcessNew"/>
    <dgm:cxn modelId="{E6D8B253-FF8F-4502-8BCD-0BC48B273ECC}" type="presParOf" srcId="{03D1267B-F775-4441-9694-9E4A6C05B779}" destId="{C0EE2D20-BF38-4A00-8390-C2C25F8A6E60}" srcOrd="5" destOrd="0" presId="urn:microsoft.com/office/officeart/2016/7/layout/RepeatingBendingProcessNew"/>
    <dgm:cxn modelId="{A0642851-8AC7-4484-ADAA-02D3E0A5A587}" type="presParOf" srcId="{C0EE2D20-BF38-4A00-8390-C2C25F8A6E60}" destId="{A5825758-3CC2-420C-A9E8-C712C9A42EE3}" srcOrd="0" destOrd="0" presId="urn:microsoft.com/office/officeart/2016/7/layout/RepeatingBendingProcessNew"/>
    <dgm:cxn modelId="{37950D64-539D-4CE4-BF70-26CCFE6D7A80}" type="presParOf" srcId="{03D1267B-F775-4441-9694-9E4A6C05B779}" destId="{B95965BC-141B-440D-9ED6-82DB9CCB8765}" srcOrd="6" destOrd="0" presId="urn:microsoft.com/office/officeart/2016/7/layout/RepeatingBendingProcessNew"/>
    <dgm:cxn modelId="{F4520AC4-0C48-4E4A-8B89-2201B360853F}" type="presParOf" srcId="{03D1267B-F775-4441-9694-9E4A6C05B779}" destId="{83D46BF0-BB90-47CB-B0F6-94B6094385F7}" srcOrd="7" destOrd="0" presId="urn:microsoft.com/office/officeart/2016/7/layout/RepeatingBendingProcessNew"/>
    <dgm:cxn modelId="{F741C403-256C-49B1-81F7-CDF134EB494F}" type="presParOf" srcId="{83D46BF0-BB90-47CB-B0F6-94B6094385F7}" destId="{39B42B4D-9912-43DA-8BC0-9CC41B57822A}" srcOrd="0" destOrd="0" presId="urn:microsoft.com/office/officeart/2016/7/layout/RepeatingBendingProcessNew"/>
    <dgm:cxn modelId="{E02244F6-2B5B-44A2-8D60-53B9BD6DEFEC}" type="presParOf" srcId="{03D1267B-F775-4441-9694-9E4A6C05B779}" destId="{C712FABD-1DE5-4D23-93E8-3450D52F73D1}" srcOrd="8" destOrd="0" presId="urn:microsoft.com/office/officeart/2016/7/layout/RepeatingBendingProcessNew"/>
    <dgm:cxn modelId="{B1CB650D-73E7-4143-8B81-BF72131A8B5C}" type="presParOf" srcId="{03D1267B-F775-4441-9694-9E4A6C05B779}" destId="{667B15E5-F3A4-4E59-AB84-96A52C23FB9E}" srcOrd="9" destOrd="0" presId="urn:microsoft.com/office/officeart/2016/7/layout/RepeatingBendingProcessNew"/>
    <dgm:cxn modelId="{FBCF116D-C058-433B-8DA3-3817AD23E2C4}" type="presParOf" srcId="{667B15E5-F3A4-4E59-AB84-96A52C23FB9E}" destId="{59F0B920-30C0-486F-8B10-368124A7FE27}" srcOrd="0" destOrd="0" presId="urn:microsoft.com/office/officeart/2016/7/layout/RepeatingBendingProcessNew"/>
    <dgm:cxn modelId="{71F7FFC4-41A7-4500-8BE8-0B569226DF60}" type="presParOf" srcId="{03D1267B-F775-4441-9694-9E4A6C05B779}" destId="{AB39A778-1FA8-4A5E-AEC2-9E2D564364CF}" srcOrd="10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6A5CA9-1B15-4BE9-B630-59D1E2196D80}">
      <dsp:nvSpPr>
        <dsp:cNvPr id="0" name=""/>
        <dsp:cNvSpPr/>
      </dsp:nvSpPr>
      <dsp:spPr>
        <a:xfrm>
          <a:off x="2231274" y="662213"/>
          <a:ext cx="48164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81646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459291" y="705372"/>
        <a:ext cx="25612" cy="5122"/>
      </dsp:txXfrm>
    </dsp:sp>
    <dsp:sp modelId="{C504E58A-8892-4B70-BF28-252AB702374E}">
      <dsp:nvSpPr>
        <dsp:cNvPr id="0" name=""/>
        <dsp:cNvSpPr/>
      </dsp:nvSpPr>
      <dsp:spPr>
        <a:xfrm>
          <a:off x="5916" y="39785"/>
          <a:ext cx="2227158" cy="133629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9133" tIns="114554" rIns="109133" bIns="114554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600" b="0" i="0" kern="1200" baseline="0"/>
            <a:t>Define arquitectura (capas Web / Infrastructure / Domain)</a:t>
          </a:r>
          <a:endParaRPr lang="en-US" sz="1600" kern="1200"/>
        </a:p>
      </dsp:txBody>
      <dsp:txXfrm>
        <a:off x="5916" y="39785"/>
        <a:ext cx="2227158" cy="1336294"/>
      </dsp:txXfrm>
    </dsp:sp>
    <dsp:sp modelId="{0D8090FE-D33A-48EA-BB8C-BD2147D88776}">
      <dsp:nvSpPr>
        <dsp:cNvPr id="0" name=""/>
        <dsp:cNvSpPr/>
      </dsp:nvSpPr>
      <dsp:spPr>
        <a:xfrm>
          <a:off x="4970679" y="662213"/>
          <a:ext cx="48164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81646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198696" y="705372"/>
        <a:ext cx="25612" cy="5122"/>
      </dsp:txXfrm>
    </dsp:sp>
    <dsp:sp modelId="{26C5D3F3-91B1-42A1-B33B-8058728AA576}">
      <dsp:nvSpPr>
        <dsp:cNvPr id="0" name=""/>
        <dsp:cNvSpPr/>
      </dsp:nvSpPr>
      <dsp:spPr>
        <a:xfrm>
          <a:off x="2745320" y="39785"/>
          <a:ext cx="2227158" cy="133629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9133" tIns="114554" rIns="109133" bIns="114554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600" b="0" i="0" kern="1200" baseline="0"/>
            <a:t>Diseña seguridad (cookies, roles/claims, hashing SHA-256)</a:t>
          </a:r>
          <a:endParaRPr lang="en-US" sz="1600" kern="1200"/>
        </a:p>
      </dsp:txBody>
      <dsp:txXfrm>
        <a:off x="2745320" y="39785"/>
        <a:ext cx="2227158" cy="1336294"/>
      </dsp:txXfrm>
    </dsp:sp>
    <dsp:sp modelId="{0AB5D35F-FCAE-497D-93B0-51E744F1AA46}">
      <dsp:nvSpPr>
        <dsp:cNvPr id="0" name=""/>
        <dsp:cNvSpPr/>
      </dsp:nvSpPr>
      <dsp:spPr>
        <a:xfrm>
          <a:off x="1119495" y="1374280"/>
          <a:ext cx="5478808" cy="481646"/>
        </a:xfrm>
        <a:custGeom>
          <a:avLst/>
          <a:gdLst/>
          <a:ahLst/>
          <a:cxnLst/>
          <a:rect l="0" t="0" r="0" b="0"/>
          <a:pathLst>
            <a:path>
              <a:moveTo>
                <a:pt x="5478808" y="0"/>
              </a:moveTo>
              <a:lnTo>
                <a:pt x="5478808" y="257923"/>
              </a:lnTo>
              <a:lnTo>
                <a:pt x="0" y="257923"/>
              </a:lnTo>
              <a:lnTo>
                <a:pt x="0" y="481646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721332" y="1612542"/>
        <a:ext cx="275135" cy="5122"/>
      </dsp:txXfrm>
    </dsp:sp>
    <dsp:sp modelId="{1BFC17F6-DC1C-4C94-B7D6-9A4307E63E93}">
      <dsp:nvSpPr>
        <dsp:cNvPr id="0" name=""/>
        <dsp:cNvSpPr/>
      </dsp:nvSpPr>
      <dsp:spPr>
        <a:xfrm>
          <a:off x="5484725" y="39785"/>
          <a:ext cx="2227158" cy="133629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9133" tIns="114554" rIns="109133" bIns="114554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600" b="0" i="0" kern="1200" baseline="0"/>
            <a:t>Modela y mantiene la base de datos y DbContext</a:t>
          </a:r>
          <a:endParaRPr lang="en-US" sz="1600" kern="1200"/>
        </a:p>
      </dsp:txBody>
      <dsp:txXfrm>
        <a:off x="5484725" y="39785"/>
        <a:ext cx="2227158" cy="1336294"/>
      </dsp:txXfrm>
    </dsp:sp>
    <dsp:sp modelId="{F6637B28-A910-4790-8C6C-DEF7FEC7912C}">
      <dsp:nvSpPr>
        <dsp:cNvPr id="0" name=""/>
        <dsp:cNvSpPr/>
      </dsp:nvSpPr>
      <dsp:spPr>
        <a:xfrm>
          <a:off x="2231274" y="2510754"/>
          <a:ext cx="48164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81646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459291" y="2553913"/>
        <a:ext cx="25612" cy="5122"/>
      </dsp:txXfrm>
    </dsp:sp>
    <dsp:sp modelId="{2C81DAD5-D0A7-4657-B844-BD4548FCB345}">
      <dsp:nvSpPr>
        <dsp:cNvPr id="0" name=""/>
        <dsp:cNvSpPr/>
      </dsp:nvSpPr>
      <dsp:spPr>
        <a:xfrm>
          <a:off x="5916" y="1888327"/>
          <a:ext cx="2227158" cy="133629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9133" tIns="114554" rIns="109133" bIns="114554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600" b="0" i="0" kern="1200" baseline="0"/>
            <a:t>Desarrolla controladores y lógica de negocio principales</a:t>
          </a:r>
          <a:endParaRPr lang="en-US" sz="1600" kern="1200"/>
        </a:p>
      </dsp:txBody>
      <dsp:txXfrm>
        <a:off x="5916" y="1888327"/>
        <a:ext cx="2227158" cy="1336294"/>
      </dsp:txXfrm>
    </dsp:sp>
    <dsp:sp modelId="{C599E6C2-C373-447B-A999-DD66DE044F16}">
      <dsp:nvSpPr>
        <dsp:cNvPr id="0" name=""/>
        <dsp:cNvSpPr/>
      </dsp:nvSpPr>
      <dsp:spPr>
        <a:xfrm>
          <a:off x="4970679" y="2510754"/>
          <a:ext cx="48164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81646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198696" y="2553913"/>
        <a:ext cx="25612" cy="5122"/>
      </dsp:txXfrm>
    </dsp:sp>
    <dsp:sp modelId="{220BB8C2-08D5-455C-9244-AA5336532ED8}">
      <dsp:nvSpPr>
        <dsp:cNvPr id="0" name=""/>
        <dsp:cNvSpPr/>
      </dsp:nvSpPr>
      <dsp:spPr>
        <a:xfrm>
          <a:off x="2745320" y="1888327"/>
          <a:ext cx="2227158" cy="133629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9133" tIns="114554" rIns="109133" bIns="114554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600" b="0" i="0" kern="1200" baseline="0"/>
            <a:t>Asegura rendimiento, consistencia transaccional y trazabilidad</a:t>
          </a:r>
          <a:endParaRPr lang="en-US" sz="1600" kern="1200"/>
        </a:p>
      </dsp:txBody>
      <dsp:txXfrm>
        <a:off x="2745320" y="1888327"/>
        <a:ext cx="2227158" cy="1336294"/>
      </dsp:txXfrm>
    </dsp:sp>
    <dsp:sp modelId="{8B5EEA37-3CB2-405F-A142-D65BDC4DB1C4}">
      <dsp:nvSpPr>
        <dsp:cNvPr id="0" name=""/>
        <dsp:cNvSpPr/>
      </dsp:nvSpPr>
      <dsp:spPr>
        <a:xfrm>
          <a:off x="5484725" y="1888327"/>
          <a:ext cx="2227158" cy="133629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9133" tIns="114554" rIns="109133" bIns="114554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600" b="0" i="0" kern="1200" baseline="0"/>
            <a:t>Gestiona migraciones y configuración de despliegue en DEV</a:t>
          </a:r>
          <a:endParaRPr lang="en-US" sz="1600" kern="1200"/>
        </a:p>
      </dsp:txBody>
      <dsp:txXfrm>
        <a:off x="5484725" y="1888327"/>
        <a:ext cx="2227158" cy="133629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587C52-0998-41F1-97DD-0489C72D6AF3}">
      <dsp:nvSpPr>
        <dsp:cNvPr id="0" name=""/>
        <dsp:cNvSpPr/>
      </dsp:nvSpPr>
      <dsp:spPr>
        <a:xfrm>
          <a:off x="2231274" y="662213"/>
          <a:ext cx="48164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81646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459291" y="705372"/>
        <a:ext cx="25612" cy="5122"/>
      </dsp:txXfrm>
    </dsp:sp>
    <dsp:sp modelId="{30E90A23-44EF-42FD-84FC-7C7B31685115}">
      <dsp:nvSpPr>
        <dsp:cNvPr id="0" name=""/>
        <dsp:cNvSpPr/>
      </dsp:nvSpPr>
      <dsp:spPr>
        <a:xfrm>
          <a:off x="5916" y="39785"/>
          <a:ext cx="2227158" cy="133629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9133" tIns="114554" rIns="109133" bIns="114554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800" b="0" i="0" kern="1200" baseline="0"/>
            <a:t>Levanta y gestiona requerimientos, priorizando el Product Backlog</a:t>
          </a:r>
          <a:endParaRPr lang="en-US" sz="1800" kern="1200"/>
        </a:p>
      </dsp:txBody>
      <dsp:txXfrm>
        <a:off x="5916" y="39785"/>
        <a:ext cx="2227158" cy="1336294"/>
      </dsp:txXfrm>
    </dsp:sp>
    <dsp:sp modelId="{8ECF09F9-4AEA-4027-AF95-E4EA88DFE467}">
      <dsp:nvSpPr>
        <dsp:cNvPr id="0" name=""/>
        <dsp:cNvSpPr/>
      </dsp:nvSpPr>
      <dsp:spPr>
        <a:xfrm>
          <a:off x="4970679" y="662213"/>
          <a:ext cx="48164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81646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198696" y="705372"/>
        <a:ext cx="25612" cy="5122"/>
      </dsp:txXfrm>
    </dsp:sp>
    <dsp:sp modelId="{7D661E44-9052-4E68-80C8-6365C3497BF1}">
      <dsp:nvSpPr>
        <dsp:cNvPr id="0" name=""/>
        <dsp:cNvSpPr/>
      </dsp:nvSpPr>
      <dsp:spPr>
        <a:xfrm>
          <a:off x="2745320" y="39785"/>
          <a:ext cx="2227158" cy="133629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9133" tIns="114554" rIns="109133" bIns="114554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800" b="0" i="0" kern="1200" baseline="0"/>
            <a:t>Diseña UI/UX e implementa vistas Razor con Bootstrap 5</a:t>
          </a:r>
          <a:endParaRPr lang="en-US" sz="1800" kern="1200"/>
        </a:p>
      </dsp:txBody>
      <dsp:txXfrm>
        <a:off x="2745320" y="39785"/>
        <a:ext cx="2227158" cy="1336294"/>
      </dsp:txXfrm>
    </dsp:sp>
    <dsp:sp modelId="{C0EE2D20-BF38-4A00-8390-C2C25F8A6E60}">
      <dsp:nvSpPr>
        <dsp:cNvPr id="0" name=""/>
        <dsp:cNvSpPr/>
      </dsp:nvSpPr>
      <dsp:spPr>
        <a:xfrm>
          <a:off x="1119495" y="1374280"/>
          <a:ext cx="5478808" cy="481646"/>
        </a:xfrm>
        <a:custGeom>
          <a:avLst/>
          <a:gdLst/>
          <a:ahLst/>
          <a:cxnLst/>
          <a:rect l="0" t="0" r="0" b="0"/>
          <a:pathLst>
            <a:path>
              <a:moveTo>
                <a:pt x="5478808" y="0"/>
              </a:moveTo>
              <a:lnTo>
                <a:pt x="5478808" y="257923"/>
              </a:lnTo>
              <a:lnTo>
                <a:pt x="0" y="257923"/>
              </a:lnTo>
              <a:lnTo>
                <a:pt x="0" y="481646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721332" y="1612542"/>
        <a:ext cx="275135" cy="5122"/>
      </dsp:txXfrm>
    </dsp:sp>
    <dsp:sp modelId="{0283A222-BEB0-4B4A-8372-55DEAA9006DD}">
      <dsp:nvSpPr>
        <dsp:cNvPr id="0" name=""/>
        <dsp:cNvSpPr/>
      </dsp:nvSpPr>
      <dsp:spPr>
        <a:xfrm>
          <a:off x="5484725" y="39785"/>
          <a:ext cx="2227158" cy="133629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9133" tIns="114554" rIns="109133" bIns="114554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800" b="0" i="0" kern="1200" baseline="0"/>
            <a:t>Aplica validaciones de interfaz y flujos seguros por rol</a:t>
          </a:r>
          <a:endParaRPr lang="en-US" sz="1800" kern="1200"/>
        </a:p>
      </dsp:txBody>
      <dsp:txXfrm>
        <a:off x="5484725" y="39785"/>
        <a:ext cx="2227158" cy="1336294"/>
      </dsp:txXfrm>
    </dsp:sp>
    <dsp:sp modelId="{83D46BF0-BB90-47CB-B0F6-94B6094385F7}">
      <dsp:nvSpPr>
        <dsp:cNvPr id="0" name=""/>
        <dsp:cNvSpPr/>
      </dsp:nvSpPr>
      <dsp:spPr>
        <a:xfrm>
          <a:off x="2231274" y="2510754"/>
          <a:ext cx="48164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81646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459291" y="2553913"/>
        <a:ext cx="25612" cy="5122"/>
      </dsp:txXfrm>
    </dsp:sp>
    <dsp:sp modelId="{B95965BC-141B-440D-9ED6-82DB9CCB8765}">
      <dsp:nvSpPr>
        <dsp:cNvPr id="0" name=""/>
        <dsp:cNvSpPr/>
      </dsp:nvSpPr>
      <dsp:spPr>
        <a:xfrm>
          <a:off x="5916" y="1888327"/>
          <a:ext cx="2227158" cy="133629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9133" tIns="114554" rIns="109133" bIns="114554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800" b="0" i="0" kern="1200" baseline="0" dirty="0"/>
            <a:t>Planifica y ejecuta pruebas funcionales (QA) con evidencia</a:t>
          </a:r>
          <a:endParaRPr lang="en-US" sz="1800" kern="1200" dirty="0"/>
        </a:p>
      </dsp:txBody>
      <dsp:txXfrm>
        <a:off x="5916" y="1888327"/>
        <a:ext cx="2227158" cy="1336294"/>
      </dsp:txXfrm>
    </dsp:sp>
    <dsp:sp modelId="{667B15E5-F3A4-4E59-AB84-96A52C23FB9E}">
      <dsp:nvSpPr>
        <dsp:cNvPr id="0" name=""/>
        <dsp:cNvSpPr/>
      </dsp:nvSpPr>
      <dsp:spPr>
        <a:xfrm>
          <a:off x="4970679" y="2510754"/>
          <a:ext cx="48164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81646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198696" y="2553913"/>
        <a:ext cx="25612" cy="5122"/>
      </dsp:txXfrm>
    </dsp:sp>
    <dsp:sp modelId="{C712FABD-1DE5-4D23-93E8-3450D52F73D1}">
      <dsp:nvSpPr>
        <dsp:cNvPr id="0" name=""/>
        <dsp:cNvSpPr/>
      </dsp:nvSpPr>
      <dsp:spPr>
        <a:xfrm>
          <a:off x="2745320" y="1888327"/>
          <a:ext cx="2227158" cy="133629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9133" tIns="114554" rIns="109133" bIns="114554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Hotfix de </a:t>
          </a:r>
          <a:r>
            <a:rPr lang="en-US" sz="1800" kern="1200" dirty="0" err="1"/>
            <a:t>casos</a:t>
          </a:r>
          <a:r>
            <a:rPr lang="en-US" sz="1800" kern="1200" dirty="0"/>
            <a:t> </a:t>
          </a:r>
          <a:r>
            <a:rPr lang="en-US" sz="1800" kern="1200" dirty="0" err="1"/>
            <a:t>bordes</a:t>
          </a:r>
          <a:r>
            <a:rPr lang="en-US" sz="1800" kern="1200" dirty="0"/>
            <a:t> y CSS.</a:t>
          </a:r>
        </a:p>
      </dsp:txBody>
      <dsp:txXfrm>
        <a:off x="2745320" y="1888327"/>
        <a:ext cx="2227158" cy="1336294"/>
      </dsp:txXfrm>
    </dsp:sp>
    <dsp:sp modelId="{AB39A778-1FA8-4A5E-AEC2-9E2D564364CF}">
      <dsp:nvSpPr>
        <dsp:cNvPr id="0" name=""/>
        <dsp:cNvSpPr/>
      </dsp:nvSpPr>
      <dsp:spPr>
        <a:xfrm>
          <a:off x="5484725" y="1888327"/>
          <a:ext cx="2227158" cy="133629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9133" tIns="114554" rIns="109133" bIns="114554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800" b="0" i="0" kern="1200" baseline="0" dirty="0"/>
            <a:t>Facilita el proceso ágil: </a:t>
          </a:r>
          <a:r>
            <a:rPr lang="es-CL" sz="1800" b="0" i="0" kern="1200" baseline="0" dirty="0" err="1"/>
            <a:t>sprints</a:t>
          </a:r>
          <a:r>
            <a:rPr lang="es-CL" sz="1800" b="0" i="0" kern="1200" baseline="0" dirty="0"/>
            <a:t>, tablero Kanban, </a:t>
          </a:r>
          <a:r>
            <a:rPr lang="es-CL" sz="1800" b="0" i="0" kern="1200" baseline="0" dirty="0" err="1"/>
            <a:t>Review</a:t>
          </a:r>
          <a:r>
            <a:rPr lang="es-CL" sz="1800" b="0" i="0" kern="1200" baseline="0" dirty="0"/>
            <a:t> y Retro</a:t>
          </a:r>
          <a:endParaRPr lang="en-US" sz="1800" kern="1200" dirty="0"/>
        </a:p>
      </dsp:txBody>
      <dsp:txXfrm>
        <a:off x="5484725" y="1888327"/>
        <a:ext cx="2227158" cy="133629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6" name="Google Shape;269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  <p:sp>
        <p:nvSpPr>
          <p:cNvPr id="2697" name="Google Shape;269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0" name="Google Shape;2760;gf11272de0f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  <p:sp>
        <p:nvSpPr>
          <p:cNvPr id="2761" name="Google Shape;2761;gf11272de0f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3" name="Google Shape;2773;gf11272de0f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  <p:sp>
        <p:nvSpPr>
          <p:cNvPr id="2774" name="Google Shape;2774;gf11272de0f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2" name="Google Shape;2802;gedfa3e31c0_2_205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  <p:sp>
        <p:nvSpPr>
          <p:cNvPr id="2803" name="Google Shape;2803;gedfa3e31c0_2_205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1">
          <a:extLst>
            <a:ext uri="{FF2B5EF4-FFF2-40B4-BE49-F238E27FC236}">
              <a16:creationId xmlns:a16="http://schemas.microsoft.com/office/drawing/2014/main" id="{D614C6F4-C03E-D13D-1297-C9B04C665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2" name="Google Shape;2802;gedfa3e31c0_2_20568:notes">
            <a:extLst>
              <a:ext uri="{FF2B5EF4-FFF2-40B4-BE49-F238E27FC236}">
                <a16:creationId xmlns:a16="http://schemas.microsoft.com/office/drawing/2014/main" id="{5B12114B-6564-1804-C39D-96D95ABE6B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  <p:sp>
        <p:nvSpPr>
          <p:cNvPr id="2803" name="Google Shape;2803;gedfa3e31c0_2_20568:notes">
            <a:extLst>
              <a:ext uri="{FF2B5EF4-FFF2-40B4-BE49-F238E27FC236}">
                <a16:creationId xmlns:a16="http://schemas.microsoft.com/office/drawing/2014/main" id="{7DA62CC8-3A1A-BCA5-418E-AE34576098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430699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4" name="Google Shape;2854;gedfa3e31c0_2_203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  <p:sp>
        <p:nvSpPr>
          <p:cNvPr id="2855" name="Google Shape;2855;gedfa3e31c0_2_203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6" name="Google Shape;3036;gedfa3e31c0_2_20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  <p:sp>
        <p:nvSpPr>
          <p:cNvPr id="3037" name="Google Shape;3037;gedfa3e31c0_2_20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5" name="Google Shape;3645;gedfa3e31c0_2_208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  <p:sp>
        <p:nvSpPr>
          <p:cNvPr id="3646" name="Google Shape;3646;gedfa3e31c0_2_208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7" name="Google Shape;3447;gedfa3e31c0_2_206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  <p:sp>
        <p:nvSpPr>
          <p:cNvPr id="3448" name="Google Shape;3448;gedfa3e31c0_2_206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57">
          <a:extLst>
            <a:ext uri="{FF2B5EF4-FFF2-40B4-BE49-F238E27FC236}">
              <a16:creationId xmlns:a16="http://schemas.microsoft.com/office/drawing/2014/main" id="{F49902DE-3AA0-0A22-9BE5-90A063A36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8" name="Google Shape;4058;gedfa3e31c0_2_20892:notes">
            <a:extLst>
              <a:ext uri="{FF2B5EF4-FFF2-40B4-BE49-F238E27FC236}">
                <a16:creationId xmlns:a16="http://schemas.microsoft.com/office/drawing/2014/main" id="{55ECAC9F-53C0-BA19-7A60-DA552F11E1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  <p:sp>
        <p:nvSpPr>
          <p:cNvPr id="4059" name="Google Shape;4059;gedfa3e31c0_2_20892:notes">
            <a:extLst>
              <a:ext uri="{FF2B5EF4-FFF2-40B4-BE49-F238E27FC236}">
                <a16:creationId xmlns:a16="http://schemas.microsoft.com/office/drawing/2014/main" id="{1A7EC4A9-2A45-9A8A-EC7B-D11ADEF99D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520119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8">
          <a:extLst>
            <a:ext uri="{FF2B5EF4-FFF2-40B4-BE49-F238E27FC236}">
              <a16:creationId xmlns:a16="http://schemas.microsoft.com/office/drawing/2014/main" id="{86141235-6D3C-1DD6-2965-AEC369521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9" name="Google Shape;3859;gedfa3e31c0_2_20880:notes">
            <a:extLst>
              <a:ext uri="{FF2B5EF4-FFF2-40B4-BE49-F238E27FC236}">
                <a16:creationId xmlns:a16="http://schemas.microsoft.com/office/drawing/2014/main" id="{FF2EEC0D-D778-1BF2-43AE-662EC61360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  <p:sp>
        <p:nvSpPr>
          <p:cNvPr id="3860" name="Google Shape;3860;gedfa3e31c0_2_20880:notes">
            <a:extLst>
              <a:ext uri="{FF2B5EF4-FFF2-40B4-BE49-F238E27FC236}">
                <a16:creationId xmlns:a16="http://schemas.microsoft.com/office/drawing/2014/main" id="{17937E17-CC5E-5962-1D03-D698DADF19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81729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9" name="Google Shape;3749;gedfa3e31c0_2_208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  <p:sp>
        <p:nvSpPr>
          <p:cNvPr id="3750" name="Google Shape;3750;gedfa3e31c0_2_208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6" name="Google Shape;3386;gf11272de0f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  <p:sp>
        <p:nvSpPr>
          <p:cNvPr id="3387" name="Google Shape;3387;gf11272de0f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6">
          <a:extLst>
            <a:ext uri="{FF2B5EF4-FFF2-40B4-BE49-F238E27FC236}">
              <a16:creationId xmlns:a16="http://schemas.microsoft.com/office/drawing/2014/main" id="{4BF2CF07-9DE9-A072-21C9-09CF29C1B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7" name="Google Shape;3257;gedfa3e31c0_2_20834:notes">
            <a:extLst>
              <a:ext uri="{FF2B5EF4-FFF2-40B4-BE49-F238E27FC236}">
                <a16:creationId xmlns:a16="http://schemas.microsoft.com/office/drawing/2014/main" id="{857CFE43-198A-D478-FA91-FC8F8D2512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  <p:sp>
        <p:nvSpPr>
          <p:cNvPr id="3258" name="Google Shape;3258;gedfa3e31c0_2_20834:notes">
            <a:extLst>
              <a:ext uri="{FF2B5EF4-FFF2-40B4-BE49-F238E27FC236}">
                <a16:creationId xmlns:a16="http://schemas.microsoft.com/office/drawing/2014/main" id="{8901D491-49D7-35EC-2BBA-F8EC034364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75951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0">
          <a:extLst>
            <a:ext uri="{FF2B5EF4-FFF2-40B4-BE49-F238E27FC236}">
              <a16:creationId xmlns:a16="http://schemas.microsoft.com/office/drawing/2014/main" id="{021F9296-F044-BBA3-1F55-647B06E52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1" name="Google Shape;2911;gf11272de0f_0_12:notes">
            <a:extLst>
              <a:ext uri="{FF2B5EF4-FFF2-40B4-BE49-F238E27FC236}">
                <a16:creationId xmlns:a16="http://schemas.microsoft.com/office/drawing/2014/main" id="{494ECBC1-8B6D-BD41-32F1-C7329383BC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  <p:sp>
        <p:nvSpPr>
          <p:cNvPr id="2912" name="Google Shape;2912;gf11272de0f_0_12:notes">
            <a:extLst>
              <a:ext uri="{FF2B5EF4-FFF2-40B4-BE49-F238E27FC236}">
                <a16:creationId xmlns:a16="http://schemas.microsoft.com/office/drawing/2014/main" id="{B0CE3D3C-1E21-21A3-8C18-587AC70219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4871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6">
          <a:extLst>
            <a:ext uri="{FF2B5EF4-FFF2-40B4-BE49-F238E27FC236}">
              <a16:creationId xmlns:a16="http://schemas.microsoft.com/office/drawing/2014/main" id="{04870441-6389-7780-1CEF-3683FF849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7" name="Google Shape;3257;gedfa3e31c0_2_20834:notes">
            <a:extLst>
              <a:ext uri="{FF2B5EF4-FFF2-40B4-BE49-F238E27FC236}">
                <a16:creationId xmlns:a16="http://schemas.microsoft.com/office/drawing/2014/main" id="{47CC5907-6600-3382-FB1E-0A6E9C02D6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  <p:sp>
        <p:nvSpPr>
          <p:cNvPr id="3258" name="Google Shape;3258;gedfa3e31c0_2_20834:notes">
            <a:extLst>
              <a:ext uri="{FF2B5EF4-FFF2-40B4-BE49-F238E27FC236}">
                <a16:creationId xmlns:a16="http://schemas.microsoft.com/office/drawing/2014/main" id="{2B7A29D5-1E9E-A3A3-19DE-1C83D8DB57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17811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-24" y="-27"/>
            <a:ext cx="9143711" cy="5143338"/>
            <a:chOff x="597550" y="708125"/>
            <a:chExt cx="6449225" cy="4193850"/>
          </a:xfrm>
        </p:grpSpPr>
        <p:sp>
          <p:nvSpPr>
            <p:cNvPr id="10" name="Google Shape;10;p2"/>
            <p:cNvSpPr/>
            <p:nvPr/>
          </p:nvSpPr>
          <p:spPr>
            <a:xfrm>
              <a:off x="597550" y="4893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1;p2"/>
            <p:cNvSpPr/>
            <p:nvPr/>
          </p:nvSpPr>
          <p:spPr>
            <a:xfrm>
              <a:off x="597550" y="4780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597550" y="46671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597550" y="4553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597550" y="4441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597550" y="4328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597550" y="42150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597550" y="4101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597550" y="3988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597550" y="3875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597550" y="3762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597550" y="36496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597550" y="35364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597550" y="34232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597550" y="33100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597550" y="31967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597550" y="30835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597550" y="29703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597550" y="28578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597550" y="27446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597550" y="263140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597550" y="251817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597550" y="24049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597550" y="22917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597550" y="21792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597550" y="20660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597550" y="19528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597550" y="1839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597550" y="1726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2"/>
            <p:cNvSpPr/>
            <p:nvPr/>
          </p:nvSpPr>
          <p:spPr>
            <a:xfrm>
              <a:off x="597550" y="16131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2"/>
            <p:cNvSpPr/>
            <p:nvPr/>
          </p:nvSpPr>
          <p:spPr>
            <a:xfrm>
              <a:off x="597550" y="1499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597550" y="1387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597550" y="1274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597550" y="11610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597550" y="1047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597550" y="934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597550" y="821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597550" y="708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" name="Google Shape;48;p2"/>
          <p:cNvSpPr txBox="1">
            <a:spLocks noGrp="1"/>
          </p:cNvSpPr>
          <p:nvPr>
            <p:ph type="ctrTitle"/>
          </p:nvPr>
        </p:nvSpPr>
        <p:spPr>
          <a:xfrm>
            <a:off x="1317600" y="1132113"/>
            <a:ext cx="6508800" cy="1998600"/>
          </a:xfrm>
          <a:prstGeom prst="rect">
            <a:avLst/>
          </a:prstGeom>
          <a:effectLst>
            <a:outerShdw blurRad="142875" algn="bl" rotWithShape="0">
              <a:schemeClr val="accent2">
                <a:alpha val="3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5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9" name="Google Shape;49;p2"/>
          <p:cNvSpPr txBox="1">
            <a:spLocks noGrp="1"/>
          </p:cNvSpPr>
          <p:nvPr>
            <p:ph type="subTitle" idx="1"/>
          </p:nvPr>
        </p:nvSpPr>
        <p:spPr>
          <a:xfrm>
            <a:off x="1675175" y="3099088"/>
            <a:ext cx="5793600" cy="91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grpSp>
        <p:nvGrpSpPr>
          <p:cNvPr id="50" name="Google Shape;50;p2"/>
          <p:cNvGrpSpPr/>
          <p:nvPr/>
        </p:nvGrpSpPr>
        <p:grpSpPr>
          <a:xfrm>
            <a:off x="-11" y="606814"/>
            <a:ext cx="1284435" cy="586800"/>
            <a:chOff x="-11" y="606814"/>
            <a:chExt cx="1284435" cy="586800"/>
          </a:xfrm>
        </p:grpSpPr>
        <p:sp>
          <p:nvSpPr>
            <p:cNvPr id="51" name="Google Shape;51;p2"/>
            <p:cNvSpPr/>
            <p:nvPr/>
          </p:nvSpPr>
          <p:spPr>
            <a:xfrm rot="-5400000">
              <a:off x="348812" y="258001"/>
              <a:ext cx="586800" cy="1284425"/>
            </a:xfrm>
            <a:prstGeom prst="flowChartOffpageConnector">
              <a:avLst/>
            </a:prstGeom>
            <a:gradFill>
              <a:gsLst>
                <a:gs pos="0">
                  <a:schemeClr val="accent4"/>
                </a:gs>
                <a:gs pos="100000">
                  <a:schemeClr val="lt2"/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2" name="Google Shape;52;p2"/>
            <p:cNvGrpSpPr/>
            <p:nvPr/>
          </p:nvGrpSpPr>
          <p:grpSpPr>
            <a:xfrm rot="10800000">
              <a:off x="-11" y="779178"/>
              <a:ext cx="883262" cy="242091"/>
              <a:chOff x="2300350" y="2601250"/>
              <a:chExt cx="2275275" cy="623625"/>
            </a:xfrm>
          </p:grpSpPr>
          <p:sp>
            <p:nvSpPr>
              <p:cNvPr id="53" name="Google Shape;53;p2"/>
              <p:cNvSpPr/>
              <p:nvPr/>
            </p:nvSpPr>
            <p:spPr>
              <a:xfrm>
                <a:off x="2300350" y="2601250"/>
                <a:ext cx="392100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684" h="24945" extrusionOk="0">
                    <a:moveTo>
                      <a:pt x="12720" y="0"/>
                    </a:moveTo>
                    <a:cubicBezTo>
                      <a:pt x="13337" y="0"/>
                      <a:pt x="14078" y="247"/>
                      <a:pt x="14572" y="741"/>
                    </a:cubicBezTo>
                    <a:cubicBezTo>
                      <a:pt x="15684" y="1852"/>
                      <a:pt x="15684" y="3581"/>
                      <a:pt x="14572" y="4569"/>
                    </a:cubicBezTo>
                    <a:lnTo>
                      <a:pt x="6792" y="12349"/>
                    </a:lnTo>
                    <a:lnTo>
                      <a:pt x="14572" y="20128"/>
                    </a:lnTo>
                    <a:cubicBezTo>
                      <a:pt x="15684" y="21240"/>
                      <a:pt x="15684" y="22845"/>
                      <a:pt x="14572" y="23957"/>
                    </a:cubicBezTo>
                    <a:cubicBezTo>
                      <a:pt x="13584" y="24944"/>
                      <a:pt x="11855" y="24944"/>
                      <a:pt x="10744" y="23957"/>
                    </a:cubicBezTo>
                    <a:lnTo>
                      <a:pt x="1112" y="14325"/>
                    </a:lnTo>
                    <a:cubicBezTo>
                      <a:pt x="1" y="13213"/>
                      <a:pt x="1" y="11484"/>
                      <a:pt x="1112" y="10496"/>
                    </a:cubicBezTo>
                    <a:lnTo>
                      <a:pt x="10744" y="741"/>
                    </a:lnTo>
                    <a:cubicBezTo>
                      <a:pt x="11361" y="247"/>
                      <a:pt x="11979" y="0"/>
                      <a:pt x="1272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Google Shape;54;p2"/>
              <p:cNvSpPr/>
              <p:nvPr/>
            </p:nvSpPr>
            <p:spPr>
              <a:xfrm>
                <a:off x="2680075" y="2601250"/>
                <a:ext cx="389025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561" h="24945" extrusionOk="0">
                    <a:moveTo>
                      <a:pt x="12596" y="0"/>
                    </a:moveTo>
                    <a:cubicBezTo>
                      <a:pt x="13337" y="0"/>
                      <a:pt x="13955" y="247"/>
                      <a:pt x="14449" y="741"/>
                    </a:cubicBezTo>
                    <a:cubicBezTo>
                      <a:pt x="15560" y="1852"/>
                      <a:pt x="15560" y="3581"/>
                      <a:pt x="14449" y="4569"/>
                    </a:cubicBezTo>
                    <a:lnTo>
                      <a:pt x="6669" y="12349"/>
                    </a:lnTo>
                    <a:lnTo>
                      <a:pt x="14449" y="20128"/>
                    </a:lnTo>
                    <a:cubicBezTo>
                      <a:pt x="15560" y="21240"/>
                      <a:pt x="15560" y="22845"/>
                      <a:pt x="14449" y="23957"/>
                    </a:cubicBezTo>
                    <a:cubicBezTo>
                      <a:pt x="13461" y="24944"/>
                      <a:pt x="11732" y="24944"/>
                      <a:pt x="10621" y="23957"/>
                    </a:cubicBezTo>
                    <a:lnTo>
                      <a:pt x="988" y="14325"/>
                    </a:lnTo>
                    <a:cubicBezTo>
                      <a:pt x="1" y="13213"/>
                      <a:pt x="1" y="11484"/>
                      <a:pt x="988" y="10496"/>
                    </a:cubicBezTo>
                    <a:lnTo>
                      <a:pt x="10621" y="741"/>
                    </a:lnTo>
                    <a:cubicBezTo>
                      <a:pt x="11238" y="247"/>
                      <a:pt x="11855" y="0"/>
                      <a:pt x="125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Google Shape;55;p2"/>
              <p:cNvSpPr/>
              <p:nvPr/>
            </p:nvSpPr>
            <p:spPr>
              <a:xfrm>
                <a:off x="3056725" y="2601250"/>
                <a:ext cx="389000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560" h="24945" extrusionOk="0">
                    <a:moveTo>
                      <a:pt x="12596" y="0"/>
                    </a:moveTo>
                    <a:cubicBezTo>
                      <a:pt x="13337" y="0"/>
                      <a:pt x="13954" y="247"/>
                      <a:pt x="14448" y="741"/>
                    </a:cubicBezTo>
                    <a:cubicBezTo>
                      <a:pt x="15559" y="1852"/>
                      <a:pt x="15559" y="3581"/>
                      <a:pt x="14448" y="4569"/>
                    </a:cubicBezTo>
                    <a:lnTo>
                      <a:pt x="6792" y="12349"/>
                    </a:lnTo>
                    <a:lnTo>
                      <a:pt x="14448" y="20128"/>
                    </a:lnTo>
                    <a:cubicBezTo>
                      <a:pt x="15559" y="21240"/>
                      <a:pt x="15559" y="22845"/>
                      <a:pt x="14448" y="23957"/>
                    </a:cubicBezTo>
                    <a:cubicBezTo>
                      <a:pt x="13460" y="24944"/>
                      <a:pt x="11731" y="24944"/>
                      <a:pt x="10743" y="23957"/>
                    </a:cubicBezTo>
                    <a:lnTo>
                      <a:pt x="988" y="14325"/>
                    </a:lnTo>
                    <a:cubicBezTo>
                      <a:pt x="0" y="13213"/>
                      <a:pt x="0" y="11484"/>
                      <a:pt x="988" y="10496"/>
                    </a:cubicBezTo>
                    <a:lnTo>
                      <a:pt x="10743" y="741"/>
                    </a:lnTo>
                    <a:cubicBezTo>
                      <a:pt x="11237" y="247"/>
                      <a:pt x="11855" y="0"/>
                      <a:pt x="125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56;p2"/>
              <p:cNvSpPr/>
              <p:nvPr/>
            </p:nvSpPr>
            <p:spPr>
              <a:xfrm>
                <a:off x="3433350" y="2601250"/>
                <a:ext cx="389000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560" h="24945" extrusionOk="0">
                    <a:moveTo>
                      <a:pt x="12596" y="0"/>
                    </a:moveTo>
                    <a:cubicBezTo>
                      <a:pt x="13337" y="0"/>
                      <a:pt x="13955" y="247"/>
                      <a:pt x="14572" y="741"/>
                    </a:cubicBezTo>
                    <a:cubicBezTo>
                      <a:pt x="15560" y="1852"/>
                      <a:pt x="15560" y="3581"/>
                      <a:pt x="14572" y="4569"/>
                    </a:cubicBezTo>
                    <a:lnTo>
                      <a:pt x="6792" y="12349"/>
                    </a:lnTo>
                    <a:lnTo>
                      <a:pt x="14572" y="20128"/>
                    </a:lnTo>
                    <a:cubicBezTo>
                      <a:pt x="15560" y="21240"/>
                      <a:pt x="15560" y="22845"/>
                      <a:pt x="14572" y="23957"/>
                    </a:cubicBezTo>
                    <a:cubicBezTo>
                      <a:pt x="13461" y="24944"/>
                      <a:pt x="11732" y="24944"/>
                      <a:pt x="10744" y="23957"/>
                    </a:cubicBezTo>
                    <a:lnTo>
                      <a:pt x="988" y="14325"/>
                    </a:lnTo>
                    <a:cubicBezTo>
                      <a:pt x="1" y="13213"/>
                      <a:pt x="1" y="11484"/>
                      <a:pt x="988" y="10496"/>
                    </a:cubicBezTo>
                    <a:lnTo>
                      <a:pt x="10744" y="741"/>
                    </a:lnTo>
                    <a:cubicBezTo>
                      <a:pt x="11238" y="247"/>
                      <a:pt x="11979" y="0"/>
                      <a:pt x="125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57;p2"/>
              <p:cNvSpPr/>
              <p:nvPr/>
            </p:nvSpPr>
            <p:spPr>
              <a:xfrm>
                <a:off x="3810000" y="2601250"/>
                <a:ext cx="389000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560" h="24945" extrusionOk="0">
                    <a:moveTo>
                      <a:pt x="12596" y="0"/>
                    </a:moveTo>
                    <a:cubicBezTo>
                      <a:pt x="13337" y="0"/>
                      <a:pt x="13954" y="247"/>
                      <a:pt x="14572" y="741"/>
                    </a:cubicBezTo>
                    <a:cubicBezTo>
                      <a:pt x="15559" y="1852"/>
                      <a:pt x="15559" y="3581"/>
                      <a:pt x="14572" y="4569"/>
                    </a:cubicBezTo>
                    <a:lnTo>
                      <a:pt x="6792" y="12349"/>
                    </a:lnTo>
                    <a:lnTo>
                      <a:pt x="14572" y="20128"/>
                    </a:lnTo>
                    <a:cubicBezTo>
                      <a:pt x="15559" y="21240"/>
                      <a:pt x="15559" y="22845"/>
                      <a:pt x="14572" y="23957"/>
                    </a:cubicBezTo>
                    <a:cubicBezTo>
                      <a:pt x="13460" y="24944"/>
                      <a:pt x="11731" y="24944"/>
                      <a:pt x="10743" y="23957"/>
                    </a:cubicBezTo>
                    <a:lnTo>
                      <a:pt x="988" y="14325"/>
                    </a:lnTo>
                    <a:cubicBezTo>
                      <a:pt x="0" y="13213"/>
                      <a:pt x="0" y="11484"/>
                      <a:pt x="988" y="10496"/>
                    </a:cubicBezTo>
                    <a:lnTo>
                      <a:pt x="10743" y="741"/>
                    </a:lnTo>
                    <a:cubicBezTo>
                      <a:pt x="11237" y="247"/>
                      <a:pt x="11978" y="0"/>
                      <a:pt x="125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Google Shape;58;p2"/>
              <p:cNvSpPr/>
              <p:nvPr/>
            </p:nvSpPr>
            <p:spPr>
              <a:xfrm>
                <a:off x="4186625" y="2601250"/>
                <a:ext cx="389000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560" h="24945" extrusionOk="0">
                    <a:moveTo>
                      <a:pt x="12596" y="0"/>
                    </a:moveTo>
                    <a:cubicBezTo>
                      <a:pt x="13337" y="0"/>
                      <a:pt x="13955" y="247"/>
                      <a:pt x="14572" y="741"/>
                    </a:cubicBezTo>
                    <a:cubicBezTo>
                      <a:pt x="15560" y="1852"/>
                      <a:pt x="15560" y="3581"/>
                      <a:pt x="14572" y="4569"/>
                    </a:cubicBezTo>
                    <a:lnTo>
                      <a:pt x="6792" y="12349"/>
                    </a:lnTo>
                    <a:lnTo>
                      <a:pt x="14572" y="20128"/>
                    </a:lnTo>
                    <a:cubicBezTo>
                      <a:pt x="15560" y="21240"/>
                      <a:pt x="15560" y="22845"/>
                      <a:pt x="14572" y="23957"/>
                    </a:cubicBezTo>
                    <a:cubicBezTo>
                      <a:pt x="13461" y="24944"/>
                      <a:pt x="11732" y="24944"/>
                      <a:pt x="10744" y="23957"/>
                    </a:cubicBezTo>
                    <a:lnTo>
                      <a:pt x="988" y="14325"/>
                    </a:lnTo>
                    <a:cubicBezTo>
                      <a:pt x="0" y="13213"/>
                      <a:pt x="0" y="11484"/>
                      <a:pt x="988" y="10496"/>
                    </a:cubicBezTo>
                    <a:lnTo>
                      <a:pt x="10744" y="741"/>
                    </a:lnTo>
                    <a:cubicBezTo>
                      <a:pt x="11238" y="247"/>
                      <a:pt x="11979" y="0"/>
                      <a:pt x="125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9" name="Google Shape;59;p2"/>
          <p:cNvGrpSpPr/>
          <p:nvPr/>
        </p:nvGrpSpPr>
        <p:grpSpPr>
          <a:xfrm rot="5400000">
            <a:off x="85100" y="1849625"/>
            <a:ext cx="98902" cy="553090"/>
            <a:chOff x="4898850" y="4820550"/>
            <a:chExt cx="98902" cy="553090"/>
          </a:xfrm>
        </p:grpSpPr>
        <p:sp>
          <p:nvSpPr>
            <p:cNvPr id="60" name="Google Shape;60;p2"/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2"/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2"/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2"/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5" name="Google Shape;65;p2"/>
          <p:cNvGrpSpPr/>
          <p:nvPr/>
        </p:nvGrpSpPr>
        <p:grpSpPr>
          <a:xfrm>
            <a:off x="-1414555" y="3058729"/>
            <a:ext cx="2297800" cy="347400"/>
            <a:chOff x="-1414555" y="3058729"/>
            <a:chExt cx="2297800" cy="347400"/>
          </a:xfrm>
        </p:grpSpPr>
        <p:sp>
          <p:nvSpPr>
            <p:cNvPr id="66" name="Google Shape;66;p2"/>
            <p:cNvSpPr/>
            <p:nvPr/>
          </p:nvSpPr>
          <p:spPr>
            <a:xfrm>
              <a:off x="-1414555" y="3338029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2"/>
            <p:cNvSpPr/>
            <p:nvPr/>
          </p:nvSpPr>
          <p:spPr>
            <a:xfrm>
              <a:off x="-1111455" y="3058729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8" name="Google Shape;68;p2"/>
          <p:cNvGrpSpPr/>
          <p:nvPr/>
        </p:nvGrpSpPr>
        <p:grpSpPr>
          <a:xfrm flipH="1">
            <a:off x="-799254" y="4139005"/>
            <a:ext cx="1823016" cy="196994"/>
            <a:chOff x="7857346" y="4002005"/>
            <a:chExt cx="1823016" cy="196994"/>
          </a:xfrm>
        </p:grpSpPr>
        <p:sp>
          <p:nvSpPr>
            <p:cNvPr id="69" name="Google Shape;69;p2"/>
            <p:cNvSpPr/>
            <p:nvPr/>
          </p:nvSpPr>
          <p:spPr>
            <a:xfrm>
              <a:off x="7956216" y="4048371"/>
              <a:ext cx="1724145" cy="150627"/>
            </a:xfrm>
            <a:custGeom>
              <a:avLst/>
              <a:gdLst/>
              <a:ahLst/>
              <a:cxnLst/>
              <a:rect l="l" t="t" r="r" b="b"/>
              <a:pathLst>
                <a:path w="55332" h="4834" fill="none" extrusionOk="0">
                  <a:moveTo>
                    <a:pt x="55331" y="4834"/>
                  </a:moveTo>
                  <a:lnTo>
                    <a:pt x="28930" y="4834"/>
                  </a:lnTo>
                  <a:lnTo>
                    <a:pt x="27294" y="3198"/>
                  </a:lnTo>
                  <a:lnTo>
                    <a:pt x="24072" y="0"/>
                  </a:ln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2"/>
            <p:cNvSpPr/>
            <p:nvPr/>
          </p:nvSpPr>
          <p:spPr>
            <a:xfrm>
              <a:off x="7857346" y="4002005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" y="1463"/>
                  </a:moveTo>
                  <a:cubicBezTo>
                    <a:pt x="1" y="670"/>
                    <a:pt x="670" y="1"/>
                    <a:pt x="1488" y="1"/>
                  </a:cubicBezTo>
                  <a:cubicBezTo>
                    <a:pt x="2306" y="1"/>
                    <a:pt x="2951" y="670"/>
                    <a:pt x="2951" y="1463"/>
                  </a:cubicBezTo>
                  <a:cubicBezTo>
                    <a:pt x="2951" y="2281"/>
                    <a:pt x="2306" y="2951"/>
                    <a:pt x="1488" y="2951"/>
                  </a:cubicBezTo>
                  <a:cubicBezTo>
                    <a:pt x="670" y="2951"/>
                    <a:pt x="1" y="2281"/>
                    <a:pt x="1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2"/>
            <p:cNvSpPr/>
            <p:nvPr/>
          </p:nvSpPr>
          <p:spPr>
            <a:xfrm>
              <a:off x="7882087" y="4026715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2" name="Google Shape;72;p2"/>
          <p:cNvSpPr/>
          <p:nvPr/>
        </p:nvSpPr>
        <p:spPr>
          <a:xfrm rot="10800000">
            <a:off x="8027645" y="2478979"/>
            <a:ext cx="1994700" cy="6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lt2"/>
              </a:gs>
              <a:gs pos="100000">
                <a:schemeClr val="accent2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2"/>
          <p:cNvSpPr/>
          <p:nvPr/>
        </p:nvSpPr>
        <p:spPr>
          <a:xfrm rot="10800000">
            <a:off x="8557211" y="3859075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2"/>
          <p:cNvSpPr/>
          <p:nvPr/>
        </p:nvSpPr>
        <p:spPr>
          <a:xfrm rot="5400000">
            <a:off x="8206162" y="-348811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5" name="Google Shape;75;p2"/>
          <p:cNvGrpSpPr/>
          <p:nvPr/>
        </p:nvGrpSpPr>
        <p:grpSpPr>
          <a:xfrm>
            <a:off x="7812807" y="997962"/>
            <a:ext cx="1520982" cy="302065"/>
            <a:chOff x="5642557" y="-150670"/>
            <a:chExt cx="1520982" cy="302065"/>
          </a:xfrm>
        </p:grpSpPr>
        <p:sp>
          <p:nvSpPr>
            <p:cNvPr id="76" name="Google Shape;76;p2"/>
            <p:cNvSpPr/>
            <p:nvPr/>
          </p:nvSpPr>
          <p:spPr>
            <a:xfrm>
              <a:off x="5736006" y="-104304"/>
              <a:ext cx="1335611" cy="209364"/>
            </a:xfrm>
            <a:custGeom>
              <a:avLst/>
              <a:gdLst/>
              <a:ahLst/>
              <a:cxnLst/>
              <a:rect l="l" t="t" r="r" b="b"/>
              <a:pathLst>
                <a:path w="42863" h="6719" fill="none" extrusionOk="0">
                  <a:moveTo>
                    <a:pt x="1" y="0"/>
                  </a:moveTo>
                  <a:lnTo>
                    <a:pt x="19064" y="0"/>
                  </a:lnTo>
                  <a:lnTo>
                    <a:pt x="25782" y="6718"/>
                  </a:lnTo>
                  <a:lnTo>
                    <a:pt x="42862" y="6718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2"/>
            <p:cNvSpPr/>
            <p:nvPr/>
          </p:nvSpPr>
          <p:spPr>
            <a:xfrm>
              <a:off x="7071586" y="59442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2950" y="1463"/>
                  </a:moveTo>
                  <a:cubicBezTo>
                    <a:pt x="2950" y="2281"/>
                    <a:pt x="2281" y="2951"/>
                    <a:pt x="1463" y="2951"/>
                  </a:cubicBezTo>
                  <a:cubicBezTo>
                    <a:pt x="645" y="2951"/>
                    <a:pt x="0" y="2281"/>
                    <a:pt x="0" y="1463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2"/>
            <p:cNvSpPr/>
            <p:nvPr/>
          </p:nvSpPr>
          <p:spPr>
            <a:xfrm>
              <a:off x="7095517" y="84152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5" y="1"/>
                  </a:moveTo>
                  <a:cubicBezTo>
                    <a:pt x="323" y="1"/>
                    <a:pt x="1" y="298"/>
                    <a:pt x="1" y="670"/>
                  </a:cubicBezTo>
                  <a:cubicBezTo>
                    <a:pt x="1" y="1067"/>
                    <a:pt x="323" y="1364"/>
                    <a:pt x="695" y="1364"/>
                  </a:cubicBezTo>
                  <a:cubicBezTo>
                    <a:pt x="1091" y="1364"/>
                    <a:pt x="1389" y="1067"/>
                    <a:pt x="1389" y="670"/>
                  </a:cubicBezTo>
                  <a:cubicBezTo>
                    <a:pt x="1389" y="298"/>
                    <a:pt x="1091" y="1"/>
                    <a:pt x="69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2"/>
            <p:cNvSpPr/>
            <p:nvPr/>
          </p:nvSpPr>
          <p:spPr>
            <a:xfrm>
              <a:off x="5642557" y="-150670"/>
              <a:ext cx="91953" cy="92732"/>
            </a:xfrm>
            <a:custGeom>
              <a:avLst/>
              <a:gdLst/>
              <a:ahLst/>
              <a:cxnLst/>
              <a:rect l="l" t="t" r="r" b="b"/>
              <a:pathLst>
                <a:path w="2951" h="2976" fill="none" extrusionOk="0">
                  <a:moveTo>
                    <a:pt x="2950" y="1488"/>
                  </a:moveTo>
                  <a:cubicBezTo>
                    <a:pt x="2950" y="2306"/>
                    <a:pt x="2281" y="2976"/>
                    <a:pt x="1463" y="2976"/>
                  </a:cubicBezTo>
                  <a:cubicBezTo>
                    <a:pt x="645" y="2976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2"/>
            <p:cNvSpPr/>
            <p:nvPr/>
          </p:nvSpPr>
          <p:spPr>
            <a:xfrm>
              <a:off x="5666488" y="-125929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322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2" y="1388"/>
                    <a:pt x="1389" y="1066"/>
                    <a:pt x="1389" y="694"/>
                  </a:cubicBezTo>
                  <a:cubicBezTo>
                    <a:pt x="1389" y="322"/>
                    <a:pt x="1092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1" name="Google Shape;81;p2"/>
          <p:cNvGrpSpPr/>
          <p:nvPr/>
        </p:nvGrpSpPr>
        <p:grpSpPr>
          <a:xfrm>
            <a:off x="8495989" y="1713528"/>
            <a:ext cx="883262" cy="242091"/>
            <a:chOff x="2300350" y="2601250"/>
            <a:chExt cx="2275275" cy="623625"/>
          </a:xfrm>
        </p:grpSpPr>
        <p:sp>
          <p:nvSpPr>
            <p:cNvPr id="82" name="Google Shape;82;p2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2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2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2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2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2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" name="Google Shape;88;p2"/>
          <p:cNvGrpSpPr/>
          <p:nvPr/>
        </p:nvGrpSpPr>
        <p:grpSpPr>
          <a:xfrm>
            <a:off x="8267392" y="3231066"/>
            <a:ext cx="1105976" cy="133969"/>
            <a:chOff x="8183182" y="663852"/>
            <a:chExt cx="1475028" cy="178673"/>
          </a:xfrm>
        </p:grpSpPr>
        <p:grpSp>
          <p:nvGrpSpPr>
            <p:cNvPr id="89" name="Google Shape;89;p2"/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90" name="Google Shape;90;p2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Google Shape;91;p2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Google Shape;92;p2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Google Shape;93;p2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Google Shape;94;p2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2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Google Shape;96;p2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Google Shape;97;p2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Google Shape;98;p2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Google Shape;99;p2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" name="Google Shape;100;p2"/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101" name="Google Shape;101;p2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Google Shape;102;p2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Google Shape;103;p2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Google Shape;104;p2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Google Shape;105;p2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Google Shape;106;p2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Google Shape;107;p2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Google Shape;108;p2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Google Shape;109;p2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Google Shape;110;p2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11" name="Google Shape;111;p2"/>
          <p:cNvGrpSpPr/>
          <p:nvPr/>
        </p:nvGrpSpPr>
        <p:grpSpPr>
          <a:xfrm rot="5400000">
            <a:off x="8520259" y="3926674"/>
            <a:ext cx="302065" cy="1520982"/>
            <a:chOff x="-108754" y="2690919"/>
            <a:chExt cx="302065" cy="1520982"/>
          </a:xfrm>
        </p:grpSpPr>
        <p:sp>
          <p:nvSpPr>
            <p:cNvPr id="112" name="Google Shape;112;p2"/>
            <p:cNvSpPr/>
            <p:nvPr/>
          </p:nvSpPr>
          <p:spPr>
            <a:xfrm>
              <a:off x="-62388" y="2782841"/>
              <a:ext cx="209364" cy="1335580"/>
            </a:xfrm>
            <a:custGeom>
              <a:avLst/>
              <a:gdLst/>
              <a:ahLst/>
              <a:cxnLst/>
              <a:rect l="l" t="t" r="r" b="b"/>
              <a:pathLst>
                <a:path w="6719" h="42862" fill="none" extrusionOk="0">
                  <a:moveTo>
                    <a:pt x="0" y="42862"/>
                  </a:moveTo>
                  <a:lnTo>
                    <a:pt x="0" y="23799"/>
                  </a:lnTo>
                  <a:lnTo>
                    <a:pt x="6718" y="17056"/>
                  </a:lnTo>
                  <a:lnTo>
                    <a:pt x="6718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2"/>
            <p:cNvSpPr/>
            <p:nvPr/>
          </p:nvSpPr>
          <p:spPr>
            <a:xfrm>
              <a:off x="101358" y="2690919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1"/>
                  </a:moveTo>
                  <a:cubicBezTo>
                    <a:pt x="2281" y="1"/>
                    <a:pt x="2951" y="645"/>
                    <a:pt x="2951" y="1463"/>
                  </a:cubicBezTo>
                  <a:cubicBezTo>
                    <a:pt x="2951" y="2281"/>
                    <a:pt x="2281" y="2951"/>
                    <a:pt x="1463" y="2951"/>
                  </a:cubicBezTo>
                  <a:cubicBezTo>
                    <a:pt x="645" y="2951"/>
                    <a:pt x="1" y="2281"/>
                    <a:pt x="1" y="1463"/>
                  </a:cubicBezTo>
                  <a:cubicBezTo>
                    <a:pt x="1" y="645"/>
                    <a:pt x="645" y="1"/>
                    <a:pt x="1463" y="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2"/>
            <p:cNvSpPr/>
            <p:nvPr/>
          </p:nvSpPr>
          <p:spPr>
            <a:xfrm>
              <a:off x="125320" y="2714881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4" y="0"/>
                  </a:moveTo>
                  <a:cubicBezTo>
                    <a:pt x="322" y="0"/>
                    <a:pt x="0" y="322"/>
                    <a:pt x="0" y="694"/>
                  </a:cubicBezTo>
                  <a:cubicBezTo>
                    <a:pt x="0" y="1091"/>
                    <a:pt x="322" y="1388"/>
                    <a:pt x="694" y="1388"/>
                  </a:cubicBezTo>
                  <a:cubicBezTo>
                    <a:pt x="1091" y="1388"/>
                    <a:pt x="1388" y="1091"/>
                    <a:pt x="1388" y="694"/>
                  </a:cubicBezTo>
                  <a:cubicBezTo>
                    <a:pt x="1388" y="322"/>
                    <a:pt x="1091" y="0"/>
                    <a:pt x="69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2"/>
            <p:cNvSpPr/>
            <p:nvPr/>
          </p:nvSpPr>
          <p:spPr>
            <a:xfrm>
              <a:off x="-108754" y="4119948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88" y="0"/>
                  </a:moveTo>
                  <a:cubicBezTo>
                    <a:pt x="2306" y="0"/>
                    <a:pt x="2951" y="670"/>
                    <a:pt x="2951" y="1463"/>
                  </a:cubicBezTo>
                  <a:cubicBezTo>
                    <a:pt x="2951" y="2281"/>
                    <a:pt x="2306" y="2950"/>
                    <a:pt x="1488" y="2950"/>
                  </a:cubicBezTo>
                  <a:cubicBezTo>
                    <a:pt x="670" y="2950"/>
                    <a:pt x="1" y="2281"/>
                    <a:pt x="1" y="1463"/>
                  </a:cubicBezTo>
                  <a:cubicBezTo>
                    <a:pt x="1" y="670"/>
                    <a:pt x="670" y="0"/>
                    <a:pt x="1488" y="0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2"/>
            <p:cNvSpPr/>
            <p:nvPr/>
          </p:nvSpPr>
          <p:spPr>
            <a:xfrm>
              <a:off x="-84013" y="4144658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" name="Google Shape;117;p2"/>
          <p:cNvGrpSpPr/>
          <p:nvPr/>
        </p:nvGrpSpPr>
        <p:grpSpPr>
          <a:xfrm>
            <a:off x="1710357" y="-107958"/>
            <a:ext cx="1520982" cy="302065"/>
            <a:chOff x="5642557" y="-150670"/>
            <a:chExt cx="1520982" cy="302065"/>
          </a:xfrm>
        </p:grpSpPr>
        <p:sp>
          <p:nvSpPr>
            <p:cNvPr id="118" name="Google Shape;118;p2"/>
            <p:cNvSpPr/>
            <p:nvPr/>
          </p:nvSpPr>
          <p:spPr>
            <a:xfrm>
              <a:off x="5736006" y="-104304"/>
              <a:ext cx="1335611" cy="209364"/>
            </a:xfrm>
            <a:custGeom>
              <a:avLst/>
              <a:gdLst/>
              <a:ahLst/>
              <a:cxnLst/>
              <a:rect l="l" t="t" r="r" b="b"/>
              <a:pathLst>
                <a:path w="42863" h="6719" fill="none" extrusionOk="0">
                  <a:moveTo>
                    <a:pt x="1" y="0"/>
                  </a:moveTo>
                  <a:lnTo>
                    <a:pt x="19064" y="0"/>
                  </a:lnTo>
                  <a:lnTo>
                    <a:pt x="25782" y="6718"/>
                  </a:lnTo>
                  <a:lnTo>
                    <a:pt x="42862" y="6718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2"/>
            <p:cNvSpPr/>
            <p:nvPr/>
          </p:nvSpPr>
          <p:spPr>
            <a:xfrm>
              <a:off x="7071586" y="59442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2950" y="1463"/>
                  </a:moveTo>
                  <a:cubicBezTo>
                    <a:pt x="2950" y="2281"/>
                    <a:pt x="2281" y="2951"/>
                    <a:pt x="1463" y="2951"/>
                  </a:cubicBezTo>
                  <a:cubicBezTo>
                    <a:pt x="645" y="2951"/>
                    <a:pt x="0" y="2281"/>
                    <a:pt x="0" y="1463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2"/>
            <p:cNvSpPr/>
            <p:nvPr/>
          </p:nvSpPr>
          <p:spPr>
            <a:xfrm>
              <a:off x="7095517" y="84152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5" y="1"/>
                  </a:moveTo>
                  <a:cubicBezTo>
                    <a:pt x="323" y="1"/>
                    <a:pt x="1" y="298"/>
                    <a:pt x="1" y="670"/>
                  </a:cubicBezTo>
                  <a:cubicBezTo>
                    <a:pt x="1" y="1067"/>
                    <a:pt x="323" y="1364"/>
                    <a:pt x="695" y="1364"/>
                  </a:cubicBezTo>
                  <a:cubicBezTo>
                    <a:pt x="1091" y="1364"/>
                    <a:pt x="1389" y="1067"/>
                    <a:pt x="1389" y="670"/>
                  </a:cubicBezTo>
                  <a:cubicBezTo>
                    <a:pt x="1389" y="298"/>
                    <a:pt x="1091" y="1"/>
                    <a:pt x="69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2"/>
            <p:cNvSpPr/>
            <p:nvPr/>
          </p:nvSpPr>
          <p:spPr>
            <a:xfrm>
              <a:off x="5642557" y="-150670"/>
              <a:ext cx="91953" cy="92732"/>
            </a:xfrm>
            <a:custGeom>
              <a:avLst/>
              <a:gdLst/>
              <a:ahLst/>
              <a:cxnLst/>
              <a:rect l="l" t="t" r="r" b="b"/>
              <a:pathLst>
                <a:path w="2951" h="2976" fill="none" extrusionOk="0">
                  <a:moveTo>
                    <a:pt x="2950" y="1488"/>
                  </a:moveTo>
                  <a:cubicBezTo>
                    <a:pt x="2950" y="2306"/>
                    <a:pt x="2281" y="2976"/>
                    <a:pt x="1463" y="2976"/>
                  </a:cubicBezTo>
                  <a:cubicBezTo>
                    <a:pt x="645" y="2976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2"/>
            <p:cNvSpPr/>
            <p:nvPr/>
          </p:nvSpPr>
          <p:spPr>
            <a:xfrm>
              <a:off x="5666488" y="-125929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322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2" y="1388"/>
                    <a:pt x="1389" y="1066"/>
                    <a:pt x="1389" y="694"/>
                  </a:cubicBezTo>
                  <a:cubicBezTo>
                    <a:pt x="1389" y="322"/>
                    <a:pt x="1092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3" name="Google Shape;123;p2"/>
          <p:cNvGrpSpPr/>
          <p:nvPr/>
        </p:nvGrpSpPr>
        <p:grpSpPr>
          <a:xfrm>
            <a:off x="6420895" y="-1455296"/>
            <a:ext cx="347400" cy="2297800"/>
            <a:chOff x="6420895" y="-1455296"/>
            <a:chExt cx="347400" cy="2297800"/>
          </a:xfrm>
        </p:grpSpPr>
        <p:sp>
          <p:nvSpPr>
            <p:cNvPr id="124" name="Google Shape;124;p2"/>
            <p:cNvSpPr/>
            <p:nvPr/>
          </p:nvSpPr>
          <p:spPr>
            <a:xfrm rot="5400000">
              <a:off x="5457595" y="-491996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2"/>
            <p:cNvSpPr/>
            <p:nvPr/>
          </p:nvSpPr>
          <p:spPr>
            <a:xfrm rot="5400000">
              <a:off x="5736895" y="-188896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6" name="Google Shape;126;p2"/>
          <p:cNvSpPr/>
          <p:nvPr/>
        </p:nvSpPr>
        <p:spPr>
          <a:xfrm rot="10800000">
            <a:off x="1023762" y="4389464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oogle Shape;128;p3"/>
          <p:cNvGrpSpPr/>
          <p:nvPr/>
        </p:nvGrpSpPr>
        <p:grpSpPr>
          <a:xfrm>
            <a:off x="-24" y="-27"/>
            <a:ext cx="9143711" cy="5143338"/>
            <a:chOff x="597550" y="708125"/>
            <a:chExt cx="6449225" cy="4193850"/>
          </a:xfrm>
        </p:grpSpPr>
        <p:sp>
          <p:nvSpPr>
            <p:cNvPr id="129" name="Google Shape;129;p3"/>
            <p:cNvSpPr/>
            <p:nvPr/>
          </p:nvSpPr>
          <p:spPr>
            <a:xfrm>
              <a:off x="597550" y="4893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3"/>
            <p:cNvSpPr/>
            <p:nvPr/>
          </p:nvSpPr>
          <p:spPr>
            <a:xfrm>
              <a:off x="597550" y="4780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3"/>
            <p:cNvSpPr/>
            <p:nvPr/>
          </p:nvSpPr>
          <p:spPr>
            <a:xfrm>
              <a:off x="597550" y="46671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132;p3"/>
            <p:cNvSpPr/>
            <p:nvPr/>
          </p:nvSpPr>
          <p:spPr>
            <a:xfrm>
              <a:off x="597550" y="4553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3"/>
            <p:cNvSpPr/>
            <p:nvPr/>
          </p:nvSpPr>
          <p:spPr>
            <a:xfrm>
              <a:off x="597550" y="4441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3"/>
            <p:cNvSpPr/>
            <p:nvPr/>
          </p:nvSpPr>
          <p:spPr>
            <a:xfrm>
              <a:off x="597550" y="4328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3"/>
            <p:cNvSpPr/>
            <p:nvPr/>
          </p:nvSpPr>
          <p:spPr>
            <a:xfrm>
              <a:off x="597550" y="42150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3"/>
            <p:cNvSpPr/>
            <p:nvPr/>
          </p:nvSpPr>
          <p:spPr>
            <a:xfrm>
              <a:off x="597550" y="4101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3"/>
            <p:cNvSpPr/>
            <p:nvPr/>
          </p:nvSpPr>
          <p:spPr>
            <a:xfrm>
              <a:off x="597550" y="3988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3"/>
            <p:cNvSpPr/>
            <p:nvPr/>
          </p:nvSpPr>
          <p:spPr>
            <a:xfrm>
              <a:off x="597550" y="3875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3"/>
            <p:cNvSpPr/>
            <p:nvPr/>
          </p:nvSpPr>
          <p:spPr>
            <a:xfrm>
              <a:off x="597550" y="3762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3"/>
            <p:cNvSpPr/>
            <p:nvPr/>
          </p:nvSpPr>
          <p:spPr>
            <a:xfrm>
              <a:off x="597550" y="36496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3"/>
            <p:cNvSpPr/>
            <p:nvPr/>
          </p:nvSpPr>
          <p:spPr>
            <a:xfrm>
              <a:off x="597550" y="35364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3"/>
            <p:cNvSpPr/>
            <p:nvPr/>
          </p:nvSpPr>
          <p:spPr>
            <a:xfrm>
              <a:off x="597550" y="34232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3"/>
            <p:cNvSpPr/>
            <p:nvPr/>
          </p:nvSpPr>
          <p:spPr>
            <a:xfrm>
              <a:off x="597550" y="33100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3"/>
            <p:cNvSpPr/>
            <p:nvPr/>
          </p:nvSpPr>
          <p:spPr>
            <a:xfrm>
              <a:off x="597550" y="31967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3"/>
            <p:cNvSpPr/>
            <p:nvPr/>
          </p:nvSpPr>
          <p:spPr>
            <a:xfrm>
              <a:off x="597550" y="30835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3"/>
            <p:cNvSpPr/>
            <p:nvPr/>
          </p:nvSpPr>
          <p:spPr>
            <a:xfrm>
              <a:off x="597550" y="29703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3"/>
            <p:cNvSpPr/>
            <p:nvPr/>
          </p:nvSpPr>
          <p:spPr>
            <a:xfrm>
              <a:off x="597550" y="28578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3"/>
            <p:cNvSpPr/>
            <p:nvPr/>
          </p:nvSpPr>
          <p:spPr>
            <a:xfrm>
              <a:off x="597550" y="27446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3"/>
            <p:cNvSpPr/>
            <p:nvPr/>
          </p:nvSpPr>
          <p:spPr>
            <a:xfrm>
              <a:off x="597550" y="263140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3"/>
            <p:cNvSpPr/>
            <p:nvPr/>
          </p:nvSpPr>
          <p:spPr>
            <a:xfrm>
              <a:off x="597550" y="251817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151;p3"/>
            <p:cNvSpPr/>
            <p:nvPr/>
          </p:nvSpPr>
          <p:spPr>
            <a:xfrm>
              <a:off x="597550" y="24049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152;p3"/>
            <p:cNvSpPr/>
            <p:nvPr/>
          </p:nvSpPr>
          <p:spPr>
            <a:xfrm>
              <a:off x="597550" y="22917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3"/>
            <p:cNvSpPr/>
            <p:nvPr/>
          </p:nvSpPr>
          <p:spPr>
            <a:xfrm>
              <a:off x="597550" y="21792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3"/>
            <p:cNvSpPr/>
            <p:nvPr/>
          </p:nvSpPr>
          <p:spPr>
            <a:xfrm>
              <a:off x="597550" y="20660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3"/>
            <p:cNvSpPr/>
            <p:nvPr/>
          </p:nvSpPr>
          <p:spPr>
            <a:xfrm>
              <a:off x="597550" y="19528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3"/>
            <p:cNvSpPr/>
            <p:nvPr/>
          </p:nvSpPr>
          <p:spPr>
            <a:xfrm>
              <a:off x="597550" y="1839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3"/>
            <p:cNvSpPr/>
            <p:nvPr/>
          </p:nvSpPr>
          <p:spPr>
            <a:xfrm>
              <a:off x="597550" y="1726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3"/>
            <p:cNvSpPr/>
            <p:nvPr/>
          </p:nvSpPr>
          <p:spPr>
            <a:xfrm>
              <a:off x="597550" y="16131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3"/>
            <p:cNvSpPr/>
            <p:nvPr/>
          </p:nvSpPr>
          <p:spPr>
            <a:xfrm>
              <a:off x="597550" y="1499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3"/>
            <p:cNvSpPr/>
            <p:nvPr/>
          </p:nvSpPr>
          <p:spPr>
            <a:xfrm>
              <a:off x="597550" y="1387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3"/>
            <p:cNvSpPr/>
            <p:nvPr/>
          </p:nvSpPr>
          <p:spPr>
            <a:xfrm>
              <a:off x="597550" y="1274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3"/>
            <p:cNvSpPr/>
            <p:nvPr/>
          </p:nvSpPr>
          <p:spPr>
            <a:xfrm>
              <a:off x="597550" y="11610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3"/>
            <p:cNvSpPr/>
            <p:nvPr/>
          </p:nvSpPr>
          <p:spPr>
            <a:xfrm>
              <a:off x="597550" y="1047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3"/>
            <p:cNvSpPr/>
            <p:nvPr/>
          </p:nvSpPr>
          <p:spPr>
            <a:xfrm>
              <a:off x="597550" y="934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165;p3"/>
            <p:cNvSpPr/>
            <p:nvPr/>
          </p:nvSpPr>
          <p:spPr>
            <a:xfrm>
              <a:off x="597550" y="821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66;p3"/>
            <p:cNvSpPr/>
            <p:nvPr/>
          </p:nvSpPr>
          <p:spPr>
            <a:xfrm>
              <a:off x="597550" y="708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7" name="Google Shape;167;p3"/>
          <p:cNvSpPr txBox="1">
            <a:spLocks noGrp="1"/>
          </p:cNvSpPr>
          <p:nvPr>
            <p:ph type="title"/>
          </p:nvPr>
        </p:nvSpPr>
        <p:spPr>
          <a:xfrm>
            <a:off x="1208500" y="2089070"/>
            <a:ext cx="6726900" cy="841800"/>
          </a:xfrm>
          <a:prstGeom prst="rect">
            <a:avLst/>
          </a:prstGeom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5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8" name="Google Shape;168;p3"/>
          <p:cNvSpPr txBox="1">
            <a:spLocks noGrp="1"/>
          </p:cNvSpPr>
          <p:nvPr>
            <p:ph type="subTitle" idx="1"/>
          </p:nvPr>
        </p:nvSpPr>
        <p:spPr>
          <a:xfrm>
            <a:off x="1208650" y="3054420"/>
            <a:ext cx="6726900" cy="92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69" name="Google Shape;169;p3"/>
          <p:cNvSpPr txBox="1">
            <a:spLocks noGrp="1"/>
          </p:cNvSpPr>
          <p:nvPr>
            <p:ph type="title" idx="2" hasCustomPrompt="1"/>
          </p:nvPr>
        </p:nvSpPr>
        <p:spPr>
          <a:xfrm>
            <a:off x="3132450" y="1168380"/>
            <a:ext cx="2879100" cy="920700"/>
          </a:xfrm>
          <a:prstGeom prst="rect">
            <a:avLst/>
          </a:prstGeom>
          <a:effectLst>
            <a:outerShdw blurRad="57150" algn="bl" rotWithShape="0">
              <a:schemeClr val="accent2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70" name="Google Shape;170;p3"/>
          <p:cNvSpPr/>
          <p:nvPr/>
        </p:nvSpPr>
        <p:spPr>
          <a:xfrm rot="10800000" flipH="1">
            <a:off x="7847593" y="4125574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71" name="Google Shape;171;p3"/>
          <p:cNvGrpSpPr/>
          <p:nvPr/>
        </p:nvGrpSpPr>
        <p:grpSpPr>
          <a:xfrm rot="-5400000" flipH="1">
            <a:off x="7699352" y="4771133"/>
            <a:ext cx="883262" cy="242091"/>
            <a:chOff x="2300350" y="2601250"/>
            <a:chExt cx="2275275" cy="623625"/>
          </a:xfrm>
        </p:grpSpPr>
        <p:sp>
          <p:nvSpPr>
            <p:cNvPr id="172" name="Google Shape;172;p3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73;p3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3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3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3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3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8" name="Google Shape;178;p3"/>
          <p:cNvSpPr/>
          <p:nvPr/>
        </p:nvSpPr>
        <p:spPr>
          <a:xfrm flipH="1">
            <a:off x="8088870" y="1535679"/>
            <a:ext cx="1994700" cy="6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lt2"/>
              </a:gs>
              <a:gs pos="100000">
                <a:schemeClr val="accent2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79" name="Google Shape;179;p3"/>
          <p:cNvGrpSpPr/>
          <p:nvPr/>
        </p:nvGrpSpPr>
        <p:grpSpPr>
          <a:xfrm>
            <a:off x="8658746" y="2349080"/>
            <a:ext cx="1823016" cy="196994"/>
            <a:chOff x="7857346" y="4002005"/>
            <a:chExt cx="1823016" cy="196994"/>
          </a:xfrm>
        </p:grpSpPr>
        <p:sp>
          <p:nvSpPr>
            <p:cNvPr id="180" name="Google Shape;180;p3"/>
            <p:cNvSpPr/>
            <p:nvPr/>
          </p:nvSpPr>
          <p:spPr>
            <a:xfrm>
              <a:off x="7956216" y="4048371"/>
              <a:ext cx="1724145" cy="150627"/>
            </a:xfrm>
            <a:custGeom>
              <a:avLst/>
              <a:gdLst/>
              <a:ahLst/>
              <a:cxnLst/>
              <a:rect l="l" t="t" r="r" b="b"/>
              <a:pathLst>
                <a:path w="55332" h="4834" fill="none" extrusionOk="0">
                  <a:moveTo>
                    <a:pt x="55331" y="4834"/>
                  </a:moveTo>
                  <a:lnTo>
                    <a:pt x="28930" y="4834"/>
                  </a:lnTo>
                  <a:lnTo>
                    <a:pt x="27294" y="3198"/>
                  </a:lnTo>
                  <a:lnTo>
                    <a:pt x="24072" y="0"/>
                  </a:ln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3"/>
            <p:cNvSpPr/>
            <p:nvPr/>
          </p:nvSpPr>
          <p:spPr>
            <a:xfrm>
              <a:off x="7857346" y="4002005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" y="1463"/>
                  </a:moveTo>
                  <a:cubicBezTo>
                    <a:pt x="1" y="670"/>
                    <a:pt x="670" y="1"/>
                    <a:pt x="1488" y="1"/>
                  </a:cubicBezTo>
                  <a:cubicBezTo>
                    <a:pt x="2306" y="1"/>
                    <a:pt x="2951" y="670"/>
                    <a:pt x="2951" y="1463"/>
                  </a:cubicBezTo>
                  <a:cubicBezTo>
                    <a:pt x="2951" y="2281"/>
                    <a:pt x="2306" y="2951"/>
                    <a:pt x="1488" y="2951"/>
                  </a:cubicBezTo>
                  <a:cubicBezTo>
                    <a:pt x="670" y="2951"/>
                    <a:pt x="1" y="2281"/>
                    <a:pt x="1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3"/>
            <p:cNvSpPr/>
            <p:nvPr/>
          </p:nvSpPr>
          <p:spPr>
            <a:xfrm>
              <a:off x="7882087" y="4026715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3" name="Google Shape;183;p3"/>
          <p:cNvSpPr/>
          <p:nvPr/>
        </p:nvSpPr>
        <p:spPr>
          <a:xfrm rot="5400000">
            <a:off x="8206162" y="-348811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3"/>
          <p:cNvSpPr/>
          <p:nvPr/>
        </p:nvSpPr>
        <p:spPr>
          <a:xfrm>
            <a:off x="16995" y="8506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5" name="Google Shape;185;p3"/>
          <p:cNvGrpSpPr/>
          <p:nvPr/>
        </p:nvGrpSpPr>
        <p:grpSpPr>
          <a:xfrm rot="-5400000">
            <a:off x="338683" y="-295650"/>
            <a:ext cx="302065" cy="1520982"/>
            <a:chOff x="-108754" y="2690919"/>
            <a:chExt cx="302065" cy="1520982"/>
          </a:xfrm>
        </p:grpSpPr>
        <p:sp>
          <p:nvSpPr>
            <p:cNvPr id="186" name="Google Shape;186;p3"/>
            <p:cNvSpPr/>
            <p:nvPr/>
          </p:nvSpPr>
          <p:spPr>
            <a:xfrm>
              <a:off x="-62388" y="2782841"/>
              <a:ext cx="209364" cy="1335580"/>
            </a:xfrm>
            <a:custGeom>
              <a:avLst/>
              <a:gdLst/>
              <a:ahLst/>
              <a:cxnLst/>
              <a:rect l="l" t="t" r="r" b="b"/>
              <a:pathLst>
                <a:path w="6719" h="42862" fill="none" extrusionOk="0">
                  <a:moveTo>
                    <a:pt x="0" y="42862"/>
                  </a:moveTo>
                  <a:lnTo>
                    <a:pt x="0" y="23799"/>
                  </a:lnTo>
                  <a:lnTo>
                    <a:pt x="6718" y="17056"/>
                  </a:lnTo>
                  <a:lnTo>
                    <a:pt x="6718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3"/>
            <p:cNvSpPr/>
            <p:nvPr/>
          </p:nvSpPr>
          <p:spPr>
            <a:xfrm>
              <a:off x="101358" y="2690919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1"/>
                  </a:moveTo>
                  <a:cubicBezTo>
                    <a:pt x="2281" y="1"/>
                    <a:pt x="2951" y="645"/>
                    <a:pt x="2951" y="1463"/>
                  </a:cubicBezTo>
                  <a:cubicBezTo>
                    <a:pt x="2951" y="2281"/>
                    <a:pt x="2281" y="2951"/>
                    <a:pt x="1463" y="2951"/>
                  </a:cubicBezTo>
                  <a:cubicBezTo>
                    <a:pt x="645" y="2951"/>
                    <a:pt x="1" y="2281"/>
                    <a:pt x="1" y="1463"/>
                  </a:cubicBezTo>
                  <a:cubicBezTo>
                    <a:pt x="1" y="645"/>
                    <a:pt x="645" y="1"/>
                    <a:pt x="1463" y="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3"/>
            <p:cNvSpPr/>
            <p:nvPr/>
          </p:nvSpPr>
          <p:spPr>
            <a:xfrm>
              <a:off x="125320" y="2714881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4" y="0"/>
                  </a:moveTo>
                  <a:cubicBezTo>
                    <a:pt x="322" y="0"/>
                    <a:pt x="0" y="322"/>
                    <a:pt x="0" y="694"/>
                  </a:cubicBezTo>
                  <a:cubicBezTo>
                    <a:pt x="0" y="1091"/>
                    <a:pt x="322" y="1388"/>
                    <a:pt x="694" y="1388"/>
                  </a:cubicBezTo>
                  <a:cubicBezTo>
                    <a:pt x="1091" y="1388"/>
                    <a:pt x="1388" y="1091"/>
                    <a:pt x="1388" y="694"/>
                  </a:cubicBezTo>
                  <a:cubicBezTo>
                    <a:pt x="1388" y="322"/>
                    <a:pt x="1091" y="0"/>
                    <a:pt x="69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3"/>
            <p:cNvSpPr/>
            <p:nvPr/>
          </p:nvSpPr>
          <p:spPr>
            <a:xfrm>
              <a:off x="-108754" y="4119948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88" y="0"/>
                  </a:moveTo>
                  <a:cubicBezTo>
                    <a:pt x="2306" y="0"/>
                    <a:pt x="2951" y="670"/>
                    <a:pt x="2951" y="1463"/>
                  </a:cubicBezTo>
                  <a:cubicBezTo>
                    <a:pt x="2951" y="2281"/>
                    <a:pt x="2306" y="2950"/>
                    <a:pt x="1488" y="2950"/>
                  </a:cubicBezTo>
                  <a:cubicBezTo>
                    <a:pt x="670" y="2950"/>
                    <a:pt x="1" y="2281"/>
                    <a:pt x="1" y="1463"/>
                  </a:cubicBezTo>
                  <a:cubicBezTo>
                    <a:pt x="1" y="670"/>
                    <a:pt x="670" y="0"/>
                    <a:pt x="1488" y="0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90;p3"/>
            <p:cNvSpPr/>
            <p:nvPr/>
          </p:nvSpPr>
          <p:spPr>
            <a:xfrm>
              <a:off x="-84013" y="4144658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1" name="Google Shape;191;p3"/>
          <p:cNvGrpSpPr/>
          <p:nvPr/>
        </p:nvGrpSpPr>
        <p:grpSpPr>
          <a:xfrm>
            <a:off x="5134732" y="4950349"/>
            <a:ext cx="1520982" cy="302065"/>
            <a:chOff x="5642557" y="-150670"/>
            <a:chExt cx="1520982" cy="302065"/>
          </a:xfrm>
        </p:grpSpPr>
        <p:sp>
          <p:nvSpPr>
            <p:cNvPr id="192" name="Google Shape;192;p3"/>
            <p:cNvSpPr/>
            <p:nvPr/>
          </p:nvSpPr>
          <p:spPr>
            <a:xfrm>
              <a:off x="5736006" y="-104304"/>
              <a:ext cx="1335611" cy="209364"/>
            </a:xfrm>
            <a:custGeom>
              <a:avLst/>
              <a:gdLst/>
              <a:ahLst/>
              <a:cxnLst/>
              <a:rect l="l" t="t" r="r" b="b"/>
              <a:pathLst>
                <a:path w="42863" h="6719" fill="none" extrusionOk="0">
                  <a:moveTo>
                    <a:pt x="1" y="0"/>
                  </a:moveTo>
                  <a:lnTo>
                    <a:pt x="19064" y="0"/>
                  </a:lnTo>
                  <a:lnTo>
                    <a:pt x="25782" y="6718"/>
                  </a:lnTo>
                  <a:lnTo>
                    <a:pt x="42862" y="6718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3"/>
            <p:cNvSpPr/>
            <p:nvPr/>
          </p:nvSpPr>
          <p:spPr>
            <a:xfrm>
              <a:off x="7071586" y="59442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2950" y="1463"/>
                  </a:moveTo>
                  <a:cubicBezTo>
                    <a:pt x="2950" y="2281"/>
                    <a:pt x="2281" y="2951"/>
                    <a:pt x="1463" y="2951"/>
                  </a:cubicBezTo>
                  <a:cubicBezTo>
                    <a:pt x="645" y="2951"/>
                    <a:pt x="0" y="2281"/>
                    <a:pt x="0" y="1463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3"/>
            <p:cNvSpPr/>
            <p:nvPr/>
          </p:nvSpPr>
          <p:spPr>
            <a:xfrm>
              <a:off x="7095517" y="84152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5" y="1"/>
                  </a:moveTo>
                  <a:cubicBezTo>
                    <a:pt x="323" y="1"/>
                    <a:pt x="1" y="298"/>
                    <a:pt x="1" y="670"/>
                  </a:cubicBezTo>
                  <a:cubicBezTo>
                    <a:pt x="1" y="1067"/>
                    <a:pt x="323" y="1364"/>
                    <a:pt x="695" y="1364"/>
                  </a:cubicBezTo>
                  <a:cubicBezTo>
                    <a:pt x="1091" y="1364"/>
                    <a:pt x="1389" y="1067"/>
                    <a:pt x="1389" y="670"/>
                  </a:cubicBezTo>
                  <a:cubicBezTo>
                    <a:pt x="1389" y="298"/>
                    <a:pt x="1091" y="1"/>
                    <a:pt x="69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3"/>
            <p:cNvSpPr/>
            <p:nvPr/>
          </p:nvSpPr>
          <p:spPr>
            <a:xfrm>
              <a:off x="5642557" y="-150670"/>
              <a:ext cx="91953" cy="92732"/>
            </a:xfrm>
            <a:custGeom>
              <a:avLst/>
              <a:gdLst/>
              <a:ahLst/>
              <a:cxnLst/>
              <a:rect l="l" t="t" r="r" b="b"/>
              <a:pathLst>
                <a:path w="2951" h="2976" fill="none" extrusionOk="0">
                  <a:moveTo>
                    <a:pt x="2950" y="1488"/>
                  </a:moveTo>
                  <a:cubicBezTo>
                    <a:pt x="2950" y="2306"/>
                    <a:pt x="2281" y="2976"/>
                    <a:pt x="1463" y="2976"/>
                  </a:cubicBezTo>
                  <a:cubicBezTo>
                    <a:pt x="645" y="2976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p3"/>
            <p:cNvSpPr/>
            <p:nvPr/>
          </p:nvSpPr>
          <p:spPr>
            <a:xfrm>
              <a:off x="5666488" y="-125929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322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2" y="1388"/>
                    <a:pt x="1389" y="1066"/>
                    <a:pt x="1389" y="694"/>
                  </a:cubicBezTo>
                  <a:cubicBezTo>
                    <a:pt x="1389" y="322"/>
                    <a:pt x="1092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7" name="Google Shape;197;p3"/>
          <p:cNvGrpSpPr/>
          <p:nvPr/>
        </p:nvGrpSpPr>
        <p:grpSpPr>
          <a:xfrm>
            <a:off x="8419792" y="3307266"/>
            <a:ext cx="1105976" cy="133969"/>
            <a:chOff x="8183182" y="663852"/>
            <a:chExt cx="1475028" cy="178673"/>
          </a:xfrm>
        </p:grpSpPr>
        <p:grpSp>
          <p:nvGrpSpPr>
            <p:cNvPr id="198" name="Google Shape;198;p3"/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199" name="Google Shape;199;p3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Google Shape;200;p3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Google Shape;201;p3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Google Shape;202;p3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Google Shape;203;p3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Google Shape;204;p3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3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Google Shape;206;p3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Google Shape;207;p3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Google Shape;208;p3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09" name="Google Shape;209;p3"/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210" name="Google Shape;210;p3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Google Shape;211;p3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Google Shape;212;p3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Google Shape;213;p3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Google Shape;214;p3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Google Shape;215;p3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Google Shape;216;p3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Google Shape;217;p3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Google Shape;218;p3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Google Shape;219;p3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20" name="Google Shape;220;p3"/>
          <p:cNvSpPr/>
          <p:nvPr/>
        </p:nvSpPr>
        <p:spPr>
          <a:xfrm>
            <a:off x="-1414555" y="4023829"/>
            <a:ext cx="1994700" cy="6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lt2"/>
              </a:gs>
              <a:gs pos="100000">
                <a:schemeClr val="accent2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3"/>
          <p:cNvSpPr/>
          <p:nvPr/>
        </p:nvSpPr>
        <p:spPr>
          <a:xfrm>
            <a:off x="-1111455" y="3744529"/>
            <a:ext cx="1994700" cy="6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lt2"/>
              </a:gs>
              <a:gs pos="100000">
                <a:schemeClr val="accent2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2" name="Google Shape;222;p3"/>
          <p:cNvGrpSpPr/>
          <p:nvPr/>
        </p:nvGrpSpPr>
        <p:grpSpPr>
          <a:xfrm rot="10800000">
            <a:off x="-155261" y="2431003"/>
            <a:ext cx="883262" cy="242091"/>
            <a:chOff x="2300350" y="2601250"/>
            <a:chExt cx="2275275" cy="623625"/>
          </a:xfrm>
        </p:grpSpPr>
        <p:sp>
          <p:nvSpPr>
            <p:cNvPr id="223" name="Google Shape;223;p3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3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3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3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3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3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0" name="Google Shape;230;p4"/>
          <p:cNvGrpSpPr/>
          <p:nvPr/>
        </p:nvGrpSpPr>
        <p:grpSpPr>
          <a:xfrm>
            <a:off x="-24" y="-27"/>
            <a:ext cx="9143711" cy="5143338"/>
            <a:chOff x="597550" y="708125"/>
            <a:chExt cx="6449225" cy="4193850"/>
          </a:xfrm>
        </p:grpSpPr>
        <p:sp>
          <p:nvSpPr>
            <p:cNvPr id="231" name="Google Shape;231;p4"/>
            <p:cNvSpPr/>
            <p:nvPr/>
          </p:nvSpPr>
          <p:spPr>
            <a:xfrm>
              <a:off x="597550" y="4893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4"/>
            <p:cNvSpPr/>
            <p:nvPr/>
          </p:nvSpPr>
          <p:spPr>
            <a:xfrm>
              <a:off x="597550" y="4780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4"/>
            <p:cNvSpPr/>
            <p:nvPr/>
          </p:nvSpPr>
          <p:spPr>
            <a:xfrm>
              <a:off x="597550" y="46671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4"/>
            <p:cNvSpPr/>
            <p:nvPr/>
          </p:nvSpPr>
          <p:spPr>
            <a:xfrm>
              <a:off x="597550" y="4553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4"/>
            <p:cNvSpPr/>
            <p:nvPr/>
          </p:nvSpPr>
          <p:spPr>
            <a:xfrm>
              <a:off x="597550" y="4441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6;p4"/>
            <p:cNvSpPr/>
            <p:nvPr/>
          </p:nvSpPr>
          <p:spPr>
            <a:xfrm>
              <a:off x="597550" y="4328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4"/>
            <p:cNvSpPr/>
            <p:nvPr/>
          </p:nvSpPr>
          <p:spPr>
            <a:xfrm>
              <a:off x="597550" y="42150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4"/>
            <p:cNvSpPr/>
            <p:nvPr/>
          </p:nvSpPr>
          <p:spPr>
            <a:xfrm>
              <a:off x="597550" y="4101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4"/>
            <p:cNvSpPr/>
            <p:nvPr/>
          </p:nvSpPr>
          <p:spPr>
            <a:xfrm>
              <a:off x="597550" y="3988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4"/>
            <p:cNvSpPr/>
            <p:nvPr/>
          </p:nvSpPr>
          <p:spPr>
            <a:xfrm>
              <a:off x="597550" y="3875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4"/>
            <p:cNvSpPr/>
            <p:nvPr/>
          </p:nvSpPr>
          <p:spPr>
            <a:xfrm>
              <a:off x="597550" y="3762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4"/>
            <p:cNvSpPr/>
            <p:nvPr/>
          </p:nvSpPr>
          <p:spPr>
            <a:xfrm>
              <a:off x="597550" y="36496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4"/>
            <p:cNvSpPr/>
            <p:nvPr/>
          </p:nvSpPr>
          <p:spPr>
            <a:xfrm>
              <a:off x="597550" y="35364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4"/>
            <p:cNvSpPr/>
            <p:nvPr/>
          </p:nvSpPr>
          <p:spPr>
            <a:xfrm>
              <a:off x="597550" y="34232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4"/>
            <p:cNvSpPr/>
            <p:nvPr/>
          </p:nvSpPr>
          <p:spPr>
            <a:xfrm>
              <a:off x="597550" y="33100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4"/>
            <p:cNvSpPr/>
            <p:nvPr/>
          </p:nvSpPr>
          <p:spPr>
            <a:xfrm>
              <a:off x="597550" y="31967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4"/>
            <p:cNvSpPr/>
            <p:nvPr/>
          </p:nvSpPr>
          <p:spPr>
            <a:xfrm>
              <a:off x="597550" y="30835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4"/>
            <p:cNvSpPr/>
            <p:nvPr/>
          </p:nvSpPr>
          <p:spPr>
            <a:xfrm>
              <a:off x="597550" y="29703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4"/>
            <p:cNvSpPr/>
            <p:nvPr/>
          </p:nvSpPr>
          <p:spPr>
            <a:xfrm>
              <a:off x="597550" y="28578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4"/>
            <p:cNvSpPr/>
            <p:nvPr/>
          </p:nvSpPr>
          <p:spPr>
            <a:xfrm>
              <a:off x="597550" y="27446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4"/>
            <p:cNvSpPr/>
            <p:nvPr/>
          </p:nvSpPr>
          <p:spPr>
            <a:xfrm>
              <a:off x="597550" y="263140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4"/>
            <p:cNvSpPr/>
            <p:nvPr/>
          </p:nvSpPr>
          <p:spPr>
            <a:xfrm>
              <a:off x="597550" y="251817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4"/>
            <p:cNvSpPr/>
            <p:nvPr/>
          </p:nvSpPr>
          <p:spPr>
            <a:xfrm>
              <a:off x="597550" y="24049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4"/>
            <p:cNvSpPr/>
            <p:nvPr/>
          </p:nvSpPr>
          <p:spPr>
            <a:xfrm>
              <a:off x="597550" y="22917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4"/>
            <p:cNvSpPr/>
            <p:nvPr/>
          </p:nvSpPr>
          <p:spPr>
            <a:xfrm>
              <a:off x="597550" y="21792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4"/>
            <p:cNvSpPr/>
            <p:nvPr/>
          </p:nvSpPr>
          <p:spPr>
            <a:xfrm>
              <a:off x="597550" y="20660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4"/>
            <p:cNvSpPr/>
            <p:nvPr/>
          </p:nvSpPr>
          <p:spPr>
            <a:xfrm>
              <a:off x="597550" y="19528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4"/>
            <p:cNvSpPr/>
            <p:nvPr/>
          </p:nvSpPr>
          <p:spPr>
            <a:xfrm>
              <a:off x="597550" y="1839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4"/>
            <p:cNvSpPr/>
            <p:nvPr/>
          </p:nvSpPr>
          <p:spPr>
            <a:xfrm>
              <a:off x="597550" y="1726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4"/>
            <p:cNvSpPr/>
            <p:nvPr/>
          </p:nvSpPr>
          <p:spPr>
            <a:xfrm>
              <a:off x="597550" y="16131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4"/>
            <p:cNvSpPr/>
            <p:nvPr/>
          </p:nvSpPr>
          <p:spPr>
            <a:xfrm>
              <a:off x="597550" y="1499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4"/>
            <p:cNvSpPr/>
            <p:nvPr/>
          </p:nvSpPr>
          <p:spPr>
            <a:xfrm>
              <a:off x="597550" y="1387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4"/>
            <p:cNvSpPr/>
            <p:nvPr/>
          </p:nvSpPr>
          <p:spPr>
            <a:xfrm>
              <a:off x="597550" y="1274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4"/>
            <p:cNvSpPr/>
            <p:nvPr/>
          </p:nvSpPr>
          <p:spPr>
            <a:xfrm>
              <a:off x="597550" y="11610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4"/>
            <p:cNvSpPr/>
            <p:nvPr/>
          </p:nvSpPr>
          <p:spPr>
            <a:xfrm>
              <a:off x="597550" y="1047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4"/>
            <p:cNvSpPr/>
            <p:nvPr/>
          </p:nvSpPr>
          <p:spPr>
            <a:xfrm>
              <a:off x="597550" y="934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4"/>
            <p:cNvSpPr/>
            <p:nvPr/>
          </p:nvSpPr>
          <p:spPr>
            <a:xfrm>
              <a:off x="597550" y="821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4"/>
            <p:cNvSpPr/>
            <p:nvPr/>
          </p:nvSpPr>
          <p:spPr>
            <a:xfrm>
              <a:off x="597550" y="708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9" name="Google Shape;269;p4"/>
          <p:cNvSpPr txBox="1">
            <a:spLocks noGrp="1"/>
          </p:cNvSpPr>
          <p:nvPr>
            <p:ph type="title"/>
          </p:nvPr>
        </p:nvSpPr>
        <p:spPr>
          <a:xfrm>
            <a:off x="713100" y="539400"/>
            <a:ext cx="771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70" name="Google Shape;270;p4"/>
          <p:cNvSpPr txBox="1">
            <a:spLocks noGrp="1"/>
          </p:cNvSpPr>
          <p:nvPr>
            <p:ph type="body" idx="1"/>
          </p:nvPr>
        </p:nvSpPr>
        <p:spPr>
          <a:xfrm>
            <a:off x="713100" y="1187700"/>
            <a:ext cx="77178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AutoNum type="arabicPeriod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/>
            </a:lvl9pPr>
          </a:lstStyle>
          <a:p>
            <a:endParaRPr/>
          </a:p>
        </p:txBody>
      </p:sp>
      <p:grpSp>
        <p:nvGrpSpPr>
          <p:cNvPr id="271" name="Google Shape;271;p4"/>
          <p:cNvGrpSpPr/>
          <p:nvPr/>
        </p:nvGrpSpPr>
        <p:grpSpPr>
          <a:xfrm rot="5400000" flipH="1">
            <a:off x="7845446" y="144030"/>
            <a:ext cx="1823016" cy="296643"/>
            <a:chOff x="7857346" y="3902355"/>
            <a:chExt cx="1823016" cy="296643"/>
          </a:xfrm>
        </p:grpSpPr>
        <p:sp>
          <p:nvSpPr>
            <p:cNvPr id="272" name="Google Shape;272;p4"/>
            <p:cNvSpPr/>
            <p:nvPr/>
          </p:nvSpPr>
          <p:spPr>
            <a:xfrm>
              <a:off x="7956216" y="4048371"/>
              <a:ext cx="1724145" cy="150627"/>
            </a:xfrm>
            <a:custGeom>
              <a:avLst/>
              <a:gdLst/>
              <a:ahLst/>
              <a:cxnLst/>
              <a:rect l="l" t="t" r="r" b="b"/>
              <a:pathLst>
                <a:path w="55332" h="4834" fill="none" extrusionOk="0">
                  <a:moveTo>
                    <a:pt x="55331" y="4834"/>
                  </a:moveTo>
                  <a:lnTo>
                    <a:pt x="28930" y="4834"/>
                  </a:lnTo>
                  <a:lnTo>
                    <a:pt x="27294" y="3198"/>
                  </a:lnTo>
                  <a:lnTo>
                    <a:pt x="24072" y="0"/>
                  </a:ln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4"/>
            <p:cNvSpPr/>
            <p:nvPr/>
          </p:nvSpPr>
          <p:spPr>
            <a:xfrm>
              <a:off x="8453686" y="3902355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0" y="1488"/>
                  </a:moveTo>
                  <a:cubicBezTo>
                    <a:pt x="0" y="670"/>
                    <a:pt x="670" y="1"/>
                    <a:pt x="1488" y="1"/>
                  </a:cubicBezTo>
                  <a:cubicBezTo>
                    <a:pt x="2306" y="1"/>
                    <a:pt x="2950" y="670"/>
                    <a:pt x="2950" y="1488"/>
                  </a:cubicBezTo>
                  <a:cubicBezTo>
                    <a:pt x="2950" y="2281"/>
                    <a:pt x="2306" y="2951"/>
                    <a:pt x="1488" y="2951"/>
                  </a:cubicBezTo>
                  <a:cubicBezTo>
                    <a:pt x="670" y="2951"/>
                    <a:pt x="0" y="2281"/>
                    <a:pt x="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4"/>
            <p:cNvSpPr/>
            <p:nvPr/>
          </p:nvSpPr>
          <p:spPr>
            <a:xfrm>
              <a:off x="8478396" y="3927096"/>
              <a:ext cx="43281" cy="42502"/>
            </a:xfrm>
            <a:custGeom>
              <a:avLst/>
              <a:gdLst/>
              <a:ahLst/>
              <a:cxnLst/>
              <a:rect l="l" t="t" r="r" b="b"/>
              <a:pathLst>
                <a:path w="1389" h="1364" extrusionOk="0">
                  <a:moveTo>
                    <a:pt x="695" y="0"/>
                  </a:moveTo>
                  <a:cubicBezTo>
                    <a:pt x="298" y="0"/>
                    <a:pt x="1" y="298"/>
                    <a:pt x="1" y="694"/>
                  </a:cubicBezTo>
                  <a:cubicBezTo>
                    <a:pt x="1" y="1066"/>
                    <a:pt x="298" y="1363"/>
                    <a:pt x="695" y="1363"/>
                  </a:cubicBezTo>
                  <a:cubicBezTo>
                    <a:pt x="1067" y="1363"/>
                    <a:pt x="1389" y="1066"/>
                    <a:pt x="1389" y="694"/>
                  </a:cubicBezTo>
                  <a:cubicBezTo>
                    <a:pt x="1389" y="298"/>
                    <a:pt x="1067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4"/>
            <p:cNvSpPr/>
            <p:nvPr/>
          </p:nvSpPr>
          <p:spPr>
            <a:xfrm>
              <a:off x="7857346" y="4002005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" y="1463"/>
                  </a:moveTo>
                  <a:cubicBezTo>
                    <a:pt x="1" y="670"/>
                    <a:pt x="670" y="1"/>
                    <a:pt x="1488" y="1"/>
                  </a:cubicBezTo>
                  <a:cubicBezTo>
                    <a:pt x="2306" y="1"/>
                    <a:pt x="2951" y="670"/>
                    <a:pt x="2951" y="1463"/>
                  </a:cubicBezTo>
                  <a:cubicBezTo>
                    <a:pt x="2951" y="2281"/>
                    <a:pt x="2306" y="2951"/>
                    <a:pt x="1488" y="2951"/>
                  </a:cubicBezTo>
                  <a:cubicBezTo>
                    <a:pt x="670" y="2951"/>
                    <a:pt x="1" y="2281"/>
                    <a:pt x="1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4"/>
            <p:cNvSpPr/>
            <p:nvPr/>
          </p:nvSpPr>
          <p:spPr>
            <a:xfrm>
              <a:off x="7882087" y="4026715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4"/>
            <p:cNvSpPr/>
            <p:nvPr/>
          </p:nvSpPr>
          <p:spPr>
            <a:xfrm>
              <a:off x="8545608" y="3948721"/>
              <a:ext cx="1134754" cy="175368"/>
            </a:xfrm>
            <a:custGeom>
              <a:avLst/>
              <a:gdLst/>
              <a:ahLst/>
              <a:cxnLst/>
              <a:rect l="l" t="t" r="r" b="b"/>
              <a:pathLst>
                <a:path w="36417" h="5628" fill="none" extrusionOk="0">
                  <a:moveTo>
                    <a:pt x="0" y="0"/>
                  </a:moveTo>
                  <a:lnTo>
                    <a:pt x="6049" y="0"/>
                  </a:lnTo>
                  <a:lnTo>
                    <a:pt x="8379" y="2330"/>
                  </a:lnTo>
                  <a:lnTo>
                    <a:pt x="11676" y="5627"/>
                  </a:lnTo>
                  <a:lnTo>
                    <a:pt x="36416" y="5627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8" name="Google Shape;278;p4"/>
          <p:cNvSpPr/>
          <p:nvPr/>
        </p:nvSpPr>
        <p:spPr>
          <a:xfrm rot="5400000">
            <a:off x="8206161" y="4207875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9" name="Google Shape;279;p4"/>
          <p:cNvGrpSpPr/>
          <p:nvPr/>
        </p:nvGrpSpPr>
        <p:grpSpPr>
          <a:xfrm>
            <a:off x="8085946" y="4723543"/>
            <a:ext cx="1823016" cy="196994"/>
            <a:chOff x="8085946" y="4723543"/>
            <a:chExt cx="1823016" cy="196994"/>
          </a:xfrm>
        </p:grpSpPr>
        <p:sp>
          <p:nvSpPr>
            <p:cNvPr id="280" name="Google Shape;280;p4"/>
            <p:cNvSpPr/>
            <p:nvPr/>
          </p:nvSpPr>
          <p:spPr>
            <a:xfrm rot="10800000" flipH="1">
              <a:off x="8184816" y="4723543"/>
              <a:ext cx="1724145" cy="150627"/>
            </a:xfrm>
            <a:custGeom>
              <a:avLst/>
              <a:gdLst/>
              <a:ahLst/>
              <a:cxnLst/>
              <a:rect l="l" t="t" r="r" b="b"/>
              <a:pathLst>
                <a:path w="55332" h="4834" fill="none" extrusionOk="0">
                  <a:moveTo>
                    <a:pt x="55331" y="4834"/>
                  </a:moveTo>
                  <a:lnTo>
                    <a:pt x="28930" y="4834"/>
                  </a:lnTo>
                  <a:lnTo>
                    <a:pt x="27294" y="3198"/>
                  </a:lnTo>
                  <a:lnTo>
                    <a:pt x="24072" y="0"/>
                  </a:ln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4"/>
            <p:cNvSpPr/>
            <p:nvPr/>
          </p:nvSpPr>
          <p:spPr>
            <a:xfrm rot="10800000" flipH="1">
              <a:off x="8085946" y="4828583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" y="1463"/>
                  </a:moveTo>
                  <a:cubicBezTo>
                    <a:pt x="1" y="670"/>
                    <a:pt x="670" y="1"/>
                    <a:pt x="1488" y="1"/>
                  </a:cubicBezTo>
                  <a:cubicBezTo>
                    <a:pt x="2306" y="1"/>
                    <a:pt x="2951" y="670"/>
                    <a:pt x="2951" y="1463"/>
                  </a:cubicBezTo>
                  <a:cubicBezTo>
                    <a:pt x="2951" y="2281"/>
                    <a:pt x="2306" y="2951"/>
                    <a:pt x="1488" y="2951"/>
                  </a:cubicBezTo>
                  <a:cubicBezTo>
                    <a:pt x="670" y="2951"/>
                    <a:pt x="1" y="2281"/>
                    <a:pt x="1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4"/>
            <p:cNvSpPr/>
            <p:nvPr/>
          </p:nvSpPr>
          <p:spPr>
            <a:xfrm rot="10800000" flipH="1">
              <a:off x="8110687" y="4853293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3" name="Google Shape;283;p4"/>
          <p:cNvGrpSpPr/>
          <p:nvPr/>
        </p:nvGrpSpPr>
        <p:grpSpPr>
          <a:xfrm>
            <a:off x="-243064" y="160512"/>
            <a:ext cx="1105976" cy="133969"/>
            <a:chOff x="8183182" y="663852"/>
            <a:chExt cx="1475028" cy="178673"/>
          </a:xfrm>
        </p:grpSpPr>
        <p:grpSp>
          <p:nvGrpSpPr>
            <p:cNvPr id="284" name="Google Shape;284;p4"/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285" name="Google Shape;285;p4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Google Shape;286;p4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Google Shape;287;p4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Google Shape;288;p4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Google Shape;289;p4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Google Shape;290;p4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Google Shape;291;p4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Google Shape;292;p4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Google Shape;293;p4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Google Shape;294;p4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95" name="Google Shape;295;p4"/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296" name="Google Shape;296;p4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Google Shape;297;p4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Google Shape;298;p4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Google Shape;299;p4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4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Google Shape;301;p4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Google Shape;302;p4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Google Shape;303;p4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Google Shape;304;p4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Google Shape;305;p4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306" name="Google Shape;306;p4"/>
          <p:cNvSpPr/>
          <p:nvPr/>
        </p:nvSpPr>
        <p:spPr>
          <a:xfrm>
            <a:off x="-1568655" y="3363529"/>
            <a:ext cx="1994700" cy="6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lt2"/>
              </a:gs>
              <a:gs pos="100000">
                <a:schemeClr val="accent2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4"/>
          <p:cNvSpPr/>
          <p:nvPr/>
        </p:nvSpPr>
        <p:spPr>
          <a:xfrm rot="10800000">
            <a:off x="12" y="3859064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9" name="Google Shape;409;p6"/>
          <p:cNvGrpSpPr/>
          <p:nvPr/>
        </p:nvGrpSpPr>
        <p:grpSpPr>
          <a:xfrm>
            <a:off x="-24" y="-27"/>
            <a:ext cx="9143711" cy="5143338"/>
            <a:chOff x="597550" y="708125"/>
            <a:chExt cx="6449225" cy="4193850"/>
          </a:xfrm>
        </p:grpSpPr>
        <p:sp>
          <p:nvSpPr>
            <p:cNvPr id="410" name="Google Shape;410;p6"/>
            <p:cNvSpPr/>
            <p:nvPr/>
          </p:nvSpPr>
          <p:spPr>
            <a:xfrm>
              <a:off x="597550" y="4893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6"/>
            <p:cNvSpPr/>
            <p:nvPr/>
          </p:nvSpPr>
          <p:spPr>
            <a:xfrm>
              <a:off x="597550" y="4780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6"/>
            <p:cNvSpPr/>
            <p:nvPr/>
          </p:nvSpPr>
          <p:spPr>
            <a:xfrm>
              <a:off x="597550" y="46671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6"/>
            <p:cNvSpPr/>
            <p:nvPr/>
          </p:nvSpPr>
          <p:spPr>
            <a:xfrm>
              <a:off x="597550" y="4553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6"/>
            <p:cNvSpPr/>
            <p:nvPr/>
          </p:nvSpPr>
          <p:spPr>
            <a:xfrm>
              <a:off x="597550" y="4441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6"/>
            <p:cNvSpPr/>
            <p:nvPr/>
          </p:nvSpPr>
          <p:spPr>
            <a:xfrm>
              <a:off x="597550" y="4328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6"/>
            <p:cNvSpPr/>
            <p:nvPr/>
          </p:nvSpPr>
          <p:spPr>
            <a:xfrm>
              <a:off x="597550" y="42150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6"/>
            <p:cNvSpPr/>
            <p:nvPr/>
          </p:nvSpPr>
          <p:spPr>
            <a:xfrm>
              <a:off x="597550" y="4101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6"/>
            <p:cNvSpPr/>
            <p:nvPr/>
          </p:nvSpPr>
          <p:spPr>
            <a:xfrm>
              <a:off x="597550" y="3988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6"/>
            <p:cNvSpPr/>
            <p:nvPr/>
          </p:nvSpPr>
          <p:spPr>
            <a:xfrm>
              <a:off x="597550" y="3875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6"/>
            <p:cNvSpPr/>
            <p:nvPr/>
          </p:nvSpPr>
          <p:spPr>
            <a:xfrm>
              <a:off x="597550" y="3762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6"/>
            <p:cNvSpPr/>
            <p:nvPr/>
          </p:nvSpPr>
          <p:spPr>
            <a:xfrm>
              <a:off x="597550" y="36496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6"/>
            <p:cNvSpPr/>
            <p:nvPr/>
          </p:nvSpPr>
          <p:spPr>
            <a:xfrm>
              <a:off x="597550" y="35364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6"/>
            <p:cNvSpPr/>
            <p:nvPr/>
          </p:nvSpPr>
          <p:spPr>
            <a:xfrm>
              <a:off x="597550" y="34232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6"/>
            <p:cNvSpPr/>
            <p:nvPr/>
          </p:nvSpPr>
          <p:spPr>
            <a:xfrm>
              <a:off x="597550" y="33100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6"/>
            <p:cNvSpPr/>
            <p:nvPr/>
          </p:nvSpPr>
          <p:spPr>
            <a:xfrm>
              <a:off x="597550" y="31967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6"/>
            <p:cNvSpPr/>
            <p:nvPr/>
          </p:nvSpPr>
          <p:spPr>
            <a:xfrm>
              <a:off x="597550" y="30835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6"/>
            <p:cNvSpPr/>
            <p:nvPr/>
          </p:nvSpPr>
          <p:spPr>
            <a:xfrm>
              <a:off x="597550" y="29703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6"/>
            <p:cNvSpPr/>
            <p:nvPr/>
          </p:nvSpPr>
          <p:spPr>
            <a:xfrm>
              <a:off x="597550" y="28578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6"/>
            <p:cNvSpPr/>
            <p:nvPr/>
          </p:nvSpPr>
          <p:spPr>
            <a:xfrm>
              <a:off x="597550" y="27446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6"/>
            <p:cNvSpPr/>
            <p:nvPr/>
          </p:nvSpPr>
          <p:spPr>
            <a:xfrm>
              <a:off x="597550" y="263140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6"/>
            <p:cNvSpPr/>
            <p:nvPr/>
          </p:nvSpPr>
          <p:spPr>
            <a:xfrm>
              <a:off x="597550" y="251817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6"/>
            <p:cNvSpPr/>
            <p:nvPr/>
          </p:nvSpPr>
          <p:spPr>
            <a:xfrm>
              <a:off x="597550" y="24049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6"/>
            <p:cNvSpPr/>
            <p:nvPr/>
          </p:nvSpPr>
          <p:spPr>
            <a:xfrm>
              <a:off x="597550" y="22917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6"/>
            <p:cNvSpPr/>
            <p:nvPr/>
          </p:nvSpPr>
          <p:spPr>
            <a:xfrm>
              <a:off x="597550" y="21792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6"/>
            <p:cNvSpPr/>
            <p:nvPr/>
          </p:nvSpPr>
          <p:spPr>
            <a:xfrm>
              <a:off x="597550" y="20660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6"/>
            <p:cNvSpPr/>
            <p:nvPr/>
          </p:nvSpPr>
          <p:spPr>
            <a:xfrm>
              <a:off x="597550" y="19528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6"/>
            <p:cNvSpPr/>
            <p:nvPr/>
          </p:nvSpPr>
          <p:spPr>
            <a:xfrm>
              <a:off x="597550" y="1839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6"/>
            <p:cNvSpPr/>
            <p:nvPr/>
          </p:nvSpPr>
          <p:spPr>
            <a:xfrm>
              <a:off x="597550" y="1726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6"/>
            <p:cNvSpPr/>
            <p:nvPr/>
          </p:nvSpPr>
          <p:spPr>
            <a:xfrm>
              <a:off x="597550" y="16131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6"/>
            <p:cNvSpPr/>
            <p:nvPr/>
          </p:nvSpPr>
          <p:spPr>
            <a:xfrm>
              <a:off x="597550" y="1499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6"/>
            <p:cNvSpPr/>
            <p:nvPr/>
          </p:nvSpPr>
          <p:spPr>
            <a:xfrm>
              <a:off x="597550" y="1387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6"/>
            <p:cNvSpPr/>
            <p:nvPr/>
          </p:nvSpPr>
          <p:spPr>
            <a:xfrm>
              <a:off x="597550" y="1274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6"/>
            <p:cNvSpPr/>
            <p:nvPr/>
          </p:nvSpPr>
          <p:spPr>
            <a:xfrm>
              <a:off x="597550" y="11610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6"/>
            <p:cNvSpPr/>
            <p:nvPr/>
          </p:nvSpPr>
          <p:spPr>
            <a:xfrm>
              <a:off x="597550" y="1047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6"/>
            <p:cNvSpPr/>
            <p:nvPr/>
          </p:nvSpPr>
          <p:spPr>
            <a:xfrm>
              <a:off x="597550" y="934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6"/>
            <p:cNvSpPr/>
            <p:nvPr/>
          </p:nvSpPr>
          <p:spPr>
            <a:xfrm>
              <a:off x="597550" y="821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6"/>
            <p:cNvSpPr/>
            <p:nvPr/>
          </p:nvSpPr>
          <p:spPr>
            <a:xfrm>
              <a:off x="597550" y="708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48" name="Google Shape;448;p6"/>
          <p:cNvSpPr txBox="1">
            <a:spLocks noGrp="1"/>
          </p:cNvSpPr>
          <p:nvPr>
            <p:ph type="title"/>
          </p:nvPr>
        </p:nvSpPr>
        <p:spPr>
          <a:xfrm>
            <a:off x="713100" y="539400"/>
            <a:ext cx="7717800" cy="572700"/>
          </a:xfrm>
          <a:prstGeom prst="rect">
            <a:avLst/>
          </a:prstGeom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449" name="Google Shape;449;p6"/>
          <p:cNvSpPr/>
          <p:nvPr/>
        </p:nvSpPr>
        <p:spPr>
          <a:xfrm rot="5400000">
            <a:off x="8206162" y="-348811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50" name="Google Shape;450;p6"/>
          <p:cNvGrpSpPr/>
          <p:nvPr/>
        </p:nvGrpSpPr>
        <p:grpSpPr>
          <a:xfrm>
            <a:off x="494301" y="4792125"/>
            <a:ext cx="1252897" cy="51000"/>
            <a:chOff x="2915381" y="4104819"/>
            <a:chExt cx="1252897" cy="51000"/>
          </a:xfrm>
        </p:grpSpPr>
        <p:sp>
          <p:nvSpPr>
            <p:cNvPr id="451" name="Google Shape;451;p6"/>
            <p:cNvSpPr/>
            <p:nvPr/>
          </p:nvSpPr>
          <p:spPr>
            <a:xfrm>
              <a:off x="2915381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6"/>
            <p:cNvSpPr/>
            <p:nvPr/>
          </p:nvSpPr>
          <p:spPr>
            <a:xfrm>
              <a:off x="3007850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6"/>
            <p:cNvSpPr/>
            <p:nvPr/>
          </p:nvSpPr>
          <p:spPr>
            <a:xfrm>
              <a:off x="3100319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6"/>
            <p:cNvSpPr/>
            <p:nvPr/>
          </p:nvSpPr>
          <p:spPr>
            <a:xfrm>
              <a:off x="3192788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6"/>
            <p:cNvSpPr/>
            <p:nvPr/>
          </p:nvSpPr>
          <p:spPr>
            <a:xfrm>
              <a:off x="328525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6"/>
            <p:cNvSpPr/>
            <p:nvPr/>
          </p:nvSpPr>
          <p:spPr>
            <a:xfrm>
              <a:off x="3377726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6"/>
            <p:cNvSpPr/>
            <p:nvPr/>
          </p:nvSpPr>
          <p:spPr>
            <a:xfrm>
              <a:off x="3470195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6"/>
            <p:cNvSpPr/>
            <p:nvPr/>
          </p:nvSpPr>
          <p:spPr>
            <a:xfrm>
              <a:off x="3562664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6"/>
            <p:cNvSpPr/>
            <p:nvPr/>
          </p:nvSpPr>
          <p:spPr>
            <a:xfrm>
              <a:off x="3655133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6"/>
            <p:cNvSpPr/>
            <p:nvPr/>
          </p:nvSpPr>
          <p:spPr>
            <a:xfrm>
              <a:off x="3747602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6"/>
            <p:cNvSpPr/>
            <p:nvPr/>
          </p:nvSpPr>
          <p:spPr>
            <a:xfrm>
              <a:off x="38400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6"/>
            <p:cNvSpPr/>
            <p:nvPr/>
          </p:nvSpPr>
          <p:spPr>
            <a:xfrm>
              <a:off x="39324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6"/>
            <p:cNvSpPr/>
            <p:nvPr/>
          </p:nvSpPr>
          <p:spPr>
            <a:xfrm>
              <a:off x="40248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6"/>
            <p:cNvSpPr/>
            <p:nvPr/>
          </p:nvSpPr>
          <p:spPr>
            <a:xfrm>
              <a:off x="41172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5" name="Google Shape;465;p6"/>
          <p:cNvSpPr/>
          <p:nvPr/>
        </p:nvSpPr>
        <p:spPr>
          <a:xfrm rot="10800000">
            <a:off x="8557211" y="4011475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6" name="Google Shape;466;p6"/>
          <p:cNvGrpSpPr/>
          <p:nvPr/>
        </p:nvGrpSpPr>
        <p:grpSpPr>
          <a:xfrm rot="5400000">
            <a:off x="8520259" y="4079074"/>
            <a:ext cx="302065" cy="1520982"/>
            <a:chOff x="-108754" y="2690919"/>
            <a:chExt cx="302065" cy="1520982"/>
          </a:xfrm>
        </p:grpSpPr>
        <p:sp>
          <p:nvSpPr>
            <p:cNvPr id="467" name="Google Shape;467;p6"/>
            <p:cNvSpPr/>
            <p:nvPr/>
          </p:nvSpPr>
          <p:spPr>
            <a:xfrm>
              <a:off x="-62388" y="2782841"/>
              <a:ext cx="209364" cy="1335580"/>
            </a:xfrm>
            <a:custGeom>
              <a:avLst/>
              <a:gdLst/>
              <a:ahLst/>
              <a:cxnLst/>
              <a:rect l="l" t="t" r="r" b="b"/>
              <a:pathLst>
                <a:path w="6719" h="42862" fill="none" extrusionOk="0">
                  <a:moveTo>
                    <a:pt x="0" y="42862"/>
                  </a:moveTo>
                  <a:lnTo>
                    <a:pt x="0" y="23799"/>
                  </a:lnTo>
                  <a:lnTo>
                    <a:pt x="6718" y="17056"/>
                  </a:lnTo>
                  <a:lnTo>
                    <a:pt x="6718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6"/>
            <p:cNvSpPr/>
            <p:nvPr/>
          </p:nvSpPr>
          <p:spPr>
            <a:xfrm>
              <a:off x="101358" y="2690919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1"/>
                  </a:moveTo>
                  <a:cubicBezTo>
                    <a:pt x="2281" y="1"/>
                    <a:pt x="2951" y="645"/>
                    <a:pt x="2951" y="1463"/>
                  </a:cubicBezTo>
                  <a:cubicBezTo>
                    <a:pt x="2951" y="2281"/>
                    <a:pt x="2281" y="2951"/>
                    <a:pt x="1463" y="2951"/>
                  </a:cubicBezTo>
                  <a:cubicBezTo>
                    <a:pt x="645" y="2951"/>
                    <a:pt x="1" y="2281"/>
                    <a:pt x="1" y="1463"/>
                  </a:cubicBezTo>
                  <a:cubicBezTo>
                    <a:pt x="1" y="645"/>
                    <a:pt x="645" y="1"/>
                    <a:pt x="1463" y="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6"/>
            <p:cNvSpPr/>
            <p:nvPr/>
          </p:nvSpPr>
          <p:spPr>
            <a:xfrm>
              <a:off x="125320" y="2714881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4" y="0"/>
                  </a:moveTo>
                  <a:cubicBezTo>
                    <a:pt x="322" y="0"/>
                    <a:pt x="0" y="322"/>
                    <a:pt x="0" y="694"/>
                  </a:cubicBezTo>
                  <a:cubicBezTo>
                    <a:pt x="0" y="1091"/>
                    <a:pt x="322" y="1388"/>
                    <a:pt x="694" y="1388"/>
                  </a:cubicBezTo>
                  <a:cubicBezTo>
                    <a:pt x="1091" y="1388"/>
                    <a:pt x="1388" y="1091"/>
                    <a:pt x="1388" y="694"/>
                  </a:cubicBezTo>
                  <a:cubicBezTo>
                    <a:pt x="1388" y="322"/>
                    <a:pt x="1091" y="0"/>
                    <a:pt x="69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6"/>
            <p:cNvSpPr/>
            <p:nvPr/>
          </p:nvSpPr>
          <p:spPr>
            <a:xfrm>
              <a:off x="-108754" y="4119948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88" y="0"/>
                  </a:moveTo>
                  <a:cubicBezTo>
                    <a:pt x="2306" y="0"/>
                    <a:pt x="2951" y="670"/>
                    <a:pt x="2951" y="1463"/>
                  </a:cubicBezTo>
                  <a:cubicBezTo>
                    <a:pt x="2951" y="2281"/>
                    <a:pt x="2306" y="2950"/>
                    <a:pt x="1488" y="2950"/>
                  </a:cubicBezTo>
                  <a:cubicBezTo>
                    <a:pt x="670" y="2950"/>
                    <a:pt x="1" y="2281"/>
                    <a:pt x="1" y="1463"/>
                  </a:cubicBezTo>
                  <a:cubicBezTo>
                    <a:pt x="1" y="670"/>
                    <a:pt x="670" y="0"/>
                    <a:pt x="1488" y="0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6"/>
            <p:cNvSpPr/>
            <p:nvPr/>
          </p:nvSpPr>
          <p:spPr>
            <a:xfrm>
              <a:off x="-84013" y="4144658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2" name="Google Shape;472;p6"/>
          <p:cNvGrpSpPr/>
          <p:nvPr/>
        </p:nvGrpSpPr>
        <p:grpSpPr>
          <a:xfrm rot="5400000">
            <a:off x="85100" y="1849625"/>
            <a:ext cx="98902" cy="553090"/>
            <a:chOff x="4898850" y="4820550"/>
            <a:chExt cx="98902" cy="553090"/>
          </a:xfrm>
        </p:grpSpPr>
        <p:sp>
          <p:nvSpPr>
            <p:cNvPr id="473" name="Google Shape;473;p6"/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6"/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6"/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6"/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6"/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8" name="Google Shape;478;p6"/>
          <p:cNvSpPr/>
          <p:nvPr/>
        </p:nvSpPr>
        <p:spPr>
          <a:xfrm>
            <a:off x="7" y="2056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79" name="Google Shape;479;p6"/>
          <p:cNvGrpSpPr/>
          <p:nvPr/>
        </p:nvGrpSpPr>
        <p:grpSpPr>
          <a:xfrm rot="-5400000">
            <a:off x="-148234" y="322631"/>
            <a:ext cx="883262" cy="242091"/>
            <a:chOff x="2300350" y="2601250"/>
            <a:chExt cx="2275275" cy="623625"/>
          </a:xfrm>
        </p:grpSpPr>
        <p:sp>
          <p:nvSpPr>
            <p:cNvPr id="480" name="Google Shape;480;p6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6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6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6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6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6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6"/>
          <p:cNvGrpSpPr/>
          <p:nvPr/>
        </p:nvGrpSpPr>
        <p:grpSpPr>
          <a:xfrm>
            <a:off x="1710357" y="-107958"/>
            <a:ext cx="1520982" cy="302065"/>
            <a:chOff x="5642557" y="-150670"/>
            <a:chExt cx="1520982" cy="302065"/>
          </a:xfrm>
        </p:grpSpPr>
        <p:sp>
          <p:nvSpPr>
            <p:cNvPr id="487" name="Google Shape;487;p6"/>
            <p:cNvSpPr/>
            <p:nvPr/>
          </p:nvSpPr>
          <p:spPr>
            <a:xfrm>
              <a:off x="5736006" y="-104304"/>
              <a:ext cx="1335611" cy="209364"/>
            </a:xfrm>
            <a:custGeom>
              <a:avLst/>
              <a:gdLst/>
              <a:ahLst/>
              <a:cxnLst/>
              <a:rect l="l" t="t" r="r" b="b"/>
              <a:pathLst>
                <a:path w="42863" h="6719" fill="none" extrusionOk="0">
                  <a:moveTo>
                    <a:pt x="1" y="0"/>
                  </a:moveTo>
                  <a:lnTo>
                    <a:pt x="19064" y="0"/>
                  </a:lnTo>
                  <a:lnTo>
                    <a:pt x="25782" y="6718"/>
                  </a:lnTo>
                  <a:lnTo>
                    <a:pt x="42862" y="6718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6"/>
            <p:cNvSpPr/>
            <p:nvPr/>
          </p:nvSpPr>
          <p:spPr>
            <a:xfrm>
              <a:off x="7071586" y="59442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2950" y="1463"/>
                  </a:moveTo>
                  <a:cubicBezTo>
                    <a:pt x="2950" y="2281"/>
                    <a:pt x="2281" y="2951"/>
                    <a:pt x="1463" y="2951"/>
                  </a:cubicBezTo>
                  <a:cubicBezTo>
                    <a:pt x="645" y="2951"/>
                    <a:pt x="0" y="2281"/>
                    <a:pt x="0" y="1463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6"/>
            <p:cNvSpPr/>
            <p:nvPr/>
          </p:nvSpPr>
          <p:spPr>
            <a:xfrm>
              <a:off x="7095517" y="84152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5" y="1"/>
                  </a:moveTo>
                  <a:cubicBezTo>
                    <a:pt x="323" y="1"/>
                    <a:pt x="1" y="298"/>
                    <a:pt x="1" y="670"/>
                  </a:cubicBezTo>
                  <a:cubicBezTo>
                    <a:pt x="1" y="1067"/>
                    <a:pt x="323" y="1364"/>
                    <a:pt x="695" y="1364"/>
                  </a:cubicBezTo>
                  <a:cubicBezTo>
                    <a:pt x="1091" y="1364"/>
                    <a:pt x="1389" y="1067"/>
                    <a:pt x="1389" y="670"/>
                  </a:cubicBezTo>
                  <a:cubicBezTo>
                    <a:pt x="1389" y="298"/>
                    <a:pt x="1091" y="1"/>
                    <a:pt x="69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6"/>
            <p:cNvSpPr/>
            <p:nvPr/>
          </p:nvSpPr>
          <p:spPr>
            <a:xfrm>
              <a:off x="5642557" y="-150670"/>
              <a:ext cx="91953" cy="92732"/>
            </a:xfrm>
            <a:custGeom>
              <a:avLst/>
              <a:gdLst/>
              <a:ahLst/>
              <a:cxnLst/>
              <a:rect l="l" t="t" r="r" b="b"/>
              <a:pathLst>
                <a:path w="2951" h="2976" fill="none" extrusionOk="0">
                  <a:moveTo>
                    <a:pt x="2950" y="1488"/>
                  </a:moveTo>
                  <a:cubicBezTo>
                    <a:pt x="2950" y="2306"/>
                    <a:pt x="2281" y="2976"/>
                    <a:pt x="1463" y="2976"/>
                  </a:cubicBezTo>
                  <a:cubicBezTo>
                    <a:pt x="645" y="2976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6"/>
            <p:cNvSpPr/>
            <p:nvPr/>
          </p:nvSpPr>
          <p:spPr>
            <a:xfrm>
              <a:off x="5666488" y="-125929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322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2" y="1388"/>
                    <a:pt x="1389" y="1066"/>
                    <a:pt x="1389" y="694"/>
                  </a:cubicBezTo>
                  <a:cubicBezTo>
                    <a:pt x="1389" y="322"/>
                    <a:pt x="1092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9" name="Google Shape;679;p9"/>
          <p:cNvGrpSpPr/>
          <p:nvPr/>
        </p:nvGrpSpPr>
        <p:grpSpPr>
          <a:xfrm>
            <a:off x="-24" y="-27"/>
            <a:ext cx="9143711" cy="5143338"/>
            <a:chOff x="597550" y="708125"/>
            <a:chExt cx="6449225" cy="4193850"/>
          </a:xfrm>
        </p:grpSpPr>
        <p:sp>
          <p:nvSpPr>
            <p:cNvPr id="680" name="Google Shape;680;p9"/>
            <p:cNvSpPr/>
            <p:nvPr/>
          </p:nvSpPr>
          <p:spPr>
            <a:xfrm>
              <a:off x="597550" y="4893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9"/>
            <p:cNvSpPr/>
            <p:nvPr/>
          </p:nvSpPr>
          <p:spPr>
            <a:xfrm>
              <a:off x="597550" y="4780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9"/>
            <p:cNvSpPr/>
            <p:nvPr/>
          </p:nvSpPr>
          <p:spPr>
            <a:xfrm>
              <a:off x="597550" y="46671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9"/>
            <p:cNvSpPr/>
            <p:nvPr/>
          </p:nvSpPr>
          <p:spPr>
            <a:xfrm>
              <a:off x="597550" y="4553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9"/>
            <p:cNvSpPr/>
            <p:nvPr/>
          </p:nvSpPr>
          <p:spPr>
            <a:xfrm>
              <a:off x="597550" y="4441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9"/>
            <p:cNvSpPr/>
            <p:nvPr/>
          </p:nvSpPr>
          <p:spPr>
            <a:xfrm>
              <a:off x="597550" y="4328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9"/>
            <p:cNvSpPr/>
            <p:nvPr/>
          </p:nvSpPr>
          <p:spPr>
            <a:xfrm>
              <a:off x="597550" y="42150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9"/>
            <p:cNvSpPr/>
            <p:nvPr/>
          </p:nvSpPr>
          <p:spPr>
            <a:xfrm>
              <a:off x="597550" y="4101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9"/>
            <p:cNvSpPr/>
            <p:nvPr/>
          </p:nvSpPr>
          <p:spPr>
            <a:xfrm>
              <a:off x="597550" y="3988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9"/>
            <p:cNvSpPr/>
            <p:nvPr/>
          </p:nvSpPr>
          <p:spPr>
            <a:xfrm>
              <a:off x="597550" y="3875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9"/>
            <p:cNvSpPr/>
            <p:nvPr/>
          </p:nvSpPr>
          <p:spPr>
            <a:xfrm>
              <a:off x="597550" y="3762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9"/>
            <p:cNvSpPr/>
            <p:nvPr/>
          </p:nvSpPr>
          <p:spPr>
            <a:xfrm>
              <a:off x="597550" y="36496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9"/>
            <p:cNvSpPr/>
            <p:nvPr/>
          </p:nvSpPr>
          <p:spPr>
            <a:xfrm>
              <a:off x="597550" y="35364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Google Shape;693;p9"/>
            <p:cNvSpPr/>
            <p:nvPr/>
          </p:nvSpPr>
          <p:spPr>
            <a:xfrm>
              <a:off x="597550" y="34232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Google Shape;694;p9"/>
            <p:cNvSpPr/>
            <p:nvPr/>
          </p:nvSpPr>
          <p:spPr>
            <a:xfrm>
              <a:off x="597550" y="33100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Google Shape;695;p9"/>
            <p:cNvSpPr/>
            <p:nvPr/>
          </p:nvSpPr>
          <p:spPr>
            <a:xfrm>
              <a:off x="597550" y="31967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9"/>
            <p:cNvSpPr/>
            <p:nvPr/>
          </p:nvSpPr>
          <p:spPr>
            <a:xfrm>
              <a:off x="597550" y="30835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9"/>
            <p:cNvSpPr/>
            <p:nvPr/>
          </p:nvSpPr>
          <p:spPr>
            <a:xfrm>
              <a:off x="597550" y="29703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9"/>
            <p:cNvSpPr/>
            <p:nvPr/>
          </p:nvSpPr>
          <p:spPr>
            <a:xfrm>
              <a:off x="597550" y="28578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9"/>
            <p:cNvSpPr/>
            <p:nvPr/>
          </p:nvSpPr>
          <p:spPr>
            <a:xfrm>
              <a:off x="597550" y="27446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Google Shape;700;p9"/>
            <p:cNvSpPr/>
            <p:nvPr/>
          </p:nvSpPr>
          <p:spPr>
            <a:xfrm>
              <a:off x="597550" y="263140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9"/>
            <p:cNvSpPr/>
            <p:nvPr/>
          </p:nvSpPr>
          <p:spPr>
            <a:xfrm>
              <a:off x="597550" y="251817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Google Shape;702;p9"/>
            <p:cNvSpPr/>
            <p:nvPr/>
          </p:nvSpPr>
          <p:spPr>
            <a:xfrm>
              <a:off x="597550" y="24049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Google Shape;703;p9"/>
            <p:cNvSpPr/>
            <p:nvPr/>
          </p:nvSpPr>
          <p:spPr>
            <a:xfrm>
              <a:off x="597550" y="22917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Google Shape;704;p9"/>
            <p:cNvSpPr/>
            <p:nvPr/>
          </p:nvSpPr>
          <p:spPr>
            <a:xfrm>
              <a:off x="597550" y="21792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9"/>
            <p:cNvSpPr/>
            <p:nvPr/>
          </p:nvSpPr>
          <p:spPr>
            <a:xfrm>
              <a:off x="597550" y="20660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Google Shape;706;p9"/>
            <p:cNvSpPr/>
            <p:nvPr/>
          </p:nvSpPr>
          <p:spPr>
            <a:xfrm>
              <a:off x="597550" y="19528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Google Shape;707;p9"/>
            <p:cNvSpPr/>
            <p:nvPr/>
          </p:nvSpPr>
          <p:spPr>
            <a:xfrm>
              <a:off x="597550" y="1839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Google Shape;708;p9"/>
            <p:cNvSpPr/>
            <p:nvPr/>
          </p:nvSpPr>
          <p:spPr>
            <a:xfrm>
              <a:off x="597550" y="1726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Google Shape;709;p9"/>
            <p:cNvSpPr/>
            <p:nvPr/>
          </p:nvSpPr>
          <p:spPr>
            <a:xfrm>
              <a:off x="597550" y="16131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9"/>
            <p:cNvSpPr/>
            <p:nvPr/>
          </p:nvSpPr>
          <p:spPr>
            <a:xfrm>
              <a:off x="597550" y="1499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9"/>
            <p:cNvSpPr/>
            <p:nvPr/>
          </p:nvSpPr>
          <p:spPr>
            <a:xfrm>
              <a:off x="597550" y="1387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9"/>
            <p:cNvSpPr/>
            <p:nvPr/>
          </p:nvSpPr>
          <p:spPr>
            <a:xfrm>
              <a:off x="597550" y="1274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Google Shape;713;p9"/>
            <p:cNvSpPr/>
            <p:nvPr/>
          </p:nvSpPr>
          <p:spPr>
            <a:xfrm>
              <a:off x="597550" y="11610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Google Shape;714;p9"/>
            <p:cNvSpPr/>
            <p:nvPr/>
          </p:nvSpPr>
          <p:spPr>
            <a:xfrm>
              <a:off x="597550" y="1047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Google Shape;715;p9"/>
            <p:cNvSpPr/>
            <p:nvPr/>
          </p:nvSpPr>
          <p:spPr>
            <a:xfrm>
              <a:off x="597550" y="934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Google Shape;716;p9"/>
            <p:cNvSpPr/>
            <p:nvPr/>
          </p:nvSpPr>
          <p:spPr>
            <a:xfrm>
              <a:off x="597550" y="821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Google Shape;717;p9"/>
            <p:cNvSpPr/>
            <p:nvPr/>
          </p:nvSpPr>
          <p:spPr>
            <a:xfrm>
              <a:off x="597550" y="708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18" name="Google Shape;718;p9"/>
          <p:cNvSpPr txBox="1">
            <a:spLocks noGrp="1"/>
          </p:cNvSpPr>
          <p:nvPr>
            <p:ph type="subTitle" idx="1"/>
          </p:nvPr>
        </p:nvSpPr>
        <p:spPr>
          <a:xfrm>
            <a:off x="1656875" y="2480906"/>
            <a:ext cx="5830200" cy="142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9" name="Google Shape;719;p9"/>
          <p:cNvSpPr txBox="1">
            <a:spLocks noGrp="1"/>
          </p:cNvSpPr>
          <p:nvPr>
            <p:ph type="title"/>
          </p:nvPr>
        </p:nvSpPr>
        <p:spPr>
          <a:xfrm>
            <a:off x="1656875" y="1241200"/>
            <a:ext cx="5830200" cy="1169400"/>
          </a:xfrm>
          <a:prstGeom prst="rect">
            <a:avLst/>
          </a:prstGeom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720" name="Google Shape;720;p9"/>
          <p:cNvSpPr/>
          <p:nvPr/>
        </p:nvSpPr>
        <p:spPr>
          <a:xfrm rot="-5400000">
            <a:off x="348812" y="258001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21" name="Google Shape;721;p9"/>
          <p:cNvGrpSpPr/>
          <p:nvPr/>
        </p:nvGrpSpPr>
        <p:grpSpPr>
          <a:xfrm rot="10800000">
            <a:off x="-11" y="779178"/>
            <a:ext cx="883262" cy="242091"/>
            <a:chOff x="2300350" y="2601250"/>
            <a:chExt cx="2275275" cy="623625"/>
          </a:xfrm>
        </p:grpSpPr>
        <p:sp>
          <p:nvSpPr>
            <p:cNvPr id="722" name="Google Shape;722;p9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9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9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9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Google Shape;726;p9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Google Shape;727;p9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28" name="Google Shape;728;p9"/>
          <p:cNvSpPr/>
          <p:nvPr/>
        </p:nvSpPr>
        <p:spPr>
          <a:xfrm rot="5400000">
            <a:off x="1495470" y="-491996"/>
            <a:ext cx="1994700" cy="6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lt2"/>
              </a:gs>
              <a:gs pos="100000">
                <a:schemeClr val="accent2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9" name="Google Shape;729;p9"/>
          <p:cNvSpPr/>
          <p:nvPr/>
        </p:nvSpPr>
        <p:spPr>
          <a:xfrm rot="5400000">
            <a:off x="1774770" y="-188896"/>
            <a:ext cx="1994700" cy="6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lt2"/>
              </a:gs>
              <a:gs pos="100000">
                <a:schemeClr val="accent2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0" name="Google Shape;730;p9"/>
          <p:cNvSpPr/>
          <p:nvPr/>
        </p:nvSpPr>
        <p:spPr>
          <a:xfrm>
            <a:off x="8557212" y="-11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31" name="Google Shape;731;p9"/>
          <p:cNvGrpSpPr/>
          <p:nvPr/>
        </p:nvGrpSpPr>
        <p:grpSpPr>
          <a:xfrm>
            <a:off x="-1414555" y="3287329"/>
            <a:ext cx="2297800" cy="347400"/>
            <a:chOff x="-1414555" y="3439729"/>
            <a:chExt cx="2297800" cy="347400"/>
          </a:xfrm>
        </p:grpSpPr>
        <p:sp>
          <p:nvSpPr>
            <p:cNvPr id="732" name="Google Shape;732;p9"/>
            <p:cNvSpPr/>
            <p:nvPr/>
          </p:nvSpPr>
          <p:spPr>
            <a:xfrm>
              <a:off x="-1414555" y="3719029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Google Shape;733;p9"/>
            <p:cNvSpPr/>
            <p:nvPr/>
          </p:nvSpPr>
          <p:spPr>
            <a:xfrm>
              <a:off x="-1111455" y="3439729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34" name="Google Shape;734;p9"/>
          <p:cNvGrpSpPr/>
          <p:nvPr/>
        </p:nvGrpSpPr>
        <p:grpSpPr>
          <a:xfrm>
            <a:off x="5512632" y="-116346"/>
            <a:ext cx="1520982" cy="302065"/>
            <a:chOff x="5642557" y="-150670"/>
            <a:chExt cx="1520982" cy="302065"/>
          </a:xfrm>
        </p:grpSpPr>
        <p:sp>
          <p:nvSpPr>
            <p:cNvPr id="735" name="Google Shape;735;p9"/>
            <p:cNvSpPr/>
            <p:nvPr/>
          </p:nvSpPr>
          <p:spPr>
            <a:xfrm>
              <a:off x="5736006" y="-104304"/>
              <a:ext cx="1335611" cy="209364"/>
            </a:xfrm>
            <a:custGeom>
              <a:avLst/>
              <a:gdLst/>
              <a:ahLst/>
              <a:cxnLst/>
              <a:rect l="l" t="t" r="r" b="b"/>
              <a:pathLst>
                <a:path w="42863" h="6719" fill="none" extrusionOk="0">
                  <a:moveTo>
                    <a:pt x="1" y="0"/>
                  </a:moveTo>
                  <a:lnTo>
                    <a:pt x="19064" y="0"/>
                  </a:lnTo>
                  <a:lnTo>
                    <a:pt x="25782" y="6718"/>
                  </a:lnTo>
                  <a:lnTo>
                    <a:pt x="42862" y="6718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Google Shape;736;p9"/>
            <p:cNvSpPr/>
            <p:nvPr/>
          </p:nvSpPr>
          <p:spPr>
            <a:xfrm>
              <a:off x="7071586" y="59442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2950" y="1463"/>
                  </a:moveTo>
                  <a:cubicBezTo>
                    <a:pt x="2950" y="2281"/>
                    <a:pt x="2281" y="2951"/>
                    <a:pt x="1463" y="2951"/>
                  </a:cubicBezTo>
                  <a:cubicBezTo>
                    <a:pt x="645" y="2951"/>
                    <a:pt x="0" y="2281"/>
                    <a:pt x="0" y="1463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Google Shape;737;p9"/>
            <p:cNvSpPr/>
            <p:nvPr/>
          </p:nvSpPr>
          <p:spPr>
            <a:xfrm>
              <a:off x="7095517" y="84152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5" y="1"/>
                  </a:moveTo>
                  <a:cubicBezTo>
                    <a:pt x="323" y="1"/>
                    <a:pt x="1" y="298"/>
                    <a:pt x="1" y="670"/>
                  </a:cubicBezTo>
                  <a:cubicBezTo>
                    <a:pt x="1" y="1067"/>
                    <a:pt x="323" y="1364"/>
                    <a:pt x="695" y="1364"/>
                  </a:cubicBezTo>
                  <a:cubicBezTo>
                    <a:pt x="1091" y="1364"/>
                    <a:pt x="1389" y="1067"/>
                    <a:pt x="1389" y="670"/>
                  </a:cubicBezTo>
                  <a:cubicBezTo>
                    <a:pt x="1389" y="298"/>
                    <a:pt x="1091" y="1"/>
                    <a:pt x="69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Google Shape;738;p9"/>
            <p:cNvSpPr/>
            <p:nvPr/>
          </p:nvSpPr>
          <p:spPr>
            <a:xfrm>
              <a:off x="5642557" y="-150670"/>
              <a:ext cx="91953" cy="92732"/>
            </a:xfrm>
            <a:custGeom>
              <a:avLst/>
              <a:gdLst/>
              <a:ahLst/>
              <a:cxnLst/>
              <a:rect l="l" t="t" r="r" b="b"/>
              <a:pathLst>
                <a:path w="2951" h="2976" fill="none" extrusionOk="0">
                  <a:moveTo>
                    <a:pt x="2950" y="1488"/>
                  </a:moveTo>
                  <a:cubicBezTo>
                    <a:pt x="2950" y="2306"/>
                    <a:pt x="2281" y="2976"/>
                    <a:pt x="1463" y="2976"/>
                  </a:cubicBezTo>
                  <a:cubicBezTo>
                    <a:pt x="645" y="2976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9"/>
            <p:cNvSpPr/>
            <p:nvPr/>
          </p:nvSpPr>
          <p:spPr>
            <a:xfrm>
              <a:off x="5666488" y="-125929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322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2" y="1388"/>
                    <a:pt x="1389" y="1066"/>
                    <a:pt x="1389" y="694"/>
                  </a:cubicBezTo>
                  <a:cubicBezTo>
                    <a:pt x="1389" y="322"/>
                    <a:pt x="1092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0" name="Google Shape;740;p9"/>
          <p:cNvGrpSpPr/>
          <p:nvPr/>
        </p:nvGrpSpPr>
        <p:grpSpPr>
          <a:xfrm rot="10800000" flipH="1">
            <a:off x="7918521" y="1923880"/>
            <a:ext cx="1823016" cy="296643"/>
            <a:chOff x="7857346" y="3902355"/>
            <a:chExt cx="1823016" cy="296643"/>
          </a:xfrm>
        </p:grpSpPr>
        <p:sp>
          <p:nvSpPr>
            <p:cNvPr id="741" name="Google Shape;741;p9"/>
            <p:cNvSpPr/>
            <p:nvPr/>
          </p:nvSpPr>
          <p:spPr>
            <a:xfrm>
              <a:off x="7956216" y="4048371"/>
              <a:ext cx="1724145" cy="150627"/>
            </a:xfrm>
            <a:custGeom>
              <a:avLst/>
              <a:gdLst/>
              <a:ahLst/>
              <a:cxnLst/>
              <a:rect l="l" t="t" r="r" b="b"/>
              <a:pathLst>
                <a:path w="55332" h="4834" fill="none" extrusionOk="0">
                  <a:moveTo>
                    <a:pt x="55331" y="4834"/>
                  </a:moveTo>
                  <a:lnTo>
                    <a:pt x="28930" y="4834"/>
                  </a:lnTo>
                  <a:lnTo>
                    <a:pt x="27294" y="3198"/>
                  </a:lnTo>
                  <a:lnTo>
                    <a:pt x="24072" y="0"/>
                  </a:ln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Google Shape;742;p9"/>
            <p:cNvSpPr/>
            <p:nvPr/>
          </p:nvSpPr>
          <p:spPr>
            <a:xfrm>
              <a:off x="8453686" y="3902355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0" y="1488"/>
                  </a:moveTo>
                  <a:cubicBezTo>
                    <a:pt x="0" y="670"/>
                    <a:pt x="670" y="1"/>
                    <a:pt x="1488" y="1"/>
                  </a:cubicBezTo>
                  <a:cubicBezTo>
                    <a:pt x="2306" y="1"/>
                    <a:pt x="2950" y="670"/>
                    <a:pt x="2950" y="1488"/>
                  </a:cubicBezTo>
                  <a:cubicBezTo>
                    <a:pt x="2950" y="2281"/>
                    <a:pt x="2306" y="2951"/>
                    <a:pt x="1488" y="2951"/>
                  </a:cubicBezTo>
                  <a:cubicBezTo>
                    <a:pt x="670" y="2951"/>
                    <a:pt x="0" y="2281"/>
                    <a:pt x="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9"/>
            <p:cNvSpPr/>
            <p:nvPr/>
          </p:nvSpPr>
          <p:spPr>
            <a:xfrm>
              <a:off x="8478396" y="3927096"/>
              <a:ext cx="43281" cy="42502"/>
            </a:xfrm>
            <a:custGeom>
              <a:avLst/>
              <a:gdLst/>
              <a:ahLst/>
              <a:cxnLst/>
              <a:rect l="l" t="t" r="r" b="b"/>
              <a:pathLst>
                <a:path w="1389" h="1364" extrusionOk="0">
                  <a:moveTo>
                    <a:pt x="695" y="0"/>
                  </a:moveTo>
                  <a:cubicBezTo>
                    <a:pt x="298" y="0"/>
                    <a:pt x="1" y="298"/>
                    <a:pt x="1" y="694"/>
                  </a:cubicBezTo>
                  <a:cubicBezTo>
                    <a:pt x="1" y="1066"/>
                    <a:pt x="298" y="1363"/>
                    <a:pt x="695" y="1363"/>
                  </a:cubicBezTo>
                  <a:cubicBezTo>
                    <a:pt x="1067" y="1363"/>
                    <a:pt x="1389" y="1066"/>
                    <a:pt x="1389" y="694"/>
                  </a:cubicBezTo>
                  <a:cubicBezTo>
                    <a:pt x="1389" y="298"/>
                    <a:pt x="1067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9"/>
            <p:cNvSpPr/>
            <p:nvPr/>
          </p:nvSpPr>
          <p:spPr>
            <a:xfrm>
              <a:off x="7857346" y="4002005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" y="1463"/>
                  </a:moveTo>
                  <a:cubicBezTo>
                    <a:pt x="1" y="670"/>
                    <a:pt x="670" y="1"/>
                    <a:pt x="1488" y="1"/>
                  </a:cubicBezTo>
                  <a:cubicBezTo>
                    <a:pt x="2306" y="1"/>
                    <a:pt x="2951" y="670"/>
                    <a:pt x="2951" y="1463"/>
                  </a:cubicBezTo>
                  <a:cubicBezTo>
                    <a:pt x="2951" y="2281"/>
                    <a:pt x="2306" y="2951"/>
                    <a:pt x="1488" y="2951"/>
                  </a:cubicBezTo>
                  <a:cubicBezTo>
                    <a:pt x="670" y="2951"/>
                    <a:pt x="1" y="2281"/>
                    <a:pt x="1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9"/>
            <p:cNvSpPr/>
            <p:nvPr/>
          </p:nvSpPr>
          <p:spPr>
            <a:xfrm>
              <a:off x="7882087" y="4026715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9"/>
            <p:cNvSpPr/>
            <p:nvPr/>
          </p:nvSpPr>
          <p:spPr>
            <a:xfrm>
              <a:off x="8545608" y="3948721"/>
              <a:ext cx="1134754" cy="175368"/>
            </a:xfrm>
            <a:custGeom>
              <a:avLst/>
              <a:gdLst/>
              <a:ahLst/>
              <a:cxnLst/>
              <a:rect l="l" t="t" r="r" b="b"/>
              <a:pathLst>
                <a:path w="36417" h="5628" fill="none" extrusionOk="0">
                  <a:moveTo>
                    <a:pt x="0" y="0"/>
                  </a:moveTo>
                  <a:lnTo>
                    <a:pt x="6049" y="0"/>
                  </a:lnTo>
                  <a:lnTo>
                    <a:pt x="8379" y="2330"/>
                  </a:lnTo>
                  <a:lnTo>
                    <a:pt x="11676" y="5627"/>
                  </a:lnTo>
                  <a:lnTo>
                    <a:pt x="36416" y="5627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7" name="Google Shape;747;p9"/>
          <p:cNvGrpSpPr/>
          <p:nvPr/>
        </p:nvGrpSpPr>
        <p:grpSpPr>
          <a:xfrm flipH="1">
            <a:off x="-799254" y="2157805"/>
            <a:ext cx="1823016" cy="196994"/>
            <a:chOff x="7857346" y="4002005"/>
            <a:chExt cx="1823016" cy="196994"/>
          </a:xfrm>
        </p:grpSpPr>
        <p:sp>
          <p:nvSpPr>
            <p:cNvPr id="748" name="Google Shape;748;p9"/>
            <p:cNvSpPr/>
            <p:nvPr/>
          </p:nvSpPr>
          <p:spPr>
            <a:xfrm>
              <a:off x="7956216" y="4048371"/>
              <a:ext cx="1724145" cy="150627"/>
            </a:xfrm>
            <a:custGeom>
              <a:avLst/>
              <a:gdLst/>
              <a:ahLst/>
              <a:cxnLst/>
              <a:rect l="l" t="t" r="r" b="b"/>
              <a:pathLst>
                <a:path w="55332" h="4834" fill="none" extrusionOk="0">
                  <a:moveTo>
                    <a:pt x="55331" y="4834"/>
                  </a:moveTo>
                  <a:lnTo>
                    <a:pt x="28930" y="4834"/>
                  </a:lnTo>
                  <a:lnTo>
                    <a:pt x="27294" y="3198"/>
                  </a:lnTo>
                  <a:lnTo>
                    <a:pt x="24072" y="0"/>
                  </a:ln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Google Shape;749;p9"/>
            <p:cNvSpPr/>
            <p:nvPr/>
          </p:nvSpPr>
          <p:spPr>
            <a:xfrm>
              <a:off x="7857346" y="4002005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" y="1463"/>
                  </a:moveTo>
                  <a:cubicBezTo>
                    <a:pt x="1" y="670"/>
                    <a:pt x="670" y="1"/>
                    <a:pt x="1488" y="1"/>
                  </a:cubicBezTo>
                  <a:cubicBezTo>
                    <a:pt x="2306" y="1"/>
                    <a:pt x="2951" y="670"/>
                    <a:pt x="2951" y="1463"/>
                  </a:cubicBezTo>
                  <a:cubicBezTo>
                    <a:pt x="2951" y="2281"/>
                    <a:pt x="2306" y="2951"/>
                    <a:pt x="1488" y="2951"/>
                  </a:cubicBezTo>
                  <a:cubicBezTo>
                    <a:pt x="670" y="2951"/>
                    <a:pt x="1" y="2281"/>
                    <a:pt x="1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9"/>
            <p:cNvSpPr/>
            <p:nvPr/>
          </p:nvSpPr>
          <p:spPr>
            <a:xfrm>
              <a:off x="7882087" y="4026715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51" name="Google Shape;751;p9"/>
          <p:cNvGrpSpPr/>
          <p:nvPr/>
        </p:nvGrpSpPr>
        <p:grpSpPr>
          <a:xfrm>
            <a:off x="8331253" y="3180067"/>
            <a:ext cx="1105976" cy="133969"/>
            <a:chOff x="8183182" y="663852"/>
            <a:chExt cx="1475028" cy="178673"/>
          </a:xfrm>
        </p:grpSpPr>
        <p:grpSp>
          <p:nvGrpSpPr>
            <p:cNvPr id="752" name="Google Shape;752;p9"/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753" name="Google Shape;753;p9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Google Shape;754;p9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Google Shape;755;p9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Google Shape;756;p9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Google Shape;757;p9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Google Shape;758;p9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Google Shape;759;p9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" name="Google Shape;760;p9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Google Shape;761;p9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Google Shape;762;p9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63" name="Google Shape;763;p9"/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764" name="Google Shape;764;p9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" name="Google Shape;765;p9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" name="Google Shape;766;p9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" name="Google Shape;767;p9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" name="Google Shape;768;p9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" name="Google Shape;769;p9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0" name="Google Shape;770;p9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1" name="Google Shape;771;p9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2" name="Google Shape;772;p9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3" name="Google Shape;773;p9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74" name="Google Shape;774;p9"/>
          <p:cNvGrpSpPr/>
          <p:nvPr/>
        </p:nvGrpSpPr>
        <p:grpSpPr>
          <a:xfrm rot="5400000">
            <a:off x="85100" y="4288025"/>
            <a:ext cx="98902" cy="553090"/>
            <a:chOff x="4898850" y="4820550"/>
            <a:chExt cx="98902" cy="553090"/>
          </a:xfrm>
        </p:grpSpPr>
        <p:sp>
          <p:nvSpPr>
            <p:cNvPr id="775" name="Google Shape;775;p9"/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Google Shape;776;p9"/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9"/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9"/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9"/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Google Shape;781;p10"/>
          <p:cNvSpPr txBox="1">
            <a:spLocks noGrp="1"/>
          </p:cNvSpPr>
          <p:nvPr>
            <p:ph type="body" idx="1"/>
          </p:nvPr>
        </p:nvSpPr>
        <p:spPr>
          <a:xfrm>
            <a:off x="1109550" y="4079027"/>
            <a:ext cx="6924900" cy="4497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Exo"/>
                <a:ea typeface="Exo"/>
                <a:cs typeface="Exo"/>
                <a:sym typeface="Exo"/>
              </a:defRPr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1" name="Google Shape;931;p13"/>
          <p:cNvGrpSpPr/>
          <p:nvPr/>
        </p:nvGrpSpPr>
        <p:grpSpPr>
          <a:xfrm>
            <a:off x="-24" y="-27"/>
            <a:ext cx="9143711" cy="5143338"/>
            <a:chOff x="597550" y="708125"/>
            <a:chExt cx="6449225" cy="4193850"/>
          </a:xfrm>
        </p:grpSpPr>
        <p:sp>
          <p:nvSpPr>
            <p:cNvPr id="932" name="Google Shape;932;p13"/>
            <p:cNvSpPr/>
            <p:nvPr/>
          </p:nvSpPr>
          <p:spPr>
            <a:xfrm>
              <a:off x="597550" y="4893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13"/>
            <p:cNvSpPr/>
            <p:nvPr/>
          </p:nvSpPr>
          <p:spPr>
            <a:xfrm>
              <a:off x="597550" y="4780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13"/>
            <p:cNvSpPr/>
            <p:nvPr/>
          </p:nvSpPr>
          <p:spPr>
            <a:xfrm>
              <a:off x="597550" y="46671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13"/>
            <p:cNvSpPr/>
            <p:nvPr/>
          </p:nvSpPr>
          <p:spPr>
            <a:xfrm>
              <a:off x="597550" y="4553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13"/>
            <p:cNvSpPr/>
            <p:nvPr/>
          </p:nvSpPr>
          <p:spPr>
            <a:xfrm>
              <a:off x="597550" y="4441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13"/>
            <p:cNvSpPr/>
            <p:nvPr/>
          </p:nvSpPr>
          <p:spPr>
            <a:xfrm>
              <a:off x="597550" y="4328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13"/>
            <p:cNvSpPr/>
            <p:nvPr/>
          </p:nvSpPr>
          <p:spPr>
            <a:xfrm>
              <a:off x="597550" y="42150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13"/>
            <p:cNvSpPr/>
            <p:nvPr/>
          </p:nvSpPr>
          <p:spPr>
            <a:xfrm>
              <a:off x="597550" y="4101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13"/>
            <p:cNvSpPr/>
            <p:nvPr/>
          </p:nvSpPr>
          <p:spPr>
            <a:xfrm>
              <a:off x="597550" y="3988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13"/>
            <p:cNvSpPr/>
            <p:nvPr/>
          </p:nvSpPr>
          <p:spPr>
            <a:xfrm>
              <a:off x="597550" y="3875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13"/>
            <p:cNvSpPr/>
            <p:nvPr/>
          </p:nvSpPr>
          <p:spPr>
            <a:xfrm>
              <a:off x="597550" y="3762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13"/>
            <p:cNvSpPr/>
            <p:nvPr/>
          </p:nvSpPr>
          <p:spPr>
            <a:xfrm>
              <a:off x="597550" y="36496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13"/>
            <p:cNvSpPr/>
            <p:nvPr/>
          </p:nvSpPr>
          <p:spPr>
            <a:xfrm>
              <a:off x="597550" y="35364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13"/>
            <p:cNvSpPr/>
            <p:nvPr/>
          </p:nvSpPr>
          <p:spPr>
            <a:xfrm>
              <a:off x="597550" y="34232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13"/>
            <p:cNvSpPr/>
            <p:nvPr/>
          </p:nvSpPr>
          <p:spPr>
            <a:xfrm>
              <a:off x="597550" y="33100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13"/>
            <p:cNvSpPr/>
            <p:nvPr/>
          </p:nvSpPr>
          <p:spPr>
            <a:xfrm>
              <a:off x="597550" y="31967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13"/>
            <p:cNvSpPr/>
            <p:nvPr/>
          </p:nvSpPr>
          <p:spPr>
            <a:xfrm>
              <a:off x="597550" y="30835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13"/>
            <p:cNvSpPr/>
            <p:nvPr/>
          </p:nvSpPr>
          <p:spPr>
            <a:xfrm>
              <a:off x="597550" y="29703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13"/>
            <p:cNvSpPr/>
            <p:nvPr/>
          </p:nvSpPr>
          <p:spPr>
            <a:xfrm>
              <a:off x="597550" y="28578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13"/>
            <p:cNvSpPr/>
            <p:nvPr/>
          </p:nvSpPr>
          <p:spPr>
            <a:xfrm>
              <a:off x="597550" y="27446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13"/>
            <p:cNvSpPr/>
            <p:nvPr/>
          </p:nvSpPr>
          <p:spPr>
            <a:xfrm>
              <a:off x="597550" y="263140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13"/>
            <p:cNvSpPr/>
            <p:nvPr/>
          </p:nvSpPr>
          <p:spPr>
            <a:xfrm>
              <a:off x="597550" y="251817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13"/>
            <p:cNvSpPr/>
            <p:nvPr/>
          </p:nvSpPr>
          <p:spPr>
            <a:xfrm>
              <a:off x="597550" y="24049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13"/>
            <p:cNvSpPr/>
            <p:nvPr/>
          </p:nvSpPr>
          <p:spPr>
            <a:xfrm>
              <a:off x="597550" y="22917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13"/>
            <p:cNvSpPr/>
            <p:nvPr/>
          </p:nvSpPr>
          <p:spPr>
            <a:xfrm>
              <a:off x="597550" y="21792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13"/>
            <p:cNvSpPr/>
            <p:nvPr/>
          </p:nvSpPr>
          <p:spPr>
            <a:xfrm>
              <a:off x="597550" y="20660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13"/>
            <p:cNvSpPr/>
            <p:nvPr/>
          </p:nvSpPr>
          <p:spPr>
            <a:xfrm>
              <a:off x="597550" y="19528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13"/>
            <p:cNvSpPr/>
            <p:nvPr/>
          </p:nvSpPr>
          <p:spPr>
            <a:xfrm>
              <a:off x="597550" y="1839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13"/>
            <p:cNvSpPr/>
            <p:nvPr/>
          </p:nvSpPr>
          <p:spPr>
            <a:xfrm>
              <a:off x="597550" y="1726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13"/>
            <p:cNvSpPr/>
            <p:nvPr/>
          </p:nvSpPr>
          <p:spPr>
            <a:xfrm>
              <a:off x="597550" y="16131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13"/>
            <p:cNvSpPr/>
            <p:nvPr/>
          </p:nvSpPr>
          <p:spPr>
            <a:xfrm>
              <a:off x="597550" y="1499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13"/>
            <p:cNvSpPr/>
            <p:nvPr/>
          </p:nvSpPr>
          <p:spPr>
            <a:xfrm>
              <a:off x="597550" y="1387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13"/>
            <p:cNvSpPr/>
            <p:nvPr/>
          </p:nvSpPr>
          <p:spPr>
            <a:xfrm>
              <a:off x="597550" y="1274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13"/>
            <p:cNvSpPr/>
            <p:nvPr/>
          </p:nvSpPr>
          <p:spPr>
            <a:xfrm>
              <a:off x="597550" y="11610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13"/>
            <p:cNvSpPr/>
            <p:nvPr/>
          </p:nvSpPr>
          <p:spPr>
            <a:xfrm>
              <a:off x="597550" y="1047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13"/>
            <p:cNvSpPr/>
            <p:nvPr/>
          </p:nvSpPr>
          <p:spPr>
            <a:xfrm>
              <a:off x="597550" y="934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13"/>
            <p:cNvSpPr/>
            <p:nvPr/>
          </p:nvSpPr>
          <p:spPr>
            <a:xfrm>
              <a:off x="597550" y="821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13"/>
            <p:cNvSpPr/>
            <p:nvPr/>
          </p:nvSpPr>
          <p:spPr>
            <a:xfrm>
              <a:off x="597550" y="708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70" name="Google Shape;970;p13"/>
          <p:cNvSpPr txBox="1">
            <a:spLocks noGrp="1"/>
          </p:cNvSpPr>
          <p:nvPr>
            <p:ph type="title"/>
          </p:nvPr>
        </p:nvSpPr>
        <p:spPr>
          <a:xfrm>
            <a:off x="713100" y="539400"/>
            <a:ext cx="771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971" name="Google Shape;971;p13"/>
          <p:cNvSpPr txBox="1">
            <a:spLocks noGrp="1"/>
          </p:cNvSpPr>
          <p:nvPr>
            <p:ph type="title" idx="2"/>
          </p:nvPr>
        </p:nvSpPr>
        <p:spPr>
          <a:xfrm>
            <a:off x="776550" y="1982455"/>
            <a:ext cx="22335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2" name="Google Shape;972;p13"/>
          <p:cNvSpPr txBox="1">
            <a:spLocks noGrp="1"/>
          </p:cNvSpPr>
          <p:nvPr>
            <p:ph type="subTitle" idx="1"/>
          </p:nvPr>
        </p:nvSpPr>
        <p:spPr>
          <a:xfrm>
            <a:off x="776550" y="2391054"/>
            <a:ext cx="22335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3" name="Google Shape;973;p13"/>
          <p:cNvSpPr txBox="1">
            <a:spLocks noGrp="1"/>
          </p:cNvSpPr>
          <p:nvPr>
            <p:ph type="title" idx="3" hasCustomPrompt="1"/>
          </p:nvPr>
        </p:nvSpPr>
        <p:spPr>
          <a:xfrm>
            <a:off x="776550" y="1345282"/>
            <a:ext cx="2233500" cy="484800"/>
          </a:xfrm>
          <a:prstGeom prst="rect">
            <a:avLst/>
          </a:prstGeom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74" name="Google Shape;974;p13"/>
          <p:cNvSpPr txBox="1">
            <a:spLocks noGrp="1"/>
          </p:cNvSpPr>
          <p:nvPr>
            <p:ph type="title" idx="4"/>
          </p:nvPr>
        </p:nvSpPr>
        <p:spPr>
          <a:xfrm>
            <a:off x="3471150" y="1982455"/>
            <a:ext cx="2201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5" name="Google Shape;975;p13"/>
          <p:cNvSpPr txBox="1">
            <a:spLocks noGrp="1"/>
          </p:cNvSpPr>
          <p:nvPr>
            <p:ph type="subTitle" idx="5"/>
          </p:nvPr>
        </p:nvSpPr>
        <p:spPr>
          <a:xfrm>
            <a:off x="3471150" y="2391054"/>
            <a:ext cx="22017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6" name="Google Shape;976;p13"/>
          <p:cNvSpPr txBox="1">
            <a:spLocks noGrp="1"/>
          </p:cNvSpPr>
          <p:nvPr>
            <p:ph type="title" idx="6" hasCustomPrompt="1"/>
          </p:nvPr>
        </p:nvSpPr>
        <p:spPr>
          <a:xfrm>
            <a:off x="3471150" y="1345282"/>
            <a:ext cx="2201700" cy="484800"/>
          </a:xfrm>
          <a:prstGeom prst="rect">
            <a:avLst/>
          </a:prstGeom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77" name="Google Shape;977;p13"/>
          <p:cNvSpPr txBox="1">
            <a:spLocks noGrp="1"/>
          </p:cNvSpPr>
          <p:nvPr>
            <p:ph type="title" idx="7"/>
          </p:nvPr>
        </p:nvSpPr>
        <p:spPr>
          <a:xfrm>
            <a:off x="6149850" y="1982455"/>
            <a:ext cx="2201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8" name="Google Shape;978;p13"/>
          <p:cNvSpPr txBox="1">
            <a:spLocks noGrp="1"/>
          </p:cNvSpPr>
          <p:nvPr>
            <p:ph type="subTitle" idx="8"/>
          </p:nvPr>
        </p:nvSpPr>
        <p:spPr>
          <a:xfrm>
            <a:off x="6149850" y="2391054"/>
            <a:ext cx="22017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9" name="Google Shape;979;p13"/>
          <p:cNvSpPr txBox="1">
            <a:spLocks noGrp="1"/>
          </p:cNvSpPr>
          <p:nvPr>
            <p:ph type="title" idx="9" hasCustomPrompt="1"/>
          </p:nvPr>
        </p:nvSpPr>
        <p:spPr>
          <a:xfrm>
            <a:off x="6149850" y="1345282"/>
            <a:ext cx="2201700" cy="484800"/>
          </a:xfrm>
          <a:prstGeom prst="rect">
            <a:avLst/>
          </a:prstGeom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80" name="Google Shape;980;p13"/>
          <p:cNvSpPr txBox="1">
            <a:spLocks noGrp="1"/>
          </p:cNvSpPr>
          <p:nvPr>
            <p:ph type="title" idx="13"/>
          </p:nvPr>
        </p:nvSpPr>
        <p:spPr>
          <a:xfrm>
            <a:off x="776550" y="3617845"/>
            <a:ext cx="22335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81" name="Google Shape;981;p13"/>
          <p:cNvSpPr txBox="1">
            <a:spLocks noGrp="1"/>
          </p:cNvSpPr>
          <p:nvPr>
            <p:ph type="subTitle" idx="14"/>
          </p:nvPr>
        </p:nvSpPr>
        <p:spPr>
          <a:xfrm>
            <a:off x="776550" y="4026444"/>
            <a:ext cx="22335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2" name="Google Shape;982;p13"/>
          <p:cNvSpPr txBox="1">
            <a:spLocks noGrp="1"/>
          </p:cNvSpPr>
          <p:nvPr>
            <p:ph type="title" idx="15" hasCustomPrompt="1"/>
          </p:nvPr>
        </p:nvSpPr>
        <p:spPr>
          <a:xfrm>
            <a:off x="776550" y="2980641"/>
            <a:ext cx="2233500" cy="484800"/>
          </a:xfrm>
          <a:prstGeom prst="rect">
            <a:avLst/>
          </a:prstGeom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83" name="Google Shape;983;p13"/>
          <p:cNvSpPr txBox="1">
            <a:spLocks noGrp="1"/>
          </p:cNvSpPr>
          <p:nvPr>
            <p:ph type="title" idx="16"/>
          </p:nvPr>
        </p:nvSpPr>
        <p:spPr>
          <a:xfrm>
            <a:off x="3471150" y="3617845"/>
            <a:ext cx="2201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84" name="Google Shape;984;p13"/>
          <p:cNvSpPr txBox="1">
            <a:spLocks noGrp="1"/>
          </p:cNvSpPr>
          <p:nvPr>
            <p:ph type="subTitle" idx="17"/>
          </p:nvPr>
        </p:nvSpPr>
        <p:spPr>
          <a:xfrm>
            <a:off x="3471150" y="4026444"/>
            <a:ext cx="22017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5" name="Google Shape;985;p13"/>
          <p:cNvSpPr txBox="1">
            <a:spLocks noGrp="1"/>
          </p:cNvSpPr>
          <p:nvPr>
            <p:ph type="title" idx="18" hasCustomPrompt="1"/>
          </p:nvPr>
        </p:nvSpPr>
        <p:spPr>
          <a:xfrm>
            <a:off x="3471150" y="2980641"/>
            <a:ext cx="2201700" cy="484800"/>
          </a:xfrm>
          <a:prstGeom prst="rect">
            <a:avLst/>
          </a:prstGeom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86" name="Google Shape;986;p13"/>
          <p:cNvSpPr txBox="1">
            <a:spLocks noGrp="1"/>
          </p:cNvSpPr>
          <p:nvPr>
            <p:ph type="title" idx="19"/>
          </p:nvPr>
        </p:nvSpPr>
        <p:spPr>
          <a:xfrm>
            <a:off x="6149850" y="3617845"/>
            <a:ext cx="2201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87" name="Google Shape;987;p13"/>
          <p:cNvSpPr txBox="1">
            <a:spLocks noGrp="1"/>
          </p:cNvSpPr>
          <p:nvPr>
            <p:ph type="subTitle" idx="20"/>
          </p:nvPr>
        </p:nvSpPr>
        <p:spPr>
          <a:xfrm>
            <a:off x="6149850" y="4026444"/>
            <a:ext cx="22017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8" name="Google Shape;988;p13"/>
          <p:cNvSpPr txBox="1">
            <a:spLocks noGrp="1"/>
          </p:cNvSpPr>
          <p:nvPr>
            <p:ph type="title" idx="21" hasCustomPrompt="1"/>
          </p:nvPr>
        </p:nvSpPr>
        <p:spPr>
          <a:xfrm>
            <a:off x="6149850" y="2980641"/>
            <a:ext cx="2201700" cy="484800"/>
          </a:xfrm>
          <a:prstGeom prst="rect">
            <a:avLst/>
          </a:prstGeom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grpSp>
        <p:nvGrpSpPr>
          <p:cNvPr id="989" name="Google Shape;989;p13"/>
          <p:cNvGrpSpPr/>
          <p:nvPr/>
        </p:nvGrpSpPr>
        <p:grpSpPr>
          <a:xfrm rot="5400000">
            <a:off x="8381450" y="4569182"/>
            <a:ext cx="98902" cy="553090"/>
            <a:chOff x="4898850" y="4820550"/>
            <a:chExt cx="98902" cy="553090"/>
          </a:xfrm>
        </p:grpSpPr>
        <p:sp>
          <p:nvSpPr>
            <p:cNvPr id="990" name="Google Shape;990;p13"/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13"/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13"/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13"/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13"/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95" name="Google Shape;995;p13"/>
          <p:cNvSpPr/>
          <p:nvPr/>
        </p:nvSpPr>
        <p:spPr>
          <a:xfrm>
            <a:off x="7" y="2056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96" name="Google Shape;996;p13"/>
          <p:cNvGrpSpPr/>
          <p:nvPr/>
        </p:nvGrpSpPr>
        <p:grpSpPr>
          <a:xfrm rot="-5400000">
            <a:off x="-148234" y="322631"/>
            <a:ext cx="883262" cy="242091"/>
            <a:chOff x="2300350" y="2601250"/>
            <a:chExt cx="2275275" cy="623625"/>
          </a:xfrm>
        </p:grpSpPr>
        <p:sp>
          <p:nvSpPr>
            <p:cNvPr id="997" name="Google Shape;997;p13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13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13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13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13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13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03" name="Google Shape;1003;p13"/>
          <p:cNvSpPr/>
          <p:nvPr/>
        </p:nvSpPr>
        <p:spPr>
          <a:xfrm rot="5400000" flipH="1">
            <a:off x="8216276" y="-335305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04" name="Google Shape;1004;p13"/>
          <p:cNvGrpSpPr/>
          <p:nvPr/>
        </p:nvGrpSpPr>
        <p:grpSpPr>
          <a:xfrm>
            <a:off x="-256008" y="4796266"/>
            <a:ext cx="1105976" cy="133969"/>
            <a:chOff x="8183182" y="663852"/>
            <a:chExt cx="1475028" cy="178673"/>
          </a:xfrm>
        </p:grpSpPr>
        <p:grpSp>
          <p:nvGrpSpPr>
            <p:cNvPr id="1005" name="Google Shape;1005;p13"/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1006" name="Google Shape;1006;p13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" name="Google Shape;1007;p13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Google Shape;1008;p13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Google Shape;1009;p13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Google Shape;1010;p13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Google Shape;1011;p13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Google Shape;1012;p13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Google Shape;1013;p13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Google Shape;1014;p13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" name="Google Shape;1015;p13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6" name="Google Shape;1016;p13"/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1017" name="Google Shape;1017;p13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Google Shape;1018;p13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Google Shape;1019;p13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Google Shape;1020;p13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Google Shape;1021;p13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2" name="Google Shape;1022;p13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3" name="Google Shape;1023;p13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" name="Google Shape;1024;p13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5" name="Google Shape;1025;p13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6" name="Google Shape;1026;p13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027" name="Google Shape;1027;p13"/>
          <p:cNvGrpSpPr/>
          <p:nvPr/>
        </p:nvGrpSpPr>
        <p:grpSpPr>
          <a:xfrm>
            <a:off x="8290084" y="239916"/>
            <a:ext cx="1105976" cy="133969"/>
            <a:chOff x="8183182" y="663852"/>
            <a:chExt cx="1475028" cy="178673"/>
          </a:xfrm>
        </p:grpSpPr>
        <p:grpSp>
          <p:nvGrpSpPr>
            <p:cNvPr id="1028" name="Google Shape;1028;p13"/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1029" name="Google Shape;1029;p13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" name="Google Shape;1030;p13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" name="Google Shape;1031;p13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" name="Google Shape;1032;p13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" name="Google Shape;1033;p13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" name="Google Shape;1034;p13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5" name="Google Shape;1035;p13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6" name="Google Shape;1036;p13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7" name="Google Shape;1037;p13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8" name="Google Shape;1038;p13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39" name="Google Shape;1039;p13"/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1040" name="Google Shape;1040;p13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Google Shape;1041;p13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2" name="Google Shape;1042;p13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3" name="Google Shape;1043;p13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Google Shape;1044;p13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5" name="Google Shape;1045;p13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6" name="Google Shape;1046;p13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Google Shape;1047;p13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8" name="Google Shape;1048;p13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9" name="Google Shape;1049;p13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050" name="Google Shape;1050;p13"/>
          <p:cNvGrpSpPr/>
          <p:nvPr/>
        </p:nvGrpSpPr>
        <p:grpSpPr>
          <a:xfrm rot="5400000">
            <a:off x="8428614" y="2891627"/>
            <a:ext cx="883262" cy="242091"/>
            <a:chOff x="2300350" y="2601250"/>
            <a:chExt cx="2275275" cy="623625"/>
          </a:xfrm>
        </p:grpSpPr>
        <p:sp>
          <p:nvSpPr>
            <p:cNvPr id="1051" name="Google Shape;1051;p13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13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13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13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13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13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7" name="Google Shape;1057;p13"/>
          <p:cNvGrpSpPr/>
          <p:nvPr/>
        </p:nvGrpSpPr>
        <p:grpSpPr>
          <a:xfrm>
            <a:off x="1634157" y="-107958"/>
            <a:ext cx="1520982" cy="302065"/>
            <a:chOff x="5642557" y="-150670"/>
            <a:chExt cx="1520982" cy="302065"/>
          </a:xfrm>
        </p:grpSpPr>
        <p:sp>
          <p:nvSpPr>
            <p:cNvPr id="1058" name="Google Shape;1058;p13"/>
            <p:cNvSpPr/>
            <p:nvPr/>
          </p:nvSpPr>
          <p:spPr>
            <a:xfrm>
              <a:off x="5736006" y="-104304"/>
              <a:ext cx="1335611" cy="209364"/>
            </a:xfrm>
            <a:custGeom>
              <a:avLst/>
              <a:gdLst/>
              <a:ahLst/>
              <a:cxnLst/>
              <a:rect l="l" t="t" r="r" b="b"/>
              <a:pathLst>
                <a:path w="42863" h="6719" fill="none" extrusionOk="0">
                  <a:moveTo>
                    <a:pt x="1" y="0"/>
                  </a:moveTo>
                  <a:lnTo>
                    <a:pt x="19064" y="0"/>
                  </a:lnTo>
                  <a:lnTo>
                    <a:pt x="25782" y="6718"/>
                  </a:lnTo>
                  <a:lnTo>
                    <a:pt x="42862" y="6718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13"/>
            <p:cNvSpPr/>
            <p:nvPr/>
          </p:nvSpPr>
          <p:spPr>
            <a:xfrm>
              <a:off x="7071586" y="59442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2950" y="1463"/>
                  </a:moveTo>
                  <a:cubicBezTo>
                    <a:pt x="2950" y="2281"/>
                    <a:pt x="2281" y="2951"/>
                    <a:pt x="1463" y="2951"/>
                  </a:cubicBezTo>
                  <a:cubicBezTo>
                    <a:pt x="645" y="2951"/>
                    <a:pt x="0" y="2281"/>
                    <a:pt x="0" y="1463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13"/>
            <p:cNvSpPr/>
            <p:nvPr/>
          </p:nvSpPr>
          <p:spPr>
            <a:xfrm>
              <a:off x="7095517" y="84152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5" y="1"/>
                  </a:moveTo>
                  <a:cubicBezTo>
                    <a:pt x="323" y="1"/>
                    <a:pt x="1" y="298"/>
                    <a:pt x="1" y="670"/>
                  </a:cubicBezTo>
                  <a:cubicBezTo>
                    <a:pt x="1" y="1067"/>
                    <a:pt x="323" y="1364"/>
                    <a:pt x="695" y="1364"/>
                  </a:cubicBezTo>
                  <a:cubicBezTo>
                    <a:pt x="1091" y="1364"/>
                    <a:pt x="1389" y="1067"/>
                    <a:pt x="1389" y="670"/>
                  </a:cubicBezTo>
                  <a:cubicBezTo>
                    <a:pt x="1389" y="298"/>
                    <a:pt x="1091" y="1"/>
                    <a:pt x="69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13"/>
            <p:cNvSpPr/>
            <p:nvPr/>
          </p:nvSpPr>
          <p:spPr>
            <a:xfrm>
              <a:off x="5642557" y="-150670"/>
              <a:ext cx="91953" cy="92732"/>
            </a:xfrm>
            <a:custGeom>
              <a:avLst/>
              <a:gdLst/>
              <a:ahLst/>
              <a:cxnLst/>
              <a:rect l="l" t="t" r="r" b="b"/>
              <a:pathLst>
                <a:path w="2951" h="2976" fill="none" extrusionOk="0">
                  <a:moveTo>
                    <a:pt x="2950" y="1488"/>
                  </a:moveTo>
                  <a:cubicBezTo>
                    <a:pt x="2950" y="2306"/>
                    <a:pt x="2281" y="2976"/>
                    <a:pt x="1463" y="2976"/>
                  </a:cubicBezTo>
                  <a:cubicBezTo>
                    <a:pt x="645" y="2976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13"/>
            <p:cNvSpPr/>
            <p:nvPr/>
          </p:nvSpPr>
          <p:spPr>
            <a:xfrm>
              <a:off x="5666488" y="-125929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322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2" y="1388"/>
                    <a:pt x="1389" y="1066"/>
                    <a:pt x="1389" y="694"/>
                  </a:cubicBezTo>
                  <a:cubicBezTo>
                    <a:pt x="1389" y="322"/>
                    <a:pt x="1092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BLANK_9">
    <p:spTree>
      <p:nvGrpSpPr>
        <p:cNvPr id="1" name="Shape 1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04" name="Google Shape;1304;p17"/>
          <p:cNvGrpSpPr/>
          <p:nvPr/>
        </p:nvGrpSpPr>
        <p:grpSpPr>
          <a:xfrm>
            <a:off x="-24" y="-27"/>
            <a:ext cx="9143711" cy="5143338"/>
            <a:chOff x="597550" y="708125"/>
            <a:chExt cx="6449225" cy="4193850"/>
          </a:xfrm>
        </p:grpSpPr>
        <p:sp>
          <p:nvSpPr>
            <p:cNvPr id="1305" name="Google Shape;1305;p17"/>
            <p:cNvSpPr/>
            <p:nvPr/>
          </p:nvSpPr>
          <p:spPr>
            <a:xfrm>
              <a:off x="597550" y="4893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17"/>
            <p:cNvSpPr/>
            <p:nvPr/>
          </p:nvSpPr>
          <p:spPr>
            <a:xfrm>
              <a:off x="597550" y="4780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17"/>
            <p:cNvSpPr/>
            <p:nvPr/>
          </p:nvSpPr>
          <p:spPr>
            <a:xfrm>
              <a:off x="597550" y="46671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17"/>
            <p:cNvSpPr/>
            <p:nvPr/>
          </p:nvSpPr>
          <p:spPr>
            <a:xfrm>
              <a:off x="597550" y="4553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17"/>
            <p:cNvSpPr/>
            <p:nvPr/>
          </p:nvSpPr>
          <p:spPr>
            <a:xfrm>
              <a:off x="597550" y="4441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17"/>
            <p:cNvSpPr/>
            <p:nvPr/>
          </p:nvSpPr>
          <p:spPr>
            <a:xfrm>
              <a:off x="597550" y="4328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17"/>
            <p:cNvSpPr/>
            <p:nvPr/>
          </p:nvSpPr>
          <p:spPr>
            <a:xfrm>
              <a:off x="597550" y="42150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17"/>
            <p:cNvSpPr/>
            <p:nvPr/>
          </p:nvSpPr>
          <p:spPr>
            <a:xfrm>
              <a:off x="597550" y="4101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17"/>
            <p:cNvSpPr/>
            <p:nvPr/>
          </p:nvSpPr>
          <p:spPr>
            <a:xfrm>
              <a:off x="597550" y="3988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17"/>
            <p:cNvSpPr/>
            <p:nvPr/>
          </p:nvSpPr>
          <p:spPr>
            <a:xfrm>
              <a:off x="597550" y="3875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17"/>
            <p:cNvSpPr/>
            <p:nvPr/>
          </p:nvSpPr>
          <p:spPr>
            <a:xfrm>
              <a:off x="597550" y="3762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17"/>
            <p:cNvSpPr/>
            <p:nvPr/>
          </p:nvSpPr>
          <p:spPr>
            <a:xfrm>
              <a:off x="597550" y="36496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17"/>
            <p:cNvSpPr/>
            <p:nvPr/>
          </p:nvSpPr>
          <p:spPr>
            <a:xfrm>
              <a:off x="597550" y="35364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17"/>
            <p:cNvSpPr/>
            <p:nvPr/>
          </p:nvSpPr>
          <p:spPr>
            <a:xfrm>
              <a:off x="597550" y="34232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17"/>
            <p:cNvSpPr/>
            <p:nvPr/>
          </p:nvSpPr>
          <p:spPr>
            <a:xfrm>
              <a:off x="597550" y="33100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17"/>
            <p:cNvSpPr/>
            <p:nvPr/>
          </p:nvSpPr>
          <p:spPr>
            <a:xfrm>
              <a:off x="597550" y="31967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17"/>
            <p:cNvSpPr/>
            <p:nvPr/>
          </p:nvSpPr>
          <p:spPr>
            <a:xfrm>
              <a:off x="597550" y="30835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17"/>
            <p:cNvSpPr/>
            <p:nvPr/>
          </p:nvSpPr>
          <p:spPr>
            <a:xfrm>
              <a:off x="597550" y="29703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17"/>
            <p:cNvSpPr/>
            <p:nvPr/>
          </p:nvSpPr>
          <p:spPr>
            <a:xfrm>
              <a:off x="597550" y="28578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17"/>
            <p:cNvSpPr/>
            <p:nvPr/>
          </p:nvSpPr>
          <p:spPr>
            <a:xfrm>
              <a:off x="597550" y="27446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17"/>
            <p:cNvSpPr/>
            <p:nvPr/>
          </p:nvSpPr>
          <p:spPr>
            <a:xfrm>
              <a:off x="597550" y="263140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17"/>
            <p:cNvSpPr/>
            <p:nvPr/>
          </p:nvSpPr>
          <p:spPr>
            <a:xfrm>
              <a:off x="597550" y="251817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17"/>
            <p:cNvSpPr/>
            <p:nvPr/>
          </p:nvSpPr>
          <p:spPr>
            <a:xfrm>
              <a:off x="597550" y="24049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17"/>
            <p:cNvSpPr/>
            <p:nvPr/>
          </p:nvSpPr>
          <p:spPr>
            <a:xfrm>
              <a:off x="597550" y="22917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17"/>
            <p:cNvSpPr/>
            <p:nvPr/>
          </p:nvSpPr>
          <p:spPr>
            <a:xfrm>
              <a:off x="597550" y="21792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Google Shape;1330;p17"/>
            <p:cNvSpPr/>
            <p:nvPr/>
          </p:nvSpPr>
          <p:spPr>
            <a:xfrm>
              <a:off x="597550" y="20660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Google Shape;1331;p17"/>
            <p:cNvSpPr/>
            <p:nvPr/>
          </p:nvSpPr>
          <p:spPr>
            <a:xfrm>
              <a:off x="597550" y="19528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Google Shape;1332;p17"/>
            <p:cNvSpPr/>
            <p:nvPr/>
          </p:nvSpPr>
          <p:spPr>
            <a:xfrm>
              <a:off x="597550" y="1839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Google Shape;1333;p17"/>
            <p:cNvSpPr/>
            <p:nvPr/>
          </p:nvSpPr>
          <p:spPr>
            <a:xfrm>
              <a:off x="597550" y="1726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Google Shape;1334;p17"/>
            <p:cNvSpPr/>
            <p:nvPr/>
          </p:nvSpPr>
          <p:spPr>
            <a:xfrm>
              <a:off x="597550" y="16131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Google Shape;1335;p17"/>
            <p:cNvSpPr/>
            <p:nvPr/>
          </p:nvSpPr>
          <p:spPr>
            <a:xfrm>
              <a:off x="597550" y="1499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Google Shape;1336;p17"/>
            <p:cNvSpPr/>
            <p:nvPr/>
          </p:nvSpPr>
          <p:spPr>
            <a:xfrm>
              <a:off x="597550" y="1387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Google Shape;1337;p17"/>
            <p:cNvSpPr/>
            <p:nvPr/>
          </p:nvSpPr>
          <p:spPr>
            <a:xfrm>
              <a:off x="597550" y="1274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Google Shape;1338;p17"/>
            <p:cNvSpPr/>
            <p:nvPr/>
          </p:nvSpPr>
          <p:spPr>
            <a:xfrm>
              <a:off x="597550" y="11610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Google Shape;1339;p17"/>
            <p:cNvSpPr/>
            <p:nvPr/>
          </p:nvSpPr>
          <p:spPr>
            <a:xfrm>
              <a:off x="597550" y="1047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Google Shape;1340;p17"/>
            <p:cNvSpPr/>
            <p:nvPr/>
          </p:nvSpPr>
          <p:spPr>
            <a:xfrm>
              <a:off x="597550" y="934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Google Shape;1341;p17"/>
            <p:cNvSpPr/>
            <p:nvPr/>
          </p:nvSpPr>
          <p:spPr>
            <a:xfrm>
              <a:off x="597550" y="821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Google Shape;1342;p17"/>
            <p:cNvSpPr/>
            <p:nvPr/>
          </p:nvSpPr>
          <p:spPr>
            <a:xfrm>
              <a:off x="597550" y="708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43" name="Google Shape;1343;p17"/>
          <p:cNvSpPr txBox="1">
            <a:spLocks noGrp="1"/>
          </p:cNvSpPr>
          <p:nvPr>
            <p:ph type="title"/>
          </p:nvPr>
        </p:nvSpPr>
        <p:spPr>
          <a:xfrm>
            <a:off x="713100" y="1088819"/>
            <a:ext cx="4401600" cy="1198800"/>
          </a:xfrm>
          <a:prstGeom prst="rect">
            <a:avLst/>
          </a:prstGeom>
          <a:effectLst>
            <a:outerShdw blurRad="157163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344" name="Google Shape;1344;p17"/>
          <p:cNvSpPr txBox="1">
            <a:spLocks noGrp="1"/>
          </p:cNvSpPr>
          <p:nvPr>
            <p:ph type="subTitle" idx="1"/>
          </p:nvPr>
        </p:nvSpPr>
        <p:spPr>
          <a:xfrm>
            <a:off x="713100" y="2357881"/>
            <a:ext cx="4401600" cy="16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345" name="Google Shape;1345;p17"/>
          <p:cNvGrpSpPr/>
          <p:nvPr/>
        </p:nvGrpSpPr>
        <p:grpSpPr>
          <a:xfrm>
            <a:off x="8137507" y="-109362"/>
            <a:ext cx="586800" cy="1284435"/>
            <a:chOff x="8137507" y="-109362"/>
            <a:chExt cx="586800" cy="1284435"/>
          </a:xfrm>
        </p:grpSpPr>
        <p:sp>
          <p:nvSpPr>
            <p:cNvPr id="1346" name="Google Shape;1346;p17"/>
            <p:cNvSpPr/>
            <p:nvPr/>
          </p:nvSpPr>
          <p:spPr>
            <a:xfrm>
              <a:off x="8137507" y="-109352"/>
              <a:ext cx="586800" cy="1284425"/>
            </a:xfrm>
            <a:prstGeom prst="flowChartOffpageConnector">
              <a:avLst/>
            </a:prstGeom>
            <a:gradFill>
              <a:gsLst>
                <a:gs pos="0">
                  <a:schemeClr val="accent4"/>
                </a:gs>
                <a:gs pos="100000">
                  <a:schemeClr val="lt2"/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47" name="Google Shape;1347;p17"/>
            <p:cNvGrpSpPr/>
            <p:nvPr/>
          </p:nvGrpSpPr>
          <p:grpSpPr>
            <a:xfrm rot="-5400000">
              <a:off x="7989266" y="211224"/>
              <a:ext cx="883262" cy="242091"/>
              <a:chOff x="2300350" y="2601250"/>
              <a:chExt cx="2275275" cy="623625"/>
            </a:xfrm>
          </p:grpSpPr>
          <p:sp>
            <p:nvSpPr>
              <p:cNvPr id="1348" name="Google Shape;1348;p17"/>
              <p:cNvSpPr/>
              <p:nvPr/>
            </p:nvSpPr>
            <p:spPr>
              <a:xfrm>
                <a:off x="2300350" y="2601250"/>
                <a:ext cx="392100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684" h="24945" extrusionOk="0">
                    <a:moveTo>
                      <a:pt x="12720" y="0"/>
                    </a:moveTo>
                    <a:cubicBezTo>
                      <a:pt x="13337" y="0"/>
                      <a:pt x="14078" y="247"/>
                      <a:pt x="14572" y="741"/>
                    </a:cubicBezTo>
                    <a:cubicBezTo>
                      <a:pt x="15684" y="1852"/>
                      <a:pt x="15684" y="3581"/>
                      <a:pt x="14572" y="4569"/>
                    </a:cubicBezTo>
                    <a:lnTo>
                      <a:pt x="6792" y="12349"/>
                    </a:lnTo>
                    <a:lnTo>
                      <a:pt x="14572" y="20128"/>
                    </a:lnTo>
                    <a:cubicBezTo>
                      <a:pt x="15684" y="21240"/>
                      <a:pt x="15684" y="22845"/>
                      <a:pt x="14572" y="23957"/>
                    </a:cubicBezTo>
                    <a:cubicBezTo>
                      <a:pt x="13584" y="24944"/>
                      <a:pt x="11855" y="24944"/>
                      <a:pt x="10744" y="23957"/>
                    </a:cubicBezTo>
                    <a:lnTo>
                      <a:pt x="1112" y="14325"/>
                    </a:lnTo>
                    <a:cubicBezTo>
                      <a:pt x="1" y="13213"/>
                      <a:pt x="1" y="11484"/>
                      <a:pt x="1112" y="10496"/>
                    </a:cubicBezTo>
                    <a:lnTo>
                      <a:pt x="10744" y="741"/>
                    </a:lnTo>
                    <a:cubicBezTo>
                      <a:pt x="11361" y="247"/>
                      <a:pt x="11979" y="0"/>
                      <a:pt x="1272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Google Shape;1349;p17"/>
              <p:cNvSpPr/>
              <p:nvPr/>
            </p:nvSpPr>
            <p:spPr>
              <a:xfrm>
                <a:off x="2680075" y="2601250"/>
                <a:ext cx="389025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561" h="24945" extrusionOk="0">
                    <a:moveTo>
                      <a:pt x="12596" y="0"/>
                    </a:moveTo>
                    <a:cubicBezTo>
                      <a:pt x="13337" y="0"/>
                      <a:pt x="13955" y="247"/>
                      <a:pt x="14449" y="741"/>
                    </a:cubicBezTo>
                    <a:cubicBezTo>
                      <a:pt x="15560" y="1852"/>
                      <a:pt x="15560" y="3581"/>
                      <a:pt x="14449" y="4569"/>
                    </a:cubicBezTo>
                    <a:lnTo>
                      <a:pt x="6669" y="12349"/>
                    </a:lnTo>
                    <a:lnTo>
                      <a:pt x="14449" y="20128"/>
                    </a:lnTo>
                    <a:cubicBezTo>
                      <a:pt x="15560" y="21240"/>
                      <a:pt x="15560" y="22845"/>
                      <a:pt x="14449" y="23957"/>
                    </a:cubicBezTo>
                    <a:cubicBezTo>
                      <a:pt x="13461" y="24944"/>
                      <a:pt x="11732" y="24944"/>
                      <a:pt x="10621" y="23957"/>
                    </a:cubicBezTo>
                    <a:lnTo>
                      <a:pt x="988" y="14325"/>
                    </a:lnTo>
                    <a:cubicBezTo>
                      <a:pt x="1" y="13213"/>
                      <a:pt x="1" y="11484"/>
                      <a:pt x="988" y="10496"/>
                    </a:cubicBezTo>
                    <a:lnTo>
                      <a:pt x="10621" y="741"/>
                    </a:lnTo>
                    <a:cubicBezTo>
                      <a:pt x="11238" y="247"/>
                      <a:pt x="11855" y="0"/>
                      <a:pt x="125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Google Shape;1350;p17"/>
              <p:cNvSpPr/>
              <p:nvPr/>
            </p:nvSpPr>
            <p:spPr>
              <a:xfrm>
                <a:off x="3056725" y="2601250"/>
                <a:ext cx="389000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560" h="24945" extrusionOk="0">
                    <a:moveTo>
                      <a:pt x="12596" y="0"/>
                    </a:moveTo>
                    <a:cubicBezTo>
                      <a:pt x="13337" y="0"/>
                      <a:pt x="13954" y="247"/>
                      <a:pt x="14448" y="741"/>
                    </a:cubicBezTo>
                    <a:cubicBezTo>
                      <a:pt x="15559" y="1852"/>
                      <a:pt x="15559" y="3581"/>
                      <a:pt x="14448" y="4569"/>
                    </a:cubicBezTo>
                    <a:lnTo>
                      <a:pt x="6792" y="12349"/>
                    </a:lnTo>
                    <a:lnTo>
                      <a:pt x="14448" y="20128"/>
                    </a:lnTo>
                    <a:cubicBezTo>
                      <a:pt x="15559" y="21240"/>
                      <a:pt x="15559" y="22845"/>
                      <a:pt x="14448" y="23957"/>
                    </a:cubicBezTo>
                    <a:cubicBezTo>
                      <a:pt x="13460" y="24944"/>
                      <a:pt x="11731" y="24944"/>
                      <a:pt x="10743" y="23957"/>
                    </a:cubicBezTo>
                    <a:lnTo>
                      <a:pt x="988" y="14325"/>
                    </a:lnTo>
                    <a:cubicBezTo>
                      <a:pt x="0" y="13213"/>
                      <a:pt x="0" y="11484"/>
                      <a:pt x="988" y="10496"/>
                    </a:cubicBezTo>
                    <a:lnTo>
                      <a:pt x="10743" y="741"/>
                    </a:lnTo>
                    <a:cubicBezTo>
                      <a:pt x="11237" y="247"/>
                      <a:pt x="11855" y="0"/>
                      <a:pt x="125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17"/>
              <p:cNvSpPr/>
              <p:nvPr/>
            </p:nvSpPr>
            <p:spPr>
              <a:xfrm>
                <a:off x="3433350" y="2601250"/>
                <a:ext cx="389000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560" h="24945" extrusionOk="0">
                    <a:moveTo>
                      <a:pt x="12596" y="0"/>
                    </a:moveTo>
                    <a:cubicBezTo>
                      <a:pt x="13337" y="0"/>
                      <a:pt x="13955" y="247"/>
                      <a:pt x="14572" y="741"/>
                    </a:cubicBezTo>
                    <a:cubicBezTo>
                      <a:pt x="15560" y="1852"/>
                      <a:pt x="15560" y="3581"/>
                      <a:pt x="14572" y="4569"/>
                    </a:cubicBezTo>
                    <a:lnTo>
                      <a:pt x="6792" y="12349"/>
                    </a:lnTo>
                    <a:lnTo>
                      <a:pt x="14572" y="20128"/>
                    </a:lnTo>
                    <a:cubicBezTo>
                      <a:pt x="15560" y="21240"/>
                      <a:pt x="15560" y="22845"/>
                      <a:pt x="14572" y="23957"/>
                    </a:cubicBezTo>
                    <a:cubicBezTo>
                      <a:pt x="13461" y="24944"/>
                      <a:pt x="11732" y="24944"/>
                      <a:pt x="10744" y="23957"/>
                    </a:cubicBezTo>
                    <a:lnTo>
                      <a:pt x="988" y="14325"/>
                    </a:lnTo>
                    <a:cubicBezTo>
                      <a:pt x="1" y="13213"/>
                      <a:pt x="1" y="11484"/>
                      <a:pt x="988" y="10496"/>
                    </a:cubicBezTo>
                    <a:lnTo>
                      <a:pt x="10744" y="741"/>
                    </a:lnTo>
                    <a:cubicBezTo>
                      <a:pt x="11238" y="247"/>
                      <a:pt x="11979" y="0"/>
                      <a:pt x="125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17"/>
              <p:cNvSpPr/>
              <p:nvPr/>
            </p:nvSpPr>
            <p:spPr>
              <a:xfrm>
                <a:off x="3810000" y="2601250"/>
                <a:ext cx="389000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560" h="24945" extrusionOk="0">
                    <a:moveTo>
                      <a:pt x="12596" y="0"/>
                    </a:moveTo>
                    <a:cubicBezTo>
                      <a:pt x="13337" y="0"/>
                      <a:pt x="13954" y="247"/>
                      <a:pt x="14572" y="741"/>
                    </a:cubicBezTo>
                    <a:cubicBezTo>
                      <a:pt x="15559" y="1852"/>
                      <a:pt x="15559" y="3581"/>
                      <a:pt x="14572" y="4569"/>
                    </a:cubicBezTo>
                    <a:lnTo>
                      <a:pt x="6792" y="12349"/>
                    </a:lnTo>
                    <a:lnTo>
                      <a:pt x="14572" y="20128"/>
                    </a:lnTo>
                    <a:cubicBezTo>
                      <a:pt x="15559" y="21240"/>
                      <a:pt x="15559" y="22845"/>
                      <a:pt x="14572" y="23957"/>
                    </a:cubicBezTo>
                    <a:cubicBezTo>
                      <a:pt x="13460" y="24944"/>
                      <a:pt x="11731" y="24944"/>
                      <a:pt x="10743" y="23957"/>
                    </a:cubicBezTo>
                    <a:lnTo>
                      <a:pt x="988" y="14325"/>
                    </a:lnTo>
                    <a:cubicBezTo>
                      <a:pt x="0" y="13213"/>
                      <a:pt x="0" y="11484"/>
                      <a:pt x="988" y="10496"/>
                    </a:cubicBezTo>
                    <a:lnTo>
                      <a:pt x="10743" y="741"/>
                    </a:lnTo>
                    <a:cubicBezTo>
                      <a:pt x="11237" y="247"/>
                      <a:pt x="11978" y="0"/>
                      <a:pt x="125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17"/>
              <p:cNvSpPr/>
              <p:nvPr/>
            </p:nvSpPr>
            <p:spPr>
              <a:xfrm>
                <a:off x="4186625" y="2601250"/>
                <a:ext cx="389000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560" h="24945" extrusionOk="0">
                    <a:moveTo>
                      <a:pt x="12596" y="0"/>
                    </a:moveTo>
                    <a:cubicBezTo>
                      <a:pt x="13337" y="0"/>
                      <a:pt x="13955" y="247"/>
                      <a:pt x="14572" y="741"/>
                    </a:cubicBezTo>
                    <a:cubicBezTo>
                      <a:pt x="15560" y="1852"/>
                      <a:pt x="15560" y="3581"/>
                      <a:pt x="14572" y="4569"/>
                    </a:cubicBezTo>
                    <a:lnTo>
                      <a:pt x="6792" y="12349"/>
                    </a:lnTo>
                    <a:lnTo>
                      <a:pt x="14572" y="20128"/>
                    </a:lnTo>
                    <a:cubicBezTo>
                      <a:pt x="15560" y="21240"/>
                      <a:pt x="15560" y="22845"/>
                      <a:pt x="14572" y="23957"/>
                    </a:cubicBezTo>
                    <a:cubicBezTo>
                      <a:pt x="13461" y="24944"/>
                      <a:pt x="11732" y="24944"/>
                      <a:pt x="10744" y="23957"/>
                    </a:cubicBezTo>
                    <a:lnTo>
                      <a:pt x="988" y="14325"/>
                    </a:lnTo>
                    <a:cubicBezTo>
                      <a:pt x="0" y="13213"/>
                      <a:pt x="0" y="11484"/>
                      <a:pt x="988" y="10496"/>
                    </a:cubicBezTo>
                    <a:lnTo>
                      <a:pt x="10744" y="741"/>
                    </a:lnTo>
                    <a:cubicBezTo>
                      <a:pt x="11238" y="247"/>
                      <a:pt x="11979" y="0"/>
                      <a:pt x="125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54" name="Google Shape;1354;p17"/>
          <p:cNvGrpSpPr/>
          <p:nvPr/>
        </p:nvGrpSpPr>
        <p:grpSpPr>
          <a:xfrm>
            <a:off x="2517607" y="-116370"/>
            <a:ext cx="1520982" cy="302065"/>
            <a:chOff x="5642557" y="-150670"/>
            <a:chExt cx="1520982" cy="302065"/>
          </a:xfrm>
        </p:grpSpPr>
        <p:sp>
          <p:nvSpPr>
            <p:cNvPr id="1355" name="Google Shape;1355;p17"/>
            <p:cNvSpPr/>
            <p:nvPr/>
          </p:nvSpPr>
          <p:spPr>
            <a:xfrm>
              <a:off x="5736006" y="-104304"/>
              <a:ext cx="1335611" cy="209364"/>
            </a:xfrm>
            <a:custGeom>
              <a:avLst/>
              <a:gdLst/>
              <a:ahLst/>
              <a:cxnLst/>
              <a:rect l="l" t="t" r="r" b="b"/>
              <a:pathLst>
                <a:path w="42863" h="6719" fill="none" extrusionOk="0">
                  <a:moveTo>
                    <a:pt x="1" y="0"/>
                  </a:moveTo>
                  <a:lnTo>
                    <a:pt x="19064" y="0"/>
                  </a:lnTo>
                  <a:lnTo>
                    <a:pt x="25782" y="6718"/>
                  </a:lnTo>
                  <a:lnTo>
                    <a:pt x="42862" y="6718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Google Shape;1356;p17"/>
            <p:cNvSpPr/>
            <p:nvPr/>
          </p:nvSpPr>
          <p:spPr>
            <a:xfrm>
              <a:off x="7071586" y="59442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2950" y="1463"/>
                  </a:moveTo>
                  <a:cubicBezTo>
                    <a:pt x="2950" y="2281"/>
                    <a:pt x="2281" y="2951"/>
                    <a:pt x="1463" y="2951"/>
                  </a:cubicBezTo>
                  <a:cubicBezTo>
                    <a:pt x="645" y="2951"/>
                    <a:pt x="0" y="2281"/>
                    <a:pt x="0" y="1463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Google Shape;1357;p17"/>
            <p:cNvSpPr/>
            <p:nvPr/>
          </p:nvSpPr>
          <p:spPr>
            <a:xfrm>
              <a:off x="7095517" y="84152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5" y="1"/>
                  </a:moveTo>
                  <a:cubicBezTo>
                    <a:pt x="323" y="1"/>
                    <a:pt x="1" y="298"/>
                    <a:pt x="1" y="670"/>
                  </a:cubicBezTo>
                  <a:cubicBezTo>
                    <a:pt x="1" y="1067"/>
                    <a:pt x="323" y="1364"/>
                    <a:pt x="695" y="1364"/>
                  </a:cubicBezTo>
                  <a:cubicBezTo>
                    <a:pt x="1091" y="1364"/>
                    <a:pt x="1389" y="1067"/>
                    <a:pt x="1389" y="670"/>
                  </a:cubicBezTo>
                  <a:cubicBezTo>
                    <a:pt x="1389" y="298"/>
                    <a:pt x="1091" y="1"/>
                    <a:pt x="69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Google Shape;1358;p17"/>
            <p:cNvSpPr/>
            <p:nvPr/>
          </p:nvSpPr>
          <p:spPr>
            <a:xfrm>
              <a:off x="5642557" y="-150670"/>
              <a:ext cx="91953" cy="92732"/>
            </a:xfrm>
            <a:custGeom>
              <a:avLst/>
              <a:gdLst/>
              <a:ahLst/>
              <a:cxnLst/>
              <a:rect l="l" t="t" r="r" b="b"/>
              <a:pathLst>
                <a:path w="2951" h="2976" fill="none" extrusionOk="0">
                  <a:moveTo>
                    <a:pt x="2950" y="1488"/>
                  </a:moveTo>
                  <a:cubicBezTo>
                    <a:pt x="2950" y="2306"/>
                    <a:pt x="2281" y="2976"/>
                    <a:pt x="1463" y="2976"/>
                  </a:cubicBezTo>
                  <a:cubicBezTo>
                    <a:pt x="645" y="2976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Google Shape;1359;p17"/>
            <p:cNvSpPr/>
            <p:nvPr/>
          </p:nvSpPr>
          <p:spPr>
            <a:xfrm>
              <a:off x="5666488" y="-125929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322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2" y="1388"/>
                    <a:pt x="1389" y="1066"/>
                    <a:pt x="1389" y="694"/>
                  </a:cubicBezTo>
                  <a:cubicBezTo>
                    <a:pt x="1389" y="322"/>
                    <a:pt x="1092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60" name="Google Shape;1360;p17"/>
          <p:cNvSpPr/>
          <p:nvPr/>
        </p:nvSpPr>
        <p:spPr>
          <a:xfrm rot="-5400000">
            <a:off x="341629" y="-348811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61" name="Google Shape;1361;p17"/>
          <p:cNvGrpSpPr/>
          <p:nvPr/>
        </p:nvGrpSpPr>
        <p:grpSpPr>
          <a:xfrm>
            <a:off x="4913901" y="675155"/>
            <a:ext cx="1252897" cy="51000"/>
            <a:chOff x="2915381" y="4104819"/>
            <a:chExt cx="1252897" cy="51000"/>
          </a:xfrm>
        </p:grpSpPr>
        <p:sp>
          <p:nvSpPr>
            <p:cNvPr id="1362" name="Google Shape;1362;p17"/>
            <p:cNvSpPr/>
            <p:nvPr/>
          </p:nvSpPr>
          <p:spPr>
            <a:xfrm>
              <a:off x="2915381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Google Shape;1363;p17"/>
            <p:cNvSpPr/>
            <p:nvPr/>
          </p:nvSpPr>
          <p:spPr>
            <a:xfrm>
              <a:off x="3007850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Google Shape;1364;p17"/>
            <p:cNvSpPr/>
            <p:nvPr/>
          </p:nvSpPr>
          <p:spPr>
            <a:xfrm>
              <a:off x="3100319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Google Shape;1365;p17"/>
            <p:cNvSpPr/>
            <p:nvPr/>
          </p:nvSpPr>
          <p:spPr>
            <a:xfrm>
              <a:off x="3192788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Google Shape;1366;p17"/>
            <p:cNvSpPr/>
            <p:nvPr/>
          </p:nvSpPr>
          <p:spPr>
            <a:xfrm>
              <a:off x="328525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Google Shape;1367;p17"/>
            <p:cNvSpPr/>
            <p:nvPr/>
          </p:nvSpPr>
          <p:spPr>
            <a:xfrm>
              <a:off x="3377726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Google Shape;1368;p17"/>
            <p:cNvSpPr/>
            <p:nvPr/>
          </p:nvSpPr>
          <p:spPr>
            <a:xfrm>
              <a:off x="3470195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Google Shape;1369;p17"/>
            <p:cNvSpPr/>
            <p:nvPr/>
          </p:nvSpPr>
          <p:spPr>
            <a:xfrm>
              <a:off x="3562664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Google Shape;1370;p17"/>
            <p:cNvSpPr/>
            <p:nvPr/>
          </p:nvSpPr>
          <p:spPr>
            <a:xfrm>
              <a:off x="3655133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Google Shape;1371;p17"/>
            <p:cNvSpPr/>
            <p:nvPr/>
          </p:nvSpPr>
          <p:spPr>
            <a:xfrm>
              <a:off x="3747602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Google Shape;1372;p17"/>
            <p:cNvSpPr/>
            <p:nvPr/>
          </p:nvSpPr>
          <p:spPr>
            <a:xfrm>
              <a:off x="38400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Google Shape;1373;p17"/>
            <p:cNvSpPr/>
            <p:nvPr/>
          </p:nvSpPr>
          <p:spPr>
            <a:xfrm>
              <a:off x="39324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Google Shape;1374;p17"/>
            <p:cNvSpPr/>
            <p:nvPr/>
          </p:nvSpPr>
          <p:spPr>
            <a:xfrm>
              <a:off x="40248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Google Shape;1375;p17"/>
            <p:cNvSpPr/>
            <p:nvPr/>
          </p:nvSpPr>
          <p:spPr>
            <a:xfrm>
              <a:off x="41172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76" name="Google Shape;1376;p17"/>
          <p:cNvSpPr/>
          <p:nvPr/>
        </p:nvSpPr>
        <p:spPr>
          <a:xfrm rot="5400000">
            <a:off x="8208387" y="4204126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7" name="Google Shape;1377;p17"/>
          <p:cNvSpPr/>
          <p:nvPr/>
        </p:nvSpPr>
        <p:spPr>
          <a:xfrm rot="10800000">
            <a:off x="1362311" y="4240075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78" name="Google Shape;1378;p17"/>
          <p:cNvGrpSpPr/>
          <p:nvPr/>
        </p:nvGrpSpPr>
        <p:grpSpPr>
          <a:xfrm>
            <a:off x="5600407" y="4993736"/>
            <a:ext cx="1520982" cy="302065"/>
            <a:chOff x="5642557" y="-150670"/>
            <a:chExt cx="1520982" cy="302065"/>
          </a:xfrm>
        </p:grpSpPr>
        <p:sp>
          <p:nvSpPr>
            <p:cNvPr id="1379" name="Google Shape;1379;p17"/>
            <p:cNvSpPr/>
            <p:nvPr/>
          </p:nvSpPr>
          <p:spPr>
            <a:xfrm>
              <a:off x="5736006" y="-104304"/>
              <a:ext cx="1335611" cy="209364"/>
            </a:xfrm>
            <a:custGeom>
              <a:avLst/>
              <a:gdLst/>
              <a:ahLst/>
              <a:cxnLst/>
              <a:rect l="l" t="t" r="r" b="b"/>
              <a:pathLst>
                <a:path w="42863" h="6719" fill="none" extrusionOk="0">
                  <a:moveTo>
                    <a:pt x="1" y="0"/>
                  </a:moveTo>
                  <a:lnTo>
                    <a:pt x="19064" y="0"/>
                  </a:lnTo>
                  <a:lnTo>
                    <a:pt x="25782" y="6718"/>
                  </a:lnTo>
                  <a:lnTo>
                    <a:pt x="42862" y="6718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Google Shape;1380;p17"/>
            <p:cNvSpPr/>
            <p:nvPr/>
          </p:nvSpPr>
          <p:spPr>
            <a:xfrm>
              <a:off x="7071586" y="59442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2950" y="1463"/>
                  </a:moveTo>
                  <a:cubicBezTo>
                    <a:pt x="2950" y="2281"/>
                    <a:pt x="2281" y="2951"/>
                    <a:pt x="1463" y="2951"/>
                  </a:cubicBezTo>
                  <a:cubicBezTo>
                    <a:pt x="645" y="2951"/>
                    <a:pt x="0" y="2281"/>
                    <a:pt x="0" y="1463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Google Shape;1381;p17"/>
            <p:cNvSpPr/>
            <p:nvPr/>
          </p:nvSpPr>
          <p:spPr>
            <a:xfrm>
              <a:off x="7095517" y="84152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5" y="1"/>
                  </a:moveTo>
                  <a:cubicBezTo>
                    <a:pt x="323" y="1"/>
                    <a:pt x="1" y="298"/>
                    <a:pt x="1" y="670"/>
                  </a:cubicBezTo>
                  <a:cubicBezTo>
                    <a:pt x="1" y="1067"/>
                    <a:pt x="323" y="1364"/>
                    <a:pt x="695" y="1364"/>
                  </a:cubicBezTo>
                  <a:cubicBezTo>
                    <a:pt x="1091" y="1364"/>
                    <a:pt x="1389" y="1067"/>
                    <a:pt x="1389" y="670"/>
                  </a:cubicBezTo>
                  <a:cubicBezTo>
                    <a:pt x="1389" y="298"/>
                    <a:pt x="1091" y="1"/>
                    <a:pt x="69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Google Shape;1382;p17"/>
            <p:cNvSpPr/>
            <p:nvPr/>
          </p:nvSpPr>
          <p:spPr>
            <a:xfrm>
              <a:off x="5642557" y="-150670"/>
              <a:ext cx="91953" cy="92732"/>
            </a:xfrm>
            <a:custGeom>
              <a:avLst/>
              <a:gdLst/>
              <a:ahLst/>
              <a:cxnLst/>
              <a:rect l="l" t="t" r="r" b="b"/>
              <a:pathLst>
                <a:path w="2951" h="2976" fill="none" extrusionOk="0">
                  <a:moveTo>
                    <a:pt x="2950" y="1488"/>
                  </a:moveTo>
                  <a:cubicBezTo>
                    <a:pt x="2950" y="2306"/>
                    <a:pt x="2281" y="2976"/>
                    <a:pt x="1463" y="2976"/>
                  </a:cubicBezTo>
                  <a:cubicBezTo>
                    <a:pt x="645" y="2976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Google Shape;1383;p17"/>
            <p:cNvSpPr/>
            <p:nvPr/>
          </p:nvSpPr>
          <p:spPr>
            <a:xfrm>
              <a:off x="5666488" y="-125929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322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2" y="1388"/>
                    <a:pt x="1389" y="1066"/>
                    <a:pt x="1389" y="694"/>
                  </a:cubicBezTo>
                  <a:cubicBezTo>
                    <a:pt x="1389" y="322"/>
                    <a:pt x="1092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4" name="Google Shape;1384;p17"/>
          <p:cNvGrpSpPr/>
          <p:nvPr/>
        </p:nvGrpSpPr>
        <p:grpSpPr>
          <a:xfrm rot="5400000">
            <a:off x="8900" y="1773425"/>
            <a:ext cx="98902" cy="553090"/>
            <a:chOff x="4898850" y="4820550"/>
            <a:chExt cx="98902" cy="553090"/>
          </a:xfrm>
        </p:grpSpPr>
        <p:sp>
          <p:nvSpPr>
            <p:cNvPr id="1385" name="Google Shape;1385;p17"/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Google Shape;1386;p17"/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Google Shape;1387;p17"/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Google Shape;1388;p17"/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Google Shape;1389;p17"/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5">
    <p:spTree>
      <p:nvGrpSpPr>
        <p:cNvPr id="1" name="Shape 1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58" name="Google Shape;1658;p21"/>
          <p:cNvGrpSpPr/>
          <p:nvPr/>
        </p:nvGrpSpPr>
        <p:grpSpPr>
          <a:xfrm>
            <a:off x="-24" y="-27"/>
            <a:ext cx="9143711" cy="5143338"/>
            <a:chOff x="597550" y="708125"/>
            <a:chExt cx="6449225" cy="4193850"/>
          </a:xfrm>
        </p:grpSpPr>
        <p:sp>
          <p:nvSpPr>
            <p:cNvPr id="1659" name="Google Shape;1659;p21"/>
            <p:cNvSpPr/>
            <p:nvPr/>
          </p:nvSpPr>
          <p:spPr>
            <a:xfrm>
              <a:off x="597550" y="4893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21"/>
            <p:cNvSpPr/>
            <p:nvPr/>
          </p:nvSpPr>
          <p:spPr>
            <a:xfrm>
              <a:off x="597550" y="4780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21"/>
            <p:cNvSpPr/>
            <p:nvPr/>
          </p:nvSpPr>
          <p:spPr>
            <a:xfrm>
              <a:off x="597550" y="46671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21"/>
            <p:cNvSpPr/>
            <p:nvPr/>
          </p:nvSpPr>
          <p:spPr>
            <a:xfrm>
              <a:off x="597550" y="4553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21"/>
            <p:cNvSpPr/>
            <p:nvPr/>
          </p:nvSpPr>
          <p:spPr>
            <a:xfrm>
              <a:off x="597550" y="4441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21"/>
            <p:cNvSpPr/>
            <p:nvPr/>
          </p:nvSpPr>
          <p:spPr>
            <a:xfrm>
              <a:off x="597550" y="4328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21"/>
            <p:cNvSpPr/>
            <p:nvPr/>
          </p:nvSpPr>
          <p:spPr>
            <a:xfrm>
              <a:off x="597550" y="42150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21"/>
            <p:cNvSpPr/>
            <p:nvPr/>
          </p:nvSpPr>
          <p:spPr>
            <a:xfrm>
              <a:off x="597550" y="4101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21"/>
            <p:cNvSpPr/>
            <p:nvPr/>
          </p:nvSpPr>
          <p:spPr>
            <a:xfrm>
              <a:off x="597550" y="3988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21"/>
            <p:cNvSpPr/>
            <p:nvPr/>
          </p:nvSpPr>
          <p:spPr>
            <a:xfrm>
              <a:off x="597550" y="3875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21"/>
            <p:cNvSpPr/>
            <p:nvPr/>
          </p:nvSpPr>
          <p:spPr>
            <a:xfrm>
              <a:off x="597550" y="3762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21"/>
            <p:cNvSpPr/>
            <p:nvPr/>
          </p:nvSpPr>
          <p:spPr>
            <a:xfrm>
              <a:off x="597550" y="36496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21"/>
            <p:cNvSpPr/>
            <p:nvPr/>
          </p:nvSpPr>
          <p:spPr>
            <a:xfrm>
              <a:off x="597550" y="35364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2" name="Google Shape;1672;p21"/>
            <p:cNvSpPr/>
            <p:nvPr/>
          </p:nvSpPr>
          <p:spPr>
            <a:xfrm>
              <a:off x="597550" y="34232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3" name="Google Shape;1673;p21"/>
            <p:cNvSpPr/>
            <p:nvPr/>
          </p:nvSpPr>
          <p:spPr>
            <a:xfrm>
              <a:off x="597550" y="33100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21"/>
            <p:cNvSpPr/>
            <p:nvPr/>
          </p:nvSpPr>
          <p:spPr>
            <a:xfrm>
              <a:off x="597550" y="31967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21"/>
            <p:cNvSpPr/>
            <p:nvPr/>
          </p:nvSpPr>
          <p:spPr>
            <a:xfrm>
              <a:off x="597550" y="30835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21"/>
            <p:cNvSpPr/>
            <p:nvPr/>
          </p:nvSpPr>
          <p:spPr>
            <a:xfrm>
              <a:off x="597550" y="29703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21"/>
            <p:cNvSpPr/>
            <p:nvPr/>
          </p:nvSpPr>
          <p:spPr>
            <a:xfrm>
              <a:off x="597550" y="28578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21"/>
            <p:cNvSpPr/>
            <p:nvPr/>
          </p:nvSpPr>
          <p:spPr>
            <a:xfrm>
              <a:off x="597550" y="27446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9" name="Google Shape;1679;p21"/>
            <p:cNvSpPr/>
            <p:nvPr/>
          </p:nvSpPr>
          <p:spPr>
            <a:xfrm>
              <a:off x="597550" y="263140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0" name="Google Shape;1680;p21"/>
            <p:cNvSpPr/>
            <p:nvPr/>
          </p:nvSpPr>
          <p:spPr>
            <a:xfrm>
              <a:off x="597550" y="251817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1" name="Google Shape;1681;p21"/>
            <p:cNvSpPr/>
            <p:nvPr/>
          </p:nvSpPr>
          <p:spPr>
            <a:xfrm>
              <a:off x="597550" y="24049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2" name="Google Shape;1682;p21"/>
            <p:cNvSpPr/>
            <p:nvPr/>
          </p:nvSpPr>
          <p:spPr>
            <a:xfrm>
              <a:off x="597550" y="22917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3" name="Google Shape;1683;p21"/>
            <p:cNvSpPr/>
            <p:nvPr/>
          </p:nvSpPr>
          <p:spPr>
            <a:xfrm>
              <a:off x="597550" y="21792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4" name="Google Shape;1684;p21"/>
            <p:cNvSpPr/>
            <p:nvPr/>
          </p:nvSpPr>
          <p:spPr>
            <a:xfrm>
              <a:off x="597550" y="20660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5" name="Google Shape;1685;p21"/>
            <p:cNvSpPr/>
            <p:nvPr/>
          </p:nvSpPr>
          <p:spPr>
            <a:xfrm>
              <a:off x="597550" y="19528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6" name="Google Shape;1686;p21"/>
            <p:cNvSpPr/>
            <p:nvPr/>
          </p:nvSpPr>
          <p:spPr>
            <a:xfrm>
              <a:off x="597550" y="1839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7" name="Google Shape;1687;p21"/>
            <p:cNvSpPr/>
            <p:nvPr/>
          </p:nvSpPr>
          <p:spPr>
            <a:xfrm>
              <a:off x="597550" y="1726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8" name="Google Shape;1688;p21"/>
            <p:cNvSpPr/>
            <p:nvPr/>
          </p:nvSpPr>
          <p:spPr>
            <a:xfrm>
              <a:off x="597550" y="16131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9" name="Google Shape;1689;p21"/>
            <p:cNvSpPr/>
            <p:nvPr/>
          </p:nvSpPr>
          <p:spPr>
            <a:xfrm>
              <a:off x="597550" y="1499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0" name="Google Shape;1690;p21"/>
            <p:cNvSpPr/>
            <p:nvPr/>
          </p:nvSpPr>
          <p:spPr>
            <a:xfrm>
              <a:off x="597550" y="1387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1" name="Google Shape;1691;p21"/>
            <p:cNvSpPr/>
            <p:nvPr/>
          </p:nvSpPr>
          <p:spPr>
            <a:xfrm>
              <a:off x="597550" y="1274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2" name="Google Shape;1692;p21"/>
            <p:cNvSpPr/>
            <p:nvPr/>
          </p:nvSpPr>
          <p:spPr>
            <a:xfrm>
              <a:off x="597550" y="11610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3" name="Google Shape;1693;p21"/>
            <p:cNvSpPr/>
            <p:nvPr/>
          </p:nvSpPr>
          <p:spPr>
            <a:xfrm>
              <a:off x="597550" y="1047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4" name="Google Shape;1694;p21"/>
            <p:cNvSpPr/>
            <p:nvPr/>
          </p:nvSpPr>
          <p:spPr>
            <a:xfrm>
              <a:off x="597550" y="934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5" name="Google Shape;1695;p21"/>
            <p:cNvSpPr/>
            <p:nvPr/>
          </p:nvSpPr>
          <p:spPr>
            <a:xfrm>
              <a:off x="597550" y="821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6" name="Google Shape;1696;p21"/>
            <p:cNvSpPr/>
            <p:nvPr/>
          </p:nvSpPr>
          <p:spPr>
            <a:xfrm>
              <a:off x="597550" y="708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97" name="Google Shape;1697;p21"/>
          <p:cNvSpPr txBox="1">
            <a:spLocks noGrp="1"/>
          </p:cNvSpPr>
          <p:nvPr>
            <p:ph type="title"/>
          </p:nvPr>
        </p:nvSpPr>
        <p:spPr>
          <a:xfrm>
            <a:off x="713100" y="539400"/>
            <a:ext cx="771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698" name="Google Shape;1698;p21"/>
          <p:cNvSpPr txBox="1">
            <a:spLocks noGrp="1"/>
          </p:cNvSpPr>
          <p:nvPr>
            <p:ph type="title" idx="2"/>
          </p:nvPr>
        </p:nvSpPr>
        <p:spPr>
          <a:xfrm>
            <a:off x="755600" y="2900863"/>
            <a:ext cx="2265600" cy="27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699" name="Google Shape;1699;p21"/>
          <p:cNvSpPr txBox="1">
            <a:spLocks noGrp="1"/>
          </p:cNvSpPr>
          <p:nvPr>
            <p:ph type="subTitle" idx="1"/>
          </p:nvPr>
        </p:nvSpPr>
        <p:spPr>
          <a:xfrm>
            <a:off x="755600" y="3296863"/>
            <a:ext cx="2265600" cy="75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00" name="Google Shape;1700;p21"/>
          <p:cNvSpPr txBox="1">
            <a:spLocks noGrp="1"/>
          </p:cNvSpPr>
          <p:nvPr>
            <p:ph type="title" idx="3"/>
          </p:nvPr>
        </p:nvSpPr>
        <p:spPr>
          <a:xfrm>
            <a:off x="3443604" y="2900863"/>
            <a:ext cx="2265600" cy="27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701" name="Google Shape;1701;p21"/>
          <p:cNvSpPr txBox="1">
            <a:spLocks noGrp="1"/>
          </p:cNvSpPr>
          <p:nvPr>
            <p:ph type="subTitle" idx="4"/>
          </p:nvPr>
        </p:nvSpPr>
        <p:spPr>
          <a:xfrm>
            <a:off x="3443604" y="3296863"/>
            <a:ext cx="2265600" cy="75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02" name="Google Shape;1702;p21"/>
          <p:cNvSpPr txBox="1">
            <a:spLocks noGrp="1"/>
          </p:cNvSpPr>
          <p:nvPr>
            <p:ph type="title" idx="5"/>
          </p:nvPr>
        </p:nvSpPr>
        <p:spPr>
          <a:xfrm>
            <a:off x="6132644" y="2900863"/>
            <a:ext cx="2265600" cy="27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703" name="Google Shape;1703;p21"/>
          <p:cNvSpPr txBox="1">
            <a:spLocks noGrp="1"/>
          </p:cNvSpPr>
          <p:nvPr>
            <p:ph type="subTitle" idx="6"/>
          </p:nvPr>
        </p:nvSpPr>
        <p:spPr>
          <a:xfrm>
            <a:off x="6132644" y="3296863"/>
            <a:ext cx="2265600" cy="75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704" name="Google Shape;1704;p21"/>
          <p:cNvGrpSpPr/>
          <p:nvPr/>
        </p:nvGrpSpPr>
        <p:grpSpPr>
          <a:xfrm>
            <a:off x="-7" y="-76201"/>
            <a:ext cx="586800" cy="1284425"/>
            <a:chOff x="-7" y="-76201"/>
            <a:chExt cx="586800" cy="1284425"/>
          </a:xfrm>
        </p:grpSpPr>
        <p:sp>
          <p:nvSpPr>
            <p:cNvPr id="1705" name="Google Shape;1705;p21"/>
            <p:cNvSpPr/>
            <p:nvPr/>
          </p:nvSpPr>
          <p:spPr>
            <a:xfrm flipH="1">
              <a:off x="-7" y="-76201"/>
              <a:ext cx="586800" cy="1284425"/>
            </a:xfrm>
            <a:prstGeom prst="flowChartOffpageConnector">
              <a:avLst/>
            </a:prstGeom>
            <a:gradFill>
              <a:gsLst>
                <a:gs pos="0">
                  <a:schemeClr val="accent4"/>
                </a:gs>
                <a:gs pos="100000">
                  <a:schemeClr val="lt2"/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706" name="Google Shape;1706;p21"/>
            <p:cNvGrpSpPr/>
            <p:nvPr/>
          </p:nvGrpSpPr>
          <p:grpSpPr>
            <a:xfrm rot="5400000" flipH="1">
              <a:off x="-148228" y="320574"/>
              <a:ext cx="883262" cy="242091"/>
              <a:chOff x="2300350" y="2601250"/>
              <a:chExt cx="2275275" cy="623625"/>
            </a:xfrm>
          </p:grpSpPr>
          <p:sp>
            <p:nvSpPr>
              <p:cNvPr id="1707" name="Google Shape;1707;p21"/>
              <p:cNvSpPr/>
              <p:nvPr/>
            </p:nvSpPr>
            <p:spPr>
              <a:xfrm>
                <a:off x="2300350" y="2601250"/>
                <a:ext cx="392100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684" h="24945" extrusionOk="0">
                    <a:moveTo>
                      <a:pt x="12720" y="0"/>
                    </a:moveTo>
                    <a:cubicBezTo>
                      <a:pt x="13337" y="0"/>
                      <a:pt x="14078" y="247"/>
                      <a:pt x="14572" y="741"/>
                    </a:cubicBezTo>
                    <a:cubicBezTo>
                      <a:pt x="15684" y="1852"/>
                      <a:pt x="15684" y="3581"/>
                      <a:pt x="14572" y="4569"/>
                    </a:cubicBezTo>
                    <a:lnTo>
                      <a:pt x="6792" y="12349"/>
                    </a:lnTo>
                    <a:lnTo>
                      <a:pt x="14572" y="20128"/>
                    </a:lnTo>
                    <a:cubicBezTo>
                      <a:pt x="15684" y="21240"/>
                      <a:pt x="15684" y="22845"/>
                      <a:pt x="14572" y="23957"/>
                    </a:cubicBezTo>
                    <a:cubicBezTo>
                      <a:pt x="13584" y="24944"/>
                      <a:pt x="11855" y="24944"/>
                      <a:pt x="10744" y="23957"/>
                    </a:cubicBezTo>
                    <a:lnTo>
                      <a:pt x="1112" y="14325"/>
                    </a:lnTo>
                    <a:cubicBezTo>
                      <a:pt x="1" y="13213"/>
                      <a:pt x="1" y="11484"/>
                      <a:pt x="1112" y="10496"/>
                    </a:cubicBezTo>
                    <a:lnTo>
                      <a:pt x="10744" y="741"/>
                    </a:lnTo>
                    <a:cubicBezTo>
                      <a:pt x="11361" y="247"/>
                      <a:pt x="11979" y="0"/>
                      <a:pt x="1272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Google Shape;1708;p21"/>
              <p:cNvSpPr/>
              <p:nvPr/>
            </p:nvSpPr>
            <p:spPr>
              <a:xfrm>
                <a:off x="2680075" y="2601250"/>
                <a:ext cx="389025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561" h="24945" extrusionOk="0">
                    <a:moveTo>
                      <a:pt x="12596" y="0"/>
                    </a:moveTo>
                    <a:cubicBezTo>
                      <a:pt x="13337" y="0"/>
                      <a:pt x="13955" y="247"/>
                      <a:pt x="14449" y="741"/>
                    </a:cubicBezTo>
                    <a:cubicBezTo>
                      <a:pt x="15560" y="1852"/>
                      <a:pt x="15560" y="3581"/>
                      <a:pt x="14449" y="4569"/>
                    </a:cubicBezTo>
                    <a:lnTo>
                      <a:pt x="6669" y="12349"/>
                    </a:lnTo>
                    <a:lnTo>
                      <a:pt x="14449" y="20128"/>
                    </a:lnTo>
                    <a:cubicBezTo>
                      <a:pt x="15560" y="21240"/>
                      <a:pt x="15560" y="22845"/>
                      <a:pt x="14449" y="23957"/>
                    </a:cubicBezTo>
                    <a:cubicBezTo>
                      <a:pt x="13461" y="24944"/>
                      <a:pt x="11732" y="24944"/>
                      <a:pt x="10621" y="23957"/>
                    </a:cubicBezTo>
                    <a:lnTo>
                      <a:pt x="988" y="14325"/>
                    </a:lnTo>
                    <a:cubicBezTo>
                      <a:pt x="1" y="13213"/>
                      <a:pt x="1" y="11484"/>
                      <a:pt x="988" y="10496"/>
                    </a:cubicBezTo>
                    <a:lnTo>
                      <a:pt x="10621" y="741"/>
                    </a:lnTo>
                    <a:cubicBezTo>
                      <a:pt x="11238" y="247"/>
                      <a:pt x="11855" y="0"/>
                      <a:pt x="125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Google Shape;1709;p21"/>
              <p:cNvSpPr/>
              <p:nvPr/>
            </p:nvSpPr>
            <p:spPr>
              <a:xfrm>
                <a:off x="3056725" y="2601250"/>
                <a:ext cx="389000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560" h="24945" extrusionOk="0">
                    <a:moveTo>
                      <a:pt x="12596" y="0"/>
                    </a:moveTo>
                    <a:cubicBezTo>
                      <a:pt x="13337" y="0"/>
                      <a:pt x="13954" y="247"/>
                      <a:pt x="14448" y="741"/>
                    </a:cubicBezTo>
                    <a:cubicBezTo>
                      <a:pt x="15559" y="1852"/>
                      <a:pt x="15559" y="3581"/>
                      <a:pt x="14448" y="4569"/>
                    </a:cubicBezTo>
                    <a:lnTo>
                      <a:pt x="6792" y="12349"/>
                    </a:lnTo>
                    <a:lnTo>
                      <a:pt x="14448" y="20128"/>
                    </a:lnTo>
                    <a:cubicBezTo>
                      <a:pt x="15559" y="21240"/>
                      <a:pt x="15559" y="22845"/>
                      <a:pt x="14448" y="23957"/>
                    </a:cubicBezTo>
                    <a:cubicBezTo>
                      <a:pt x="13460" y="24944"/>
                      <a:pt x="11731" y="24944"/>
                      <a:pt x="10743" y="23957"/>
                    </a:cubicBezTo>
                    <a:lnTo>
                      <a:pt x="988" y="14325"/>
                    </a:lnTo>
                    <a:cubicBezTo>
                      <a:pt x="0" y="13213"/>
                      <a:pt x="0" y="11484"/>
                      <a:pt x="988" y="10496"/>
                    </a:cubicBezTo>
                    <a:lnTo>
                      <a:pt x="10743" y="741"/>
                    </a:lnTo>
                    <a:cubicBezTo>
                      <a:pt x="11237" y="247"/>
                      <a:pt x="11855" y="0"/>
                      <a:pt x="125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Google Shape;1710;p21"/>
              <p:cNvSpPr/>
              <p:nvPr/>
            </p:nvSpPr>
            <p:spPr>
              <a:xfrm>
                <a:off x="3433350" y="2601250"/>
                <a:ext cx="389000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560" h="24945" extrusionOk="0">
                    <a:moveTo>
                      <a:pt x="12596" y="0"/>
                    </a:moveTo>
                    <a:cubicBezTo>
                      <a:pt x="13337" y="0"/>
                      <a:pt x="13955" y="247"/>
                      <a:pt x="14572" y="741"/>
                    </a:cubicBezTo>
                    <a:cubicBezTo>
                      <a:pt x="15560" y="1852"/>
                      <a:pt x="15560" y="3581"/>
                      <a:pt x="14572" y="4569"/>
                    </a:cubicBezTo>
                    <a:lnTo>
                      <a:pt x="6792" y="12349"/>
                    </a:lnTo>
                    <a:lnTo>
                      <a:pt x="14572" y="20128"/>
                    </a:lnTo>
                    <a:cubicBezTo>
                      <a:pt x="15560" y="21240"/>
                      <a:pt x="15560" y="22845"/>
                      <a:pt x="14572" y="23957"/>
                    </a:cubicBezTo>
                    <a:cubicBezTo>
                      <a:pt x="13461" y="24944"/>
                      <a:pt x="11732" y="24944"/>
                      <a:pt x="10744" y="23957"/>
                    </a:cubicBezTo>
                    <a:lnTo>
                      <a:pt x="988" y="14325"/>
                    </a:lnTo>
                    <a:cubicBezTo>
                      <a:pt x="1" y="13213"/>
                      <a:pt x="1" y="11484"/>
                      <a:pt x="988" y="10496"/>
                    </a:cubicBezTo>
                    <a:lnTo>
                      <a:pt x="10744" y="741"/>
                    </a:lnTo>
                    <a:cubicBezTo>
                      <a:pt x="11238" y="247"/>
                      <a:pt x="11979" y="0"/>
                      <a:pt x="125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Google Shape;1711;p21"/>
              <p:cNvSpPr/>
              <p:nvPr/>
            </p:nvSpPr>
            <p:spPr>
              <a:xfrm>
                <a:off x="3810000" y="2601250"/>
                <a:ext cx="389000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560" h="24945" extrusionOk="0">
                    <a:moveTo>
                      <a:pt x="12596" y="0"/>
                    </a:moveTo>
                    <a:cubicBezTo>
                      <a:pt x="13337" y="0"/>
                      <a:pt x="13954" y="247"/>
                      <a:pt x="14572" y="741"/>
                    </a:cubicBezTo>
                    <a:cubicBezTo>
                      <a:pt x="15559" y="1852"/>
                      <a:pt x="15559" y="3581"/>
                      <a:pt x="14572" y="4569"/>
                    </a:cubicBezTo>
                    <a:lnTo>
                      <a:pt x="6792" y="12349"/>
                    </a:lnTo>
                    <a:lnTo>
                      <a:pt x="14572" y="20128"/>
                    </a:lnTo>
                    <a:cubicBezTo>
                      <a:pt x="15559" y="21240"/>
                      <a:pt x="15559" y="22845"/>
                      <a:pt x="14572" y="23957"/>
                    </a:cubicBezTo>
                    <a:cubicBezTo>
                      <a:pt x="13460" y="24944"/>
                      <a:pt x="11731" y="24944"/>
                      <a:pt x="10743" y="23957"/>
                    </a:cubicBezTo>
                    <a:lnTo>
                      <a:pt x="988" y="14325"/>
                    </a:lnTo>
                    <a:cubicBezTo>
                      <a:pt x="0" y="13213"/>
                      <a:pt x="0" y="11484"/>
                      <a:pt x="988" y="10496"/>
                    </a:cubicBezTo>
                    <a:lnTo>
                      <a:pt x="10743" y="741"/>
                    </a:lnTo>
                    <a:cubicBezTo>
                      <a:pt x="11237" y="247"/>
                      <a:pt x="11978" y="0"/>
                      <a:pt x="125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Google Shape;1712;p21"/>
              <p:cNvSpPr/>
              <p:nvPr/>
            </p:nvSpPr>
            <p:spPr>
              <a:xfrm>
                <a:off x="4186625" y="2601250"/>
                <a:ext cx="389000" cy="623625"/>
              </a:xfrm>
              <a:custGeom>
                <a:avLst/>
                <a:gdLst/>
                <a:ahLst/>
                <a:cxnLst/>
                <a:rect l="l" t="t" r="r" b="b"/>
                <a:pathLst>
                  <a:path w="15560" h="24945" extrusionOk="0">
                    <a:moveTo>
                      <a:pt x="12596" y="0"/>
                    </a:moveTo>
                    <a:cubicBezTo>
                      <a:pt x="13337" y="0"/>
                      <a:pt x="13955" y="247"/>
                      <a:pt x="14572" y="741"/>
                    </a:cubicBezTo>
                    <a:cubicBezTo>
                      <a:pt x="15560" y="1852"/>
                      <a:pt x="15560" y="3581"/>
                      <a:pt x="14572" y="4569"/>
                    </a:cubicBezTo>
                    <a:lnTo>
                      <a:pt x="6792" y="12349"/>
                    </a:lnTo>
                    <a:lnTo>
                      <a:pt x="14572" y="20128"/>
                    </a:lnTo>
                    <a:cubicBezTo>
                      <a:pt x="15560" y="21240"/>
                      <a:pt x="15560" y="22845"/>
                      <a:pt x="14572" y="23957"/>
                    </a:cubicBezTo>
                    <a:cubicBezTo>
                      <a:pt x="13461" y="24944"/>
                      <a:pt x="11732" y="24944"/>
                      <a:pt x="10744" y="23957"/>
                    </a:cubicBezTo>
                    <a:lnTo>
                      <a:pt x="988" y="14325"/>
                    </a:lnTo>
                    <a:cubicBezTo>
                      <a:pt x="0" y="13213"/>
                      <a:pt x="0" y="11484"/>
                      <a:pt x="988" y="10496"/>
                    </a:cubicBezTo>
                    <a:lnTo>
                      <a:pt x="10744" y="741"/>
                    </a:lnTo>
                    <a:cubicBezTo>
                      <a:pt x="11238" y="247"/>
                      <a:pt x="11979" y="0"/>
                      <a:pt x="125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713" name="Google Shape;1713;p21"/>
          <p:cNvGrpSpPr/>
          <p:nvPr/>
        </p:nvGrpSpPr>
        <p:grpSpPr>
          <a:xfrm rot="5400000">
            <a:off x="54450" y="1665375"/>
            <a:ext cx="98902" cy="553090"/>
            <a:chOff x="4898850" y="4820550"/>
            <a:chExt cx="98902" cy="553090"/>
          </a:xfrm>
        </p:grpSpPr>
        <p:sp>
          <p:nvSpPr>
            <p:cNvPr id="1714" name="Google Shape;1714;p21"/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5" name="Google Shape;1715;p21"/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6" name="Google Shape;1716;p21"/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7" name="Google Shape;1717;p21"/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8" name="Google Shape;1718;p21"/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19" name="Google Shape;1719;p21"/>
          <p:cNvSpPr/>
          <p:nvPr/>
        </p:nvSpPr>
        <p:spPr>
          <a:xfrm rot="-5400000">
            <a:off x="348814" y="4018626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720" name="Google Shape;1720;p21"/>
          <p:cNvGrpSpPr/>
          <p:nvPr/>
        </p:nvGrpSpPr>
        <p:grpSpPr>
          <a:xfrm rot="-5400000" flipH="1">
            <a:off x="7907216" y="4455774"/>
            <a:ext cx="1823016" cy="296643"/>
            <a:chOff x="7857346" y="3902355"/>
            <a:chExt cx="1823016" cy="296643"/>
          </a:xfrm>
        </p:grpSpPr>
        <p:sp>
          <p:nvSpPr>
            <p:cNvPr id="1721" name="Google Shape;1721;p21"/>
            <p:cNvSpPr/>
            <p:nvPr/>
          </p:nvSpPr>
          <p:spPr>
            <a:xfrm>
              <a:off x="7956216" y="4048371"/>
              <a:ext cx="1724145" cy="150627"/>
            </a:xfrm>
            <a:custGeom>
              <a:avLst/>
              <a:gdLst/>
              <a:ahLst/>
              <a:cxnLst/>
              <a:rect l="l" t="t" r="r" b="b"/>
              <a:pathLst>
                <a:path w="55332" h="4834" fill="none" extrusionOk="0">
                  <a:moveTo>
                    <a:pt x="55331" y="4834"/>
                  </a:moveTo>
                  <a:lnTo>
                    <a:pt x="28930" y="4834"/>
                  </a:lnTo>
                  <a:lnTo>
                    <a:pt x="27294" y="3198"/>
                  </a:lnTo>
                  <a:lnTo>
                    <a:pt x="24072" y="0"/>
                  </a:ln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2" name="Google Shape;1722;p21"/>
            <p:cNvSpPr/>
            <p:nvPr/>
          </p:nvSpPr>
          <p:spPr>
            <a:xfrm>
              <a:off x="8453686" y="3902355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0" y="1488"/>
                  </a:moveTo>
                  <a:cubicBezTo>
                    <a:pt x="0" y="670"/>
                    <a:pt x="670" y="1"/>
                    <a:pt x="1488" y="1"/>
                  </a:cubicBezTo>
                  <a:cubicBezTo>
                    <a:pt x="2306" y="1"/>
                    <a:pt x="2950" y="670"/>
                    <a:pt x="2950" y="1488"/>
                  </a:cubicBezTo>
                  <a:cubicBezTo>
                    <a:pt x="2950" y="2281"/>
                    <a:pt x="2306" y="2951"/>
                    <a:pt x="1488" y="2951"/>
                  </a:cubicBezTo>
                  <a:cubicBezTo>
                    <a:pt x="670" y="2951"/>
                    <a:pt x="0" y="2281"/>
                    <a:pt x="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3" name="Google Shape;1723;p21"/>
            <p:cNvSpPr/>
            <p:nvPr/>
          </p:nvSpPr>
          <p:spPr>
            <a:xfrm>
              <a:off x="8478396" y="3927096"/>
              <a:ext cx="43281" cy="42502"/>
            </a:xfrm>
            <a:custGeom>
              <a:avLst/>
              <a:gdLst/>
              <a:ahLst/>
              <a:cxnLst/>
              <a:rect l="l" t="t" r="r" b="b"/>
              <a:pathLst>
                <a:path w="1389" h="1364" extrusionOk="0">
                  <a:moveTo>
                    <a:pt x="695" y="0"/>
                  </a:moveTo>
                  <a:cubicBezTo>
                    <a:pt x="298" y="0"/>
                    <a:pt x="1" y="298"/>
                    <a:pt x="1" y="694"/>
                  </a:cubicBezTo>
                  <a:cubicBezTo>
                    <a:pt x="1" y="1066"/>
                    <a:pt x="298" y="1363"/>
                    <a:pt x="695" y="1363"/>
                  </a:cubicBezTo>
                  <a:cubicBezTo>
                    <a:pt x="1067" y="1363"/>
                    <a:pt x="1389" y="1066"/>
                    <a:pt x="1389" y="694"/>
                  </a:cubicBezTo>
                  <a:cubicBezTo>
                    <a:pt x="1389" y="298"/>
                    <a:pt x="1067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4" name="Google Shape;1724;p21"/>
            <p:cNvSpPr/>
            <p:nvPr/>
          </p:nvSpPr>
          <p:spPr>
            <a:xfrm>
              <a:off x="7857346" y="4002005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" y="1463"/>
                  </a:moveTo>
                  <a:cubicBezTo>
                    <a:pt x="1" y="670"/>
                    <a:pt x="670" y="1"/>
                    <a:pt x="1488" y="1"/>
                  </a:cubicBezTo>
                  <a:cubicBezTo>
                    <a:pt x="2306" y="1"/>
                    <a:pt x="2951" y="670"/>
                    <a:pt x="2951" y="1463"/>
                  </a:cubicBezTo>
                  <a:cubicBezTo>
                    <a:pt x="2951" y="2281"/>
                    <a:pt x="2306" y="2951"/>
                    <a:pt x="1488" y="2951"/>
                  </a:cubicBezTo>
                  <a:cubicBezTo>
                    <a:pt x="670" y="2951"/>
                    <a:pt x="1" y="2281"/>
                    <a:pt x="1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5" name="Google Shape;1725;p21"/>
            <p:cNvSpPr/>
            <p:nvPr/>
          </p:nvSpPr>
          <p:spPr>
            <a:xfrm>
              <a:off x="7882087" y="4026715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6" name="Google Shape;1726;p21"/>
            <p:cNvSpPr/>
            <p:nvPr/>
          </p:nvSpPr>
          <p:spPr>
            <a:xfrm>
              <a:off x="8545608" y="3948721"/>
              <a:ext cx="1134754" cy="175368"/>
            </a:xfrm>
            <a:custGeom>
              <a:avLst/>
              <a:gdLst/>
              <a:ahLst/>
              <a:cxnLst/>
              <a:rect l="l" t="t" r="r" b="b"/>
              <a:pathLst>
                <a:path w="36417" h="5628" fill="none" extrusionOk="0">
                  <a:moveTo>
                    <a:pt x="0" y="0"/>
                  </a:moveTo>
                  <a:lnTo>
                    <a:pt x="6049" y="0"/>
                  </a:lnTo>
                  <a:lnTo>
                    <a:pt x="8379" y="2330"/>
                  </a:lnTo>
                  <a:lnTo>
                    <a:pt x="11676" y="5627"/>
                  </a:lnTo>
                  <a:lnTo>
                    <a:pt x="36416" y="5627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27" name="Google Shape;1727;p21"/>
          <p:cNvGrpSpPr/>
          <p:nvPr/>
        </p:nvGrpSpPr>
        <p:grpSpPr>
          <a:xfrm flipH="1">
            <a:off x="7120557" y="-107958"/>
            <a:ext cx="1520982" cy="302065"/>
            <a:chOff x="5642557" y="-150670"/>
            <a:chExt cx="1520982" cy="302065"/>
          </a:xfrm>
        </p:grpSpPr>
        <p:sp>
          <p:nvSpPr>
            <p:cNvPr id="1728" name="Google Shape;1728;p21"/>
            <p:cNvSpPr/>
            <p:nvPr/>
          </p:nvSpPr>
          <p:spPr>
            <a:xfrm>
              <a:off x="5736006" y="-104304"/>
              <a:ext cx="1335611" cy="209364"/>
            </a:xfrm>
            <a:custGeom>
              <a:avLst/>
              <a:gdLst/>
              <a:ahLst/>
              <a:cxnLst/>
              <a:rect l="l" t="t" r="r" b="b"/>
              <a:pathLst>
                <a:path w="42863" h="6719" fill="none" extrusionOk="0">
                  <a:moveTo>
                    <a:pt x="1" y="0"/>
                  </a:moveTo>
                  <a:lnTo>
                    <a:pt x="19064" y="0"/>
                  </a:lnTo>
                  <a:lnTo>
                    <a:pt x="25782" y="6718"/>
                  </a:lnTo>
                  <a:lnTo>
                    <a:pt x="42862" y="6718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9" name="Google Shape;1729;p21"/>
            <p:cNvSpPr/>
            <p:nvPr/>
          </p:nvSpPr>
          <p:spPr>
            <a:xfrm>
              <a:off x="7071586" y="59442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2950" y="1463"/>
                  </a:moveTo>
                  <a:cubicBezTo>
                    <a:pt x="2950" y="2281"/>
                    <a:pt x="2281" y="2951"/>
                    <a:pt x="1463" y="2951"/>
                  </a:cubicBezTo>
                  <a:cubicBezTo>
                    <a:pt x="645" y="2951"/>
                    <a:pt x="0" y="2281"/>
                    <a:pt x="0" y="1463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0" name="Google Shape;1730;p21"/>
            <p:cNvSpPr/>
            <p:nvPr/>
          </p:nvSpPr>
          <p:spPr>
            <a:xfrm>
              <a:off x="7095517" y="84152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5" y="1"/>
                  </a:moveTo>
                  <a:cubicBezTo>
                    <a:pt x="323" y="1"/>
                    <a:pt x="1" y="298"/>
                    <a:pt x="1" y="670"/>
                  </a:cubicBezTo>
                  <a:cubicBezTo>
                    <a:pt x="1" y="1067"/>
                    <a:pt x="323" y="1364"/>
                    <a:pt x="695" y="1364"/>
                  </a:cubicBezTo>
                  <a:cubicBezTo>
                    <a:pt x="1091" y="1364"/>
                    <a:pt x="1389" y="1067"/>
                    <a:pt x="1389" y="670"/>
                  </a:cubicBezTo>
                  <a:cubicBezTo>
                    <a:pt x="1389" y="298"/>
                    <a:pt x="1091" y="1"/>
                    <a:pt x="69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1" name="Google Shape;1731;p21"/>
            <p:cNvSpPr/>
            <p:nvPr/>
          </p:nvSpPr>
          <p:spPr>
            <a:xfrm>
              <a:off x="5642557" y="-150670"/>
              <a:ext cx="91953" cy="92732"/>
            </a:xfrm>
            <a:custGeom>
              <a:avLst/>
              <a:gdLst/>
              <a:ahLst/>
              <a:cxnLst/>
              <a:rect l="l" t="t" r="r" b="b"/>
              <a:pathLst>
                <a:path w="2951" h="2976" fill="none" extrusionOk="0">
                  <a:moveTo>
                    <a:pt x="2950" y="1488"/>
                  </a:moveTo>
                  <a:cubicBezTo>
                    <a:pt x="2950" y="2306"/>
                    <a:pt x="2281" y="2976"/>
                    <a:pt x="1463" y="2976"/>
                  </a:cubicBezTo>
                  <a:cubicBezTo>
                    <a:pt x="645" y="2976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2" name="Google Shape;1732;p21"/>
            <p:cNvSpPr/>
            <p:nvPr/>
          </p:nvSpPr>
          <p:spPr>
            <a:xfrm>
              <a:off x="5666488" y="-125929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322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2" y="1388"/>
                    <a:pt x="1389" y="1066"/>
                    <a:pt x="1389" y="694"/>
                  </a:cubicBezTo>
                  <a:cubicBezTo>
                    <a:pt x="1389" y="322"/>
                    <a:pt x="1092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33" name="Google Shape;1733;p21"/>
          <p:cNvGrpSpPr/>
          <p:nvPr/>
        </p:nvGrpSpPr>
        <p:grpSpPr>
          <a:xfrm>
            <a:off x="8455187" y="1287478"/>
            <a:ext cx="883262" cy="242091"/>
            <a:chOff x="2300350" y="2601250"/>
            <a:chExt cx="2275275" cy="623625"/>
          </a:xfrm>
        </p:grpSpPr>
        <p:sp>
          <p:nvSpPr>
            <p:cNvPr id="1734" name="Google Shape;1734;p21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5" name="Google Shape;1735;p21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6" name="Google Shape;1736;p21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7" name="Google Shape;1737;p21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8" name="Google Shape;1738;p21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9" name="Google Shape;1739;p21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BLANK_15">
    <p:spTree>
      <p:nvGrpSpPr>
        <p:cNvPr id="1" name="Shape 1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79" name="Google Shape;1979;p24"/>
          <p:cNvGrpSpPr/>
          <p:nvPr/>
        </p:nvGrpSpPr>
        <p:grpSpPr>
          <a:xfrm>
            <a:off x="-24" y="-27"/>
            <a:ext cx="9143711" cy="5143338"/>
            <a:chOff x="597550" y="708125"/>
            <a:chExt cx="6449225" cy="4193850"/>
          </a:xfrm>
        </p:grpSpPr>
        <p:sp>
          <p:nvSpPr>
            <p:cNvPr id="1980" name="Google Shape;1980;p24"/>
            <p:cNvSpPr/>
            <p:nvPr/>
          </p:nvSpPr>
          <p:spPr>
            <a:xfrm>
              <a:off x="597550" y="4893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1" name="Google Shape;1981;p24"/>
            <p:cNvSpPr/>
            <p:nvPr/>
          </p:nvSpPr>
          <p:spPr>
            <a:xfrm>
              <a:off x="597550" y="4780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2" name="Google Shape;1982;p24"/>
            <p:cNvSpPr/>
            <p:nvPr/>
          </p:nvSpPr>
          <p:spPr>
            <a:xfrm>
              <a:off x="597550" y="46671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3" name="Google Shape;1983;p24"/>
            <p:cNvSpPr/>
            <p:nvPr/>
          </p:nvSpPr>
          <p:spPr>
            <a:xfrm>
              <a:off x="597550" y="4553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4" name="Google Shape;1984;p24"/>
            <p:cNvSpPr/>
            <p:nvPr/>
          </p:nvSpPr>
          <p:spPr>
            <a:xfrm>
              <a:off x="597550" y="4441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5" name="Google Shape;1985;p24"/>
            <p:cNvSpPr/>
            <p:nvPr/>
          </p:nvSpPr>
          <p:spPr>
            <a:xfrm>
              <a:off x="597550" y="4328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6" name="Google Shape;1986;p24"/>
            <p:cNvSpPr/>
            <p:nvPr/>
          </p:nvSpPr>
          <p:spPr>
            <a:xfrm>
              <a:off x="597550" y="42150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7" name="Google Shape;1987;p24"/>
            <p:cNvSpPr/>
            <p:nvPr/>
          </p:nvSpPr>
          <p:spPr>
            <a:xfrm>
              <a:off x="597550" y="4101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8" name="Google Shape;1988;p24"/>
            <p:cNvSpPr/>
            <p:nvPr/>
          </p:nvSpPr>
          <p:spPr>
            <a:xfrm>
              <a:off x="597550" y="3988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9" name="Google Shape;1989;p24"/>
            <p:cNvSpPr/>
            <p:nvPr/>
          </p:nvSpPr>
          <p:spPr>
            <a:xfrm>
              <a:off x="597550" y="3875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0" name="Google Shape;1990;p24"/>
            <p:cNvSpPr/>
            <p:nvPr/>
          </p:nvSpPr>
          <p:spPr>
            <a:xfrm>
              <a:off x="597550" y="3762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1" name="Google Shape;1991;p24"/>
            <p:cNvSpPr/>
            <p:nvPr/>
          </p:nvSpPr>
          <p:spPr>
            <a:xfrm>
              <a:off x="597550" y="36496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2" name="Google Shape;1992;p24"/>
            <p:cNvSpPr/>
            <p:nvPr/>
          </p:nvSpPr>
          <p:spPr>
            <a:xfrm>
              <a:off x="597550" y="35364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3" name="Google Shape;1993;p24"/>
            <p:cNvSpPr/>
            <p:nvPr/>
          </p:nvSpPr>
          <p:spPr>
            <a:xfrm>
              <a:off x="597550" y="34232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4" name="Google Shape;1994;p24"/>
            <p:cNvSpPr/>
            <p:nvPr/>
          </p:nvSpPr>
          <p:spPr>
            <a:xfrm>
              <a:off x="597550" y="33100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5" name="Google Shape;1995;p24"/>
            <p:cNvSpPr/>
            <p:nvPr/>
          </p:nvSpPr>
          <p:spPr>
            <a:xfrm>
              <a:off x="597550" y="31967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6" name="Google Shape;1996;p24"/>
            <p:cNvSpPr/>
            <p:nvPr/>
          </p:nvSpPr>
          <p:spPr>
            <a:xfrm>
              <a:off x="597550" y="30835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7" name="Google Shape;1997;p24"/>
            <p:cNvSpPr/>
            <p:nvPr/>
          </p:nvSpPr>
          <p:spPr>
            <a:xfrm>
              <a:off x="597550" y="29703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8" name="Google Shape;1998;p24"/>
            <p:cNvSpPr/>
            <p:nvPr/>
          </p:nvSpPr>
          <p:spPr>
            <a:xfrm>
              <a:off x="597550" y="28578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9" name="Google Shape;1999;p24"/>
            <p:cNvSpPr/>
            <p:nvPr/>
          </p:nvSpPr>
          <p:spPr>
            <a:xfrm>
              <a:off x="597550" y="27446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0" name="Google Shape;2000;p24"/>
            <p:cNvSpPr/>
            <p:nvPr/>
          </p:nvSpPr>
          <p:spPr>
            <a:xfrm>
              <a:off x="597550" y="263140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" name="Google Shape;2001;p24"/>
            <p:cNvSpPr/>
            <p:nvPr/>
          </p:nvSpPr>
          <p:spPr>
            <a:xfrm>
              <a:off x="597550" y="251817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" name="Google Shape;2002;p24"/>
            <p:cNvSpPr/>
            <p:nvPr/>
          </p:nvSpPr>
          <p:spPr>
            <a:xfrm>
              <a:off x="597550" y="24049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3" name="Google Shape;2003;p24"/>
            <p:cNvSpPr/>
            <p:nvPr/>
          </p:nvSpPr>
          <p:spPr>
            <a:xfrm>
              <a:off x="597550" y="22917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4" name="Google Shape;2004;p24"/>
            <p:cNvSpPr/>
            <p:nvPr/>
          </p:nvSpPr>
          <p:spPr>
            <a:xfrm>
              <a:off x="597550" y="21792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5" name="Google Shape;2005;p24"/>
            <p:cNvSpPr/>
            <p:nvPr/>
          </p:nvSpPr>
          <p:spPr>
            <a:xfrm>
              <a:off x="597550" y="20660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6" name="Google Shape;2006;p24"/>
            <p:cNvSpPr/>
            <p:nvPr/>
          </p:nvSpPr>
          <p:spPr>
            <a:xfrm>
              <a:off x="597550" y="19528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7" name="Google Shape;2007;p24"/>
            <p:cNvSpPr/>
            <p:nvPr/>
          </p:nvSpPr>
          <p:spPr>
            <a:xfrm>
              <a:off x="597550" y="1839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8" name="Google Shape;2008;p24"/>
            <p:cNvSpPr/>
            <p:nvPr/>
          </p:nvSpPr>
          <p:spPr>
            <a:xfrm>
              <a:off x="597550" y="1726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9" name="Google Shape;2009;p24"/>
            <p:cNvSpPr/>
            <p:nvPr/>
          </p:nvSpPr>
          <p:spPr>
            <a:xfrm>
              <a:off x="597550" y="16131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0" name="Google Shape;2010;p24"/>
            <p:cNvSpPr/>
            <p:nvPr/>
          </p:nvSpPr>
          <p:spPr>
            <a:xfrm>
              <a:off x="597550" y="1499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1" name="Google Shape;2011;p24"/>
            <p:cNvSpPr/>
            <p:nvPr/>
          </p:nvSpPr>
          <p:spPr>
            <a:xfrm>
              <a:off x="597550" y="1387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2" name="Google Shape;2012;p24"/>
            <p:cNvSpPr/>
            <p:nvPr/>
          </p:nvSpPr>
          <p:spPr>
            <a:xfrm>
              <a:off x="597550" y="1274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3" name="Google Shape;2013;p24"/>
            <p:cNvSpPr/>
            <p:nvPr/>
          </p:nvSpPr>
          <p:spPr>
            <a:xfrm>
              <a:off x="597550" y="11610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4" name="Google Shape;2014;p24"/>
            <p:cNvSpPr/>
            <p:nvPr/>
          </p:nvSpPr>
          <p:spPr>
            <a:xfrm>
              <a:off x="597550" y="1047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5" name="Google Shape;2015;p24"/>
            <p:cNvSpPr/>
            <p:nvPr/>
          </p:nvSpPr>
          <p:spPr>
            <a:xfrm>
              <a:off x="597550" y="934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6" name="Google Shape;2016;p24"/>
            <p:cNvSpPr/>
            <p:nvPr/>
          </p:nvSpPr>
          <p:spPr>
            <a:xfrm>
              <a:off x="597550" y="821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7" name="Google Shape;2017;p24"/>
            <p:cNvSpPr/>
            <p:nvPr/>
          </p:nvSpPr>
          <p:spPr>
            <a:xfrm>
              <a:off x="597550" y="708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18" name="Google Shape;2018;p24"/>
          <p:cNvGrpSpPr/>
          <p:nvPr/>
        </p:nvGrpSpPr>
        <p:grpSpPr>
          <a:xfrm>
            <a:off x="4674957" y="4956042"/>
            <a:ext cx="1520982" cy="302065"/>
            <a:chOff x="5642557" y="-150670"/>
            <a:chExt cx="1520982" cy="302065"/>
          </a:xfrm>
        </p:grpSpPr>
        <p:sp>
          <p:nvSpPr>
            <p:cNvPr id="2019" name="Google Shape;2019;p24"/>
            <p:cNvSpPr/>
            <p:nvPr/>
          </p:nvSpPr>
          <p:spPr>
            <a:xfrm>
              <a:off x="5736006" y="-104304"/>
              <a:ext cx="1335611" cy="209364"/>
            </a:xfrm>
            <a:custGeom>
              <a:avLst/>
              <a:gdLst/>
              <a:ahLst/>
              <a:cxnLst/>
              <a:rect l="l" t="t" r="r" b="b"/>
              <a:pathLst>
                <a:path w="42863" h="6719" fill="none" extrusionOk="0">
                  <a:moveTo>
                    <a:pt x="1" y="0"/>
                  </a:moveTo>
                  <a:lnTo>
                    <a:pt x="19064" y="0"/>
                  </a:lnTo>
                  <a:lnTo>
                    <a:pt x="25782" y="6718"/>
                  </a:lnTo>
                  <a:lnTo>
                    <a:pt x="42862" y="6718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" name="Google Shape;2020;p24"/>
            <p:cNvSpPr/>
            <p:nvPr/>
          </p:nvSpPr>
          <p:spPr>
            <a:xfrm>
              <a:off x="7071586" y="59442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2950" y="1463"/>
                  </a:moveTo>
                  <a:cubicBezTo>
                    <a:pt x="2950" y="2281"/>
                    <a:pt x="2281" y="2951"/>
                    <a:pt x="1463" y="2951"/>
                  </a:cubicBezTo>
                  <a:cubicBezTo>
                    <a:pt x="645" y="2951"/>
                    <a:pt x="0" y="2281"/>
                    <a:pt x="0" y="1463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" name="Google Shape;2021;p24"/>
            <p:cNvSpPr/>
            <p:nvPr/>
          </p:nvSpPr>
          <p:spPr>
            <a:xfrm>
              <a:off x="7095517" y="84152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5" y="1"/>
                  </a:moveTo>
                  <a:cubicBezTo>
                    <a:pt x="323" y="1"/>
                    <a:pt x="1" y="298"/>
                    <a:pt x="1" y="670"/>
                  </a:cubicBezTo>
                  <a:cubicBezTo>
                    <a:pt x="1" y="1067"/>
                    <a:pt x="323" y="1364"/>
                    <a:pt x="695" y="1364"/>
                  </a:cubicBezTo>
                  <a:cubicBezTo>
                    <a:pt x="1091" y="1364"/>
                    <a:pt x="1389" y="1067"/>
                    <a:pt x="1389" y="670"/>
                  </a:cubicBezTo>
                  <a:cubicBezTo>
                    <a:pt x="1389" y="298"/>
                    <a:pt x="1091" y="1"/>
                    <a:pt x="69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2" name="Google Shape;2022;p24"/>
            <p:cNvSpPr/>
            <p:nvPr/>
          </p:nvSpPr>
          <p:spPr>
            <a:xfrm>
              <a:off x="5642557" y="-150670"/>
              <a:ext cx="91953" cy="92732"/>
            </a:xfrm>
            <a:custGeom>
              <a:avLst/>
              <a:gdLst/>
              <a:ahLst/>
              <a:cxnLst/>
              <a:rect l="l" t="t" r="r" b="b"/>
              <a:pathLst>
                <a:path w="2951" h="2976" fill="none" extrusionOk="0">
                  <a:moveTo>
                    <a:pt x="2950" y="1488"/>
                  </a:moveTo>
                  <a:cubicBezTo>
                    <a:pt x="2950" y="2306"/>
                    <a:pt x="2281" y="2976"/>
                    <a:pt x="1463" y="2976"/>
                  </a:cubicBezTo>
                  <a:cubicBezTo>
                    <a:pt x="645" y="2976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3" name="Google Shape;2023;p24"/>
            <p:cNvSpPr/>
            <p:nvPr/>
          </p:nvSpPr>
          <p:spPr>
            <a:xfrm>
              <a:off x="5666488" y="-125929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322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2" y="1388"/>
                    <a:pt x="1389" y="1066"/>
                    <a:pt x="1389" y="694"/>
                  </a:cubicBezTo>
                  <a:cubicBezTo>
                    <a:pt x="1389" y="322"/>
                    <a:pt x="1092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24" name="Google Shape;2024;p24"/>
          <p:cNvGrpSpPr/>
          <p:nvPr/>
        </p:nvGrpSpPr>
        <p:grpSpPr>
          <a:xfrm rot="5400000">
            <a:off x="85100" y="2306825"/>
            <a:ext cx="98902" cy="553090"/>
            <a:chOff x="4898850" y="4820550"/>
            <a:chExt cx="98902" cy="553090"/>
          </a:xfrm>
        </p:grpSpPr>
        <p:sp>
          <p:nvSpPr>
            <p:cNvPr id="2025" name="Google Shape;2025;p24"/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" name="Google Shape;2026;p24"/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" name="Google Shape;2027;p24"/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" name="Google Shape;2028;p24"/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" name="Google Shape;2029;p24"/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30" name="Google Shape;2030;p24"/>
          <p:cNvGrpSpPr/>
          <p:nvPr/>
        </p:nvGrpSpPr>
        <p:grpSpPr>
          <a:xfrm>
            <a:off x="-1744592" y="3592129"/>
            <a:ext cx="2297800" cy="347400"/>
            <a:chOff x="-1439792" y="3592129"/>
            <a:chExt cx="2297800" cy="347400"/>
          </a:xfrm>
        </p:grpSpPr>
        <p:sp>
          <p:nvSpPr>
            <p:cNvPr id="2031" name="Google Shape;2031;p24"/>
            <p:cNvSpPr/>
            <p:nvPr/>
          </p:nvSpPr>
          <p:spPr>
            <a:xfrm>
              <a:off x="-1439792" y="3871429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" name="Google Shape;2032;p24"/>
            <p:cNvSpPr/>
            <p:nvPr/>
          </p:nvSpPr>
          <p:spPr>
            <a:xfrm>
              <a:off x="-1136692" y="3592129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33" name="Google Shape;2033;p24"/>
          <p:cNvSpPr/>
          <p:nvPr/>
        </p:nvSpPr>
        <p:spPr>
          <a:xfrm rot="10800000">
            <a:off x="414162" y="4465664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34" name="Google Shape;2034;p24"/>
          <p:cNvGrpSpPr/>
          <p:nvPr/>
        </p:nvGrpSpPr>
        <p:grpSpPr>
          <a:xfrm>
            <a:off x="-222733" y="225814"/>
            <a:ext cx="1507157" cy="586800"/>
            <a:chOff x="-222733" y="225814"/>
            <a:chExt cx="1507157" cy="586800"/>
          </a:xfrm>
        </p:grpSpPr>
        <p:sp>
          <p:nvSpPr>
            <p:cNvPr id="2035" name="Google Shape;2035;p24"/>
            <p:cNvSpPr/>
            <p:nvPr/>
          </p:nvSpPr>
          <p:spPr>
            <a:xfrm rot="-5400000">
              <a:off x="348812" y="-122999"/>
              <a:ext cx="586800" cy="1284425"/>
            </a:xfrm>
            <a:prstGeom prst="flowChartOffpageConnector">
              <a:avLst/>
            </a:prstGeom>
            <a:gradFill>
              <a:gsLst>
                <a:gs pos="0">
                  <a:schemeClr val="accent4"/>
                </a:gs>
                <a:gs pos="100000">
                  <a:schemeClr val="lt2"/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036" name="Google Shape;2036;p24"/>
            <p:cNvGrpSpPr/>
            <p:nvPr/>
          </p:nvGrpSpPr>
          <p:grpSpPr>
            <a:xfrm>
              <a:off x="-222733" y="452241"/>
              <a:ext cx="1105976" cy="133969"/>
              <a:chOff x="8183182" y="663852"/>
              <a:chExt cx="1475028" cy="178673"/>
            </a:xfrm>
          </p:grpSpPr>
          <p:grpSp>
            <p:nvGrpSpPr>
              <p:cNvPr id="2037" name="Google Shape;2037;p24"/>
              <p:cNvGrpSpPr/>
              <p:nvPr/>
            </p:nvGrpSpPr>
            <p:grpSpPr>
              <a:xfrm>
                <a:off x="8183182" y="774425"/>
                <a:ext cx="1178025" cy="68100"/>
                <a:chOff x="2024450" y="204150"/>
                <a:chExt cx="1178025" cy="68100"/>
              </a:xfrm>
            </p:grpSpPr>
            <p:sp>
              <p:nvSpPr>
                <p:cNvPr id="2038" name="Google Shape;2038;p24"/>
                <p:cNvSpPr/>
                <p:nvPr/>
              </p:nvSpPr>
              <p:spPr>
                <a:xfrm>
                  <a:off x="202445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39" name="Google Shape;2039;p24"/>
                <p:cNvSpPr/>
                <p:nvPr/>
              </p:nvSpPr>
              <p:spPr>
                <a:xfrm>
                  <a:off x="214777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40" name="Google Shape;2040;p24"/>
                <p:cNvSpPr/>
                <p:nvPr/>
              </p:nvSpPr>
              <p:spPr>
                <a:xfrm>
                  <a:off x="227110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41" name="Google Shape;2041;p24"/>
                <p:cNvSpPr/>
                <p:nvPr/>
              </p:nvSpPr>
              <p:spPr>
                <a:xfrm>
                  <a:off x="239442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42" name="Google Shape;2042;p24"/>
                <p:cNvSpPr/>
                <p:nvPr/>
              </p:nvSpPr>
              <p:spPr>
                <a:xfrm>
                  <a:off x="251775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43" name="Google Shape;2043;p24"/>
                <p:cNvSpPr/>
                <p:nvPr/>
              </p:nvSpPr>
              <p:spPr>
                <a:xfrm>
                  <a:off x="264107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44" name="Google Shape;2044;p24"/>
                <p:cNvSpPr/>
                <p:nvPr/>
              </p:nvSpPr>
              <p:spPr>
                <a:xfrm>
                  <a:off x="276440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45" name="Google Shape;2045;p24"/>
                <p:cNvSpPr/>
                <p:nvPr/>
              </p:nvSpPr>
              <p:spPr>
                <a:xfrm>
                  <a:off x="288772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46" name="Google Shape;2046;p24"/>
                <p:cNvSpPr/>
                <p:nvPr/>
              </p:nvSpPr>
              <p:spPr>
                <a:xfrm>
                  <a:off x="301105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47" name="Google Shape;2047;p24"/>
                <p:cNvSpPr/>
                <p:nvPr/>
              </p:nvSpPr>
              <p:spPr>
                <a:xfrm>
                  <a:off x="313437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48" name="Google Shape;2048;p24"/>
              <p:cNvGrpSpPr/>
              <p:nvPr/>
            </p:nvGrpSpPr>
            <p:grpSpPr>
              <a:xfrm>
                <a:off x="8480185" y="663852"/>
                <a:ext cx="1178025" cy="68100"/>
                <a:chOff x="2024450" y="204150"/>
                <a:chExt cx="1178025" cy="68100"/>
              </a:xfrm>
            </p:grpSpPr>
            <p:sp>
              <p:nvSpPr>
                <p:cNvPr id="2049" name="Google Shape;2049;p24"/>
                <p:cNvSpPr/>
                <p:nvPr/>
              </p:nvSpPr>
              <p:spPr>
                <a:xfrm>
                  <a:off x="202445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50" name="Google Shape;2050;p24"/>
                <p:cNvSpPr/>
                <p:nvPr/>
              </p:nvSpPr>
              <p:spPr>
                <a:xfrm>
                  <a:off x="214777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51" name="Google Shape;2051;p24"/>
                <p:cNvSpPr/>
                <p:nvPr/>
              </p:nvSpPr>
              <p:spPr>
                <a:xfrm>
                  <a:off x="227110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52" name="Google Shape;2052;p24"/>
                <p:cNvSpPr/>
                <p:nvPr/>
              </p:nvSpPr>
              <p:spPr>
                <a:xfrm>
                  <a:off x="239442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53" name="Google Shape;2053;p24"/>
                <p:cNvSpPr/>
                <p:nvPr/>
              </p:nvSpPr>
              <p:spPr>
                <a:xfrm>
                  <a:off x="251775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54" name="Google Shape;2054;p24"/>
                <p:cNvSpPr/>
                <p:nvPr/>
              </p:nvSpPr>
              <p:spPr>
                <a:xfrm>
                  <a:off x="264107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55" name="Google Shape;2055;p24"/>
                <p:cNvSpPr/>
                <p:nvPr/>
              </p:nvSpPr>
              <p:spPr>
                <a:xfrm>
                  <a:off x="276440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56" name="Google Shape;2056;p24"/>
                <p:cNvSpPr/>
                <p:nvPr/>
              </p:nvSpPr>
              <p:spPr>
                <a:xfrm>
                  <a:off x="288772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57" name="Google Shape;2057;p24"/>
                <p:cNvSpPr/>
                <p:nvPr/>
              </p:nvSpPr>
              <p:spPr>
                <a:xfrm>
                  <a:off x="301105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58" name="Google Shape;2058;p24"/>
                <p:cNvSpPr/>
                <p:nvPr/>
              </p:nvSpPr>
              <p:spPr>
                <a:xfrm>
                  <a:off x="313437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sp>
        <p:nvSpPr>
          <p:cNvPr id="2059" name="Google Shape;2059;p24"/>
          <p:cNvSpPr/>
          <p:nvPr/>
        </p:nvSpPr>
        <p:spPr>
          <a:xfrm>
            <a:off x="8557212" y="-11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60" name="Google Shape;2060;p24"/>
          <p:cNvGrpSpPr/>
          <p:nvPr/>
        </p:nvGrpSpPr>
        <p:grpSpPr>
          <a:xfrm>
            <a:off x="8041407" y="183762"/>
            <a:ext cx="1520982" cy="302065"/>
            <a:chOff x="5642557" y="-150670"/>
            <a:chExt cx="1520982" cy="302065"/>
          </a:xfrm>
        </p:grpSpPr>
        <p:sp>
          <p:nvSpPr>
            <p:cNvPr id="2061" name="Google Shape;2061;p24"/>
            <p:cNvSpPr/>
            <p:nvPr/>
          </p:nvSpPr>
          <p:spPr>
            <a:xfrm>
              <a:off x="5736006" y="-104304"/>
              <a:ext cx="1335611" cy="209364"/>
            </a:xfrm>
            <a:custGeom>
              <a:avLst/>
              <a:gdLst/>
              <a:ahLst/>
              <a:cxnLst/>
              <a:rect l="l" t="t" r="r" b="b"/>
              <a:pathLst>
                <a:path w="42863" h="6719" fill="none" extrusionOk="0">
                  <a:moveTo>
                    <a:pt x="1" y="0"/>
                  </a:moveTo>
                  <a:lnTo>
                    <a:pt x="19064" y="0"/>
                  </a:lnTo>
                  <a:lnTo>
                    <a:pt x="25782" y="6718"/>
                  </a:lnTo>
                  <a:lnTo>
                    <a:pt x="42862" y="6718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24"/>
            <p:cNvSpPr/>
            <p:nvPr/>
          </p:nvSpPr>
          <p:spPr>
            <a:xfrm>
              <a:off x="7071586" y="59442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2950" y="1463"/>
                  </a:moveTo>
                  <a:cubicBezTo>
                    <a:pt x="2950" y="2281"/>
                    <a:pt x="2281" y="2951"/>
                    <a:pt x="1463" y="2951"/>
                  </a:cubicBezTo>
                  <a:cubicBezTo>
                    <a:pt x="645" y="2951"/>
                    <a:pt x="0" y="2281"/>
                    <a:pt x="0" y="1463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24"/>
            <p:cNvSpPr/>
            <p:nvPr/>
          </p:nvSpPr>
          <p:spPr>
            <a:xfrm>
              <a:off x="7095517" y="84152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5" y="1"/>
                  </a:moveTo>
                  <a:cubicBezTo>
                    <a:pt x="323" y="1"/>
                    <a:pt x="1" y="298"/>
                    <a:pt x="1" y="670"/>
                  </a:cubicBezTo>
                  <a:cubicBezTo>
                    <a:pt x="1" y="1067"/>
                    <a:pt x="323" y="1364"/>
                    <a:pt x="695" y="1364"/>
                  </a:cubicBezTo>
                  <a:cubicBezTo>
                    <a:pt x="1091" y="1364"/>
                    <a:pt x="1389" y="1067"/>
                    <a:pt x="1389" y="670"/>
                  </a:cubicBezTo>
                  <a:cubicBezTo>
                    <a:pt x="1389" y="298"/>
                    <a:pt x="1091" y="1"/>
                    <a:pt x="69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" name="Google Shape;2064;p24"/>
            <p:cNvSpPr/>
            <p:nvPr/>
          </p:nvSpPr>
          <p:spPr>
            <a:xfrm>
              <a:off x="5642557" y="-150670"/>
              <a:ext cx="91953" cy="92732"/>
            </a:xfrm>
            <a:custGeom>
              <a:avLst/>
              <a:gdLst/>
              <a:ahLst/>
              <a:cxnLst/>
              <a:rect l="l" t="t" r="r" b="b"/>
              <a:pathLst>
                <a:path w="2951" h="2976" fill="none" extrusionOk="0">
                  <a:moveTo>
                    <a:pt x="2950" y="1488"/>
                  </a:moveTo>
                  <a:cubicBezTo>
                    <a:pt x="2950" y="2306"/>
                    <a:pt x="2281" y="2976"/>
                    <a:pt x="1463" y="2976"/>
                  </a:cubicBezTo>
                  <a:cubicBezTo>
                    <a:pt x="645" y="2976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" name="Google Shape;2065;p24"/>
            <p:cNvSpPr/>
            <p:nvPr/>
          </p:nvSpPr>
          <p:spPr>
            <a:xfrm>
              <a:off x="5666488" y="-125929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322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2" y="1388"/>
                    <a:pt x="1389" y="1066"/>
                    <a:pt x="1389" y="694"/>
                  </a:cubicBezTo>
                  <a:cubicBezTo>
                    <a:pt x="1389" y="322"/>
                    <a:pt x="1092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66" name="Google Shape;2066;p24"/>
          <p:cNvGrpSpPr/>
          <p:nvPr/>
        </p:nvGrpSpPr>
        <p:grpSpPr>
          <a:xfrm rot="5400000">
            <a:off x="8360264" y="2845229"/>
            <a:ext cx="883262" cy="242091"/>
            <a:chOff x="2300350" y="2601250"/>
            <a:chExt cx="2275275" cy="623625"/>
          </a:xfrm>
        </p:grpSpPr>
        <p:sp>
          <p:nvSpPr>
            <p:cNvPr id="2067" name="Google Shape;2067;p24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" name="Google Shape;2068;p24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9" name="Google Shape;2069;p24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2070;p24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" name="Google Shape;2071;p24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" name="Google Shape;2072;p24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73" name="Google Shape;2073;p24"/>
          <p:cNvGrpSpPr/>
          <p:nvPr/>
        </p:nvGrpSpPr>
        <p:grpSpPr>
          <a:xfrm>
            <a:off x="8267392" y="4678866"/>
            <a:ext cx="1105976" cy="133969"/>
            <a:chOff x="8183182" y="663852"/>
            <a:chExt cx="1475028" cy="178673"/>
          </a:xfrm>
        </p:grpSpPr>
        <p:grpSp>
          <p:nvGrpSpPr>
            <p:cNvPr id="2074" name="Google Shape;2074;p24"/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2075" name="Google Shape;2075;p24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6" name="Google Shape;2076;p24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7" name="Google Shape;2077;p24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8" name="Google Shape;2078;p24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9" name="Google Shape;2079;p24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0" name="Google Shape;2080;p24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1" name="Google Shape;2081;p24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2" name="Google Shape;2082;p24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3" name="Google Shape;2083;p24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4" name="Google Shape;2084;p24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085" name="Google Shape;2085;p24"/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2086" name="Google Shape;2086;p24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7" name="Google Shape;2087;p24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8" name="Google Shape;2088;p24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9" name="Google Shape;2089;p24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0" name="Google Shape;2090;p24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1" name="Google Shape;2091;p24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2" name="Google Shape;2092;p24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3" name="Google Shape;2093;p24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4" name="Google Shape;2094;p24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5" name="Google Shape;2095;p24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096" name="Google Shape;2096;p24"/>
          <p:cNvGrpSpPr/>
          <p:nvPr/>
        </p:nvGrpSpPr>
        <p:grpSpPr>
          <a:xfrm>
            <a:off x="5023301" y="238994"/>
            <a:ext cx="1252897" cy="51000"/>
            <a:chOff x="2915381" y="4104819"/>
            <a:chExt cx="1252897" cy="51000"/>
          </a:xfrm>
        </p:grpSpPr>
        <p:sp>
          <p:nvSpPr>
            <p:cNvPr id="2097" name="Google Shape;2097;p24"/>
            <p:cNvSpPr/>
            <p:nvPr/>
          </p:nvSpPr>
          <p:spPr>
            <a:xfrm>
              <a:off x="2915381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24"/>
            <p:cNvSpPr/>
            <p:nvPr/>
          </p:nvSpPr>
          <p:spPr>
            <a:xfrm>
              <a:off x="3007850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" name="Google Shape;2099;p24"/>
            <p:cNvSpPr/>
            <p:nvPr/>
          </p:nvSpPr>
          <p:spPr>
            <a:xfrm>
              <a:off x="3100319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24"/>
            <p:cNvSpPr/>
            <p:nvPr/>
          </p:nvSpPr>
          <p:spPr>
            <a:xfrm>
              <a:off x="3192788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24"/>
            <p:cNvSpPr/>
            <p:nvPr/>
          </p:nvSpPr>
          <p:spPr>
            <a:xfrm>
              <a:off x="328525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24"/>
            <p:cNvSpPr/>
            <p:nvPr/>
          </p:nvSpPr>
          <p:spPr>
            <a:xfrm>
              <a:off x="3377726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" name="Google Shape;2103;p24"/>
            <p:cNvSpPr/>
            <p:nvPr/>
          </p:nvSpPr>
          <p:spPr>
            <a:xfrm>
              <a:off x="3470195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" name="Google Shape;2104;p24"/>
            <p:cNvSpPr/>
            <p:nvPr/>
          </p:nvSpPr>
          <p:spPr>
            <a:xfrm>
              <a:off x="3562664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" name="Google Shape;2105;p24"/>
            <p:cNvSpPr/>
            <p:nvPr/>
          </p:nvSpPr>
          <p:spPr>
            <a:xfrm>
              <a:off x="3655133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" name="Google Shape;2106;p24"/>
            <p:cNvSpPr/>
            <p:nvPr/>
          </p:nvSpPr>
          <p:spPr>
            <a:xfrm>
              <a:off x="3747602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7" name="Google Shape;2107;p24"/>
            <p:cNvSpPr/>
            <p:nvPr/>
          </p:nvSpPr>
          <p:spPr>
            <a:xfrm>
              <a:off x="38400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8" name="Google Shape;2108;p24"/>
            <p:cNvSpPr/>
            <p:nvPr/>
          </p:nvSpPr>
          <p:spPr>
            <a:xfrm>
              <a:off x="39324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9" name="Google Shape;2109;p24"/>
            <p:cNvSpPr/>
            <p:nvPr/>
          </p:nvSpPr>
          <p:spPr>
            <a:xfrm>
              <a:off x="40248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0" name="Google Shape;2110;p24"/>
            <p:cNvSpPr/>
            <p:nvPr/>
          </p:nvSpPr>
          <p:spPr>
            <a:xfrm>
              <a:off x="41172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11" name="Google Shape;2111;p24"/>
          <p:cNvSpPr txBox="1">
            <a:spLocks noGrp="1"/>
          </p:cNvSpPr>
          <p:nvPr>
            <p:ph type="title"/>
          </p:nvPr>
        </p:nvSpPr>
        <p:spPr>
          <a:xfrm>
            <a:off x="713100" y="539400"/>
            <a:ext cx="7717800" cy="572700"/>
          </a:xfrm>
          <a:prstGeom prst="rect">
            <a:avLst/>
          </a:prstGeom>
          <a:effectLst>
            <a:outerShdw blurRad="8572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BLANK_14">
    <p:spTree>
      <p:nvGrpSpPr>
        <p:cNvPr id="1" name="Shape 2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13" name="Google Shape;2113;p25"/>
          <p:cNvGrpSpPr/>
          <p:nvPr/>
        </p:nvGrpSpPr>
        <p:grpSpPr>
          <a:xfrm>
            <a:off x="-24" y="-27"/>
            <a:ext cx="9143711" cy="5143338"/>
            <a:chOff x="597550" y="708125"/>
            <a:chExt cx="6449225" cy="4193850"/>
          </a:xfrm>
        </p:grpSpPr>
        <p:sp>
          <p:nvSpPr>
            <p:cNvPr id="2114" name="Google Shape;2114;p25"/>
            <p:cNvSpPr/>
            <p:nvPr/>
          </p:nvSpPr>
          <p:spPr>
            <a:xfrm>
              <a:off x="597550" y="4893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" name="Google Shape;2115;p25"/>
            <p:cNvSpPr/>
            <p:nvPr/>
          </p:nvSpPr>
          <p:spPr>
            <a:xfrm>
              <a:off x="597550" y="4780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6" name="Google Shape;2116;p25"/>
            <p:cNvSpPr/>
            <p:nvPr/>
          </p:nvSpPr>
          <p:spPr>
            <a:xfrm>
              <a:off x="597550" y="46671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7" name="Google Shape;2117;p25"/>
            <p:cNvSpPr/>
            <p:nvPr/>
          </p:nvSpPr>
          <p:spPr>
            <a:xfrm>
              <a:off x="597550" y="4553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8" name="Google Shape;2118;p25"/>
            <p:cNvSpPr/>
            <p:nvPr/>
          </p:nvSpPr>
          <p:spPr>
            <a:xfrm>
              <a:off x="597550" y="4441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" name="Google Shape;2119;p25"/>
            <p:cNvSpPr/>
            <p:nvPr/>
          </p:nvSpPr>
          <p:spPr>
            <a:xfrm>
              <a:off x="597550" y="4328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" name="Google Shape;2120;p25"/>
            <p:cNvSpPr/>
            <p:nvPr/>
          </p:nvSpPr>
          <p:spPr>
            <a:xfrm>
              <a:off x="597550" y="42150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" name="Google Shape;2121;p25"/>
            <p:cNvSpPr/>
            <p:nvPr/>
          </p:nvSpPr>
          <p:spPr>
            <a:xfrm>
              <a:off x="597550" y="4101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" name="Google Shape;2122;p25"/>
            <p:cNvSpPr/>
            <p:nvPr/>
          </p:nvSpPr>
          <p:spPr>
            <a:xfrm>
              <a:off x="597550" y="3988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" name="Google Shape;2123;p25"/>
            <p:cNvSpPr/>
            <p:nvPr/>
          </p:nvSpPr>
          <p:spPr>
            <a:xfrm>
              <a:off x="597550" y="3875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4" name="Google Shape;2124;p25"/>
            <p:cNvSpPr/>
            <p:nvPr/>
          </p:nvSpPr>
          <p:spPr>
            <a:xfrm>
              <a:off x="597550" y="3762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5" name="Google Shape;2125;p25"/>
            <p:cNvSpPr/>
            <p:nvPr/>
          </p:nvSpPr>
          <p:spPr>
            <a:xfrm>
              <a:off x="597550" y="36496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6" name="Google Shape;2126;p25"/>
            <p:cNvSpPr/>
            <p:nvPr/>
          </p:nvSpPr>
          <p:spPr>
            <a:xfrm>
              <a:off x="597550" y="35364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" name="Google Shape;2127;p25"/>
            <p:cNvSpPr/>
            <p:nvPr/>
          </p:nvSpPr>
          <p:spPr>
            <a:xfrm>
              <a:off x="597550" y="34232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" name="Google Shape;2128;p25"/>
            <p:cNvSpPr/>
            <p:nvPr/>
          </p:nvSpPr>
          <p:spPr>
            <a:xfrm>
              <a:off x="597550" y="33100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" name="Google Shape;2129;p25"/>
            <p:cNvSpPr/>
            <p:nvPr/>
          </p:nvSpPr>
          <p:spPr>
            <a:xfrm>
              <a:off x="597550" y="31967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0" name="Google Shape;2130;p25"/>
            <p:cNvSpPr/>
            <p:nvPr/>
          </p:nvSpPr>
          <p:spPr>
            <a:xfrm>
              <a:off x="597550" y="30835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1" name="Google Shape;2131;p25"/>
            <p:cNvSpPr/>
            <p:nvPr/>
          </p:nvSpPr>
          <p:spPr>
            <a:xfrm>
              <a:off x="597550" y="29703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2" name="Google Shape;2132;p25"/>
            <p:cNvSpPr/>
            <p:nvPr/>
          </p:nvSpPr>
          <p:spPr>
            <a:xfrm>
              <a:off x="597550" y="28578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" name="Google Shape;2133;p25"/>
            <p:cNvSpPr/>
            <p:nvPr/>
          </p:nvSpPr>
          <p:spPr>
            <a:xfrm>
              <a:off x="597550" y="27446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" name="Google Shape;2134;p25"/>
            <p:cNvSpPr/>
            <p:nvPr/>
          </p:nvSpPr>
          <p:spPr>
            <a:xfrm>
              <a:off x="597550" y="263140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5" name="Google Shape;2135;p25"/>
            <p:cNvSpPr/>
            <p:nvPr/>
          </p:nvSpPr>
          <p:spPr>
            <a:xfrm>
              <a:off x="597550" y="251817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6" name="Google Shape;2136;p25"/>
            <p:cNvSpPr/>
            <p:nvPr/>
          </p:nvSpPr>
          <p:spPr>
            <a:xfrm>
              <a:off x="597550" y="24049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" name="Google Shape;2137;p25"/>
            <p:cNvSpPr/>
            <p:nvPr/>
          </p:nvSpPr>
          <p:spPr>
            <a:xfrm>
              <a:off x="597550" y="22917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" name="Google Shape;2138;p25"/>
            <p:cNvSpPr/>
            <p:nvPr/>
          </p:nvSpPr>
          <p:spPr>
            <a:xfrm>
              <a:off x="597550" y="21792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9" name="Google Shape;2139;p25"/>
            <p:cNvSpPr/>
            <p:nvPr/>
          </p:nvSpPr>
          <p:spPr>
            <a:xfrm>
              <a:off x="597550" y="20660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0" name="Google Shape;2140;p25"/>
            <p:cNvSpPr/>
            <p:nvPr/>
          </p:nvSpPr>
          <p:spPr>
            <a:xfrm>
              <a:off x="597550" y="19528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" name="Google Shape;2141;p25"/>
            <p:cNvSpPr/>
            <p:nvPr/>
          </p:nvSpPr>
          <p:spPr>
            <a:xfrm>
              <a:off x="597550" y="1839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" name="Google Shape;2142;p25"/>
            <p:cNvSpPr/>
            <p:nvPr/>
          </p:nvSpPr>
          <p:spPr>
            <a:xfrm>
              <a:off x="597550" y="1726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3" name="Google Shape;2143;p25"/>
            <p:cNvSpPr/>
            <p:nvPr/>
          </p:nvSpPr>
          <p:spPr>
            <a:xfrm>
              <a:off x="597550" y="16131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4" name="Google Shape;2144;p25"/>
            <p:cNvSpPr/>
            <p:nvPr/>
          </p:nvSpPr>
          <p:spPr>
            <a:xfrm>
              <a:off x="597550" y="1499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" name="Google Shape;2145;p25"/>
            <p:cNvSpPr/>
            <p:nvPr/>
          </p:nvSpPr>
          <p:spPr>
            <a:xfrm>
              <a:off x="597550" y="1387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" name="Google Shape;2146;p25"/>
            <p:cNvSpPr/>
            <p:nvPr/>
          </p:nvSpPr>
          <p:spPr>
            <a:xfrm>
              <a:off x="597550" y="1274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" name="Google Shape;2147;p25"/>
            <p:cNvSpPr/>
            <p:nvPr/>
          </p:nvSpPr>
          <p:spPr>
            <a:xfrm>
              <a:off x="597550" y="11610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8" name="Google Shape;2148;p25"/>
            <p:cNvSpPr/>
            <p:nvPr/>
          </p:nvSpPr>
          <p:spPr>
            <a:xfrm>
              <a:off x="597550" y="1047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9" name="Google Shape;2149;p25"/>
            <p:cNvSpPr/>
            <p:nvPr/>
          </p:nvSpPr>
          <p:spPr>
            <a:xfrm>
              <a:off x="597550" y="934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" name="Google Shape;2150;p25"/>
            <p:cNvSpPr/>
            <p:nvPr/>
          </p:nvSpPr>
          <p:spPr>
            <a:xfrm>
              <a:off x="597550" y="821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" name="Google Shape;2151;p25"/>
            <p:cNvSpPr/>
            <p:nvPr/>
          </p:nvSpPr>
          <p:spPr>
            <a:xfrm>
              <a:off x="597550" y="708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52" name="Google Shape;2152;p25"/>
          <p:cNvSpPr/>
          <p:nvPr/>
        </p:nvSpPr>
        <p:spPr>
          <a:xfrm rot="-5400000">
            <a:off x="120212" y="72934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53" name="Google Shape;2153;p25"/>
          <p:cNvGrpSpPr/>
          <p:nvPr/>
        </p:nvGrpSpPr>
        <p:grpSpPr>
          <a:xfrm rot="5400000">
            <a:off x="85100" y="3657925"/>
            <a:ext cx="98902" cy="553090"/>
            <a:chOff x="4898850" y="4820550"/>
            <a:chExt cx="98902" cy="553090"/>
          </a:xfrm>
        </p:grpSpPr>
        <p:sp>
          <p:nvSpPr>
            <p:cNvPr id="2154" name="Google Shape;2154;p25"/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" name="Google Shape;2155;p25"/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6" name="Google Shape;2156;p25"/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2157;p25"/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2158;p25"/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59" name="Google Shape;2159;p25"/>
          <p:cNvGrpSpPr/>
          <p:nvPr/>
        </p:nvGrpSpPr>
        <p:grpSpPr>
          <a:xfrm flipH="1">
            <a:off x="-538592" y="566830"/>
            <a:ext cx="1823016" cy="296643"/>
            <a:chOff x="7857346" y="3902355"/>
            <a:chExt cx="1823016" cy="296643"/>
          </a:xfrm>
        </p:grpSpPr>
        <p:sp>
          <p:nvSpPr>
            <p:cNvPr id="2160" name="Google Shape;2160;p25"/>
            <p:cNvSpPr/>
            <p:nvPr/>
          </p:nvSpPr>
          <p:spPr>
            <a:xfrm>
              <a:off x="7956216" y="4048371"/>
              <a:ext cx="1724145" cy="150627"/>
            </a:xfrm>
            <a:custGeom>
              <a:avLst/>
              <a:gdLst/>
              <a:ahLst/>
              <a:cxnLst/>
              <a:rect l="l" t="t" r="r" b="b"/>
              <a:pathLst>
                <a:path w="55332" h="4834" fill="none" extrusionOk="0">
                  <a:moveTo>
                    <a:pt x="55331" y="4834"/>
                  </a:moveTo>
                  <a:lnTo>
                    <a:pt x="28930" y="4834"/>
                  </a:lnTo>
                  <a:lnTo>
                    <a:pt x="27294" y="3198"/>
                  </a:lnTo>
                  <a:lnTo>
                    <a:pt x="24072" y="0"/>
                  </a:ln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25"/>
            <p:cNvSpPr/>
            <p:nvPr/>
          </p:nvSpPr>
          <p:spPr>
            <a:xfrm>
              <a:off x="8453686" y="3902355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0" y="1488"/>
                  </a:moveTo>
                  <a:cubicBezTo>
                    <a:pt x="0" y="670"/>
                    <a:pt x="670" y="1"/>
                    <a:pt x="1488" y="1"/>
                  </a:cubicBezTo>
                  <a:cubicBezTo>
                    <a:pt x="2306" y="1"/>
                    <a:pt x="2950" y="670"/>
                    <a:pt x="2950" y="1488"/>
                  </a:cubicBezTo>
                  <a:cubicBezTo>
                    <a:pt x="2950" y="2281"/>
                    <a:pt x="2306" y="2951"/>
                    <a:pt x="1488" y="2951"/>
                  </a:cubicBezTo>
                  <a:cubicBezTo>
                    <a:pt x="670" y="2951"/>
                    <a:pt x="0" y="2281"/>
                    <a:pt x="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25"/>
            <p:cNvSpPr/>
            <p:nvPr/>
          </p:nvSpPr>
          <p:spPr>
            <a:xfrm>
              <a:off x="8478396" y="3927096"/>
              <a:ext cx="43281" cy="42502"/>
            </a:xfrm>
            <a:custGeom>
              <a:avLst/>
              <a:gdLst/>
              <a:ahLst/>
              <a:cxnLst/>
              <a:rect l="l" t="t" r="r" b="b"/>
              <a:pathLst>
                <a:path w="1389" h="1364" extrusionOk="0">
                  <a:moveTo>
                    <a:pt x="695" y="0"/>
                  </a:moveTo>
                  <a:cubicBezTo>
                    <a:pt x="298" y="0"/>
                    <a:pt x="1" y="298"/>
                    <a:pt x="1" y="694"/>
                  </a:cubicBezTo>
                  <a:cubicBezTo>
                    <a:pt x="1" y="1066"/>
                    <a:pt x="298" y="1363"/>
                    <a:pt x="695" y="1363"/>
                  </a:cubicBezTo>
                  <a:cubicBezTo>
                    <a:pt x="1067" y="1363"/>
                    <a:pt x="1389" y="1066"/>
                    <a:pt x="1389" y="694"/>
                  </a:cubicBezTo>
                  <a:cubicBezTo>
                    <a:pt x="1389" y="298"/>
                    <a:pt x="1067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25"/>
            <p:cNvSpPr/>
            <p:nvPr/>
          </p:nvSpPr>
          <p:spPr>
            <a:xfrm>
              <a:off x="7857346" y="4002005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" y="1463"/>
                  </a:moveTo>
                  <a:cubicBezTo>
                    <a:pt x="1" y="670"/>
                    <a:pt x="670" y="1"/>
                    <a:pt x="1488" y="1"/>
                  </a:cubicBezTo>
                  <a:cubicBezTo>
                    <a:pt x="2306" y="1"/>
                    <a:pt x="2951" y="670"/>
                    <a:pt x="2951" y="1463"/>
                  </a:cubicBezTo>
                  <a:cubicBezTo>
                    <a:pt x="2951" y="2281"/>
                    <a:pt x="2306" y="2951"/>
                    <a:pt x="1488" y="2951"/>
                  </a:cubicBezTo>
                  <a:cubicBezTo>
                    <a:pt x="670" y="2951"/>
                    <a:pt x="1" y="2281"/>
                    <a:pt x="1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25"/>
            <p:cNvSpPr/>
            <p:nvPr/>
          </p:nvSpPr>
          <p:spPr>
            <a:xfrm>
              <a:off x="7882087" y="4026715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25"/>
            <p:cNvSpPr/>
            <p:nvPr/>
          </p:nvSpPr>
          <p:spPr>
            <a:xfrm>
              <a:off x="8545608" y="3948721"/>
              <a:ext cx="1134754" cy="175368"/>
            </a:xfrm>
            <a:custGeom>
              <a:avLst/>
              <a:gdLst/>
              <a:ahLst/>
              <a:cxnLst/>
              <a:rect l="l" t="t" r="r" b="b"/>
              <a:pathLst>
                <a:path w="36417" h="5628" fill="none" extrusionOk="0">
                  <a:moveTo>
                    <a:pt x="0" y="0"/>
                  </a:moveTo>
                  <a:lnTo>
                    <a:pt x="6049" y="0"/>
                  </a:lnTo>
                  <a:lnTo>
                    <a:pt x="8379" y="2330"/>
                  </a:lnTo>
                  <a:lnTo>
                    <a:pt x="11676" y="5627"/>
                  </a:lnTo>
                  <a:lnTo>
                    <a:pt x="36416" y="5627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66" name="Google Shape;2166;p25"/>
          <p:cNvGrpSpPr/>
          <p:nvPr/>
        </p:nvGrpSpPr>
        <p:grpSpPr>
          <a:xfrm rot="5400000">
            <a:off x="4799100" y="4593800"/>
            <a:ext cx="98902" cy="553090"/>
            <a:chOff x="4898850" y="4820550"/>
            <a:chExt cx="98902" cy="553090"/>
          </a:xfrm>
        </p:grpSpPr>
        <p:sp>
          <p:nvSpPr>
            <p:cNvPr id="2167" name="Google Shape;2167;p25"/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25"/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25"/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25"/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25"/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72" name="Google Shape;2172;p25"/>
          <p:cNvGrpSpPr/>
          <p:nvPr/>
        </p:nvGrpSpPr>
        <p:grpSpPr>
          <a:xfrm>
            <a:off x="432919" y="4756119"/>
            <a:ext cx="1105976" cy="133969"/>
            <a:chOff x="8183182" y="663852"/>
            <a:chExt cx="1475028" cy="178673"/>
          </a:xfrm>
        </p:grpSpPr>
        <p:grpSp>
          <p:nvGrpSpPr>
            <p:cNvPr id="2173" name="Google Shape;2173;p25"/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2174" name="Google Shape;2174;p25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5" name="Google Shape;2175;p25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6" name="Google Shape;2176;p25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7" name="Google Shape;2177;p25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8" name="Google Shape;2178;p25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9" name="Google Shape;2179;p25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0" name="Google Shape;2180;p25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1" name="Google Shape;2181;p25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2" name="Google Shape;2182;p25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3" name="Google Shape;2183;p25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84" name="Google Shape;2184;p25"/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2185" name="Google Shape;2185;p25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6" name="Google Shape;2186;p25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7" name="Google Shape;2187;p25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8" name="Google Shape;2188;p25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9" name="Google Shape;2189;p25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0" name="Google Shape;2190;p25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1" name="Google Shape;2191;p25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2" name="Google Shape;2192;p25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3" name="Google Shape;2193;p25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4" name="Google Shape;2194;p25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195" name="Google Shape;2195;p25"/>
          <p:cNvSpPr/>
          <p:nvPr/>
        </p:nvSpPr>
        <p:spPr>
          <a:xfrm rot="5400000">
            <a:off x="8279899" y="4228125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6" name="Google Shape;2196;p25"/>
          <p:cNvSpPr/>
          <p:nvPr/>
        </p:nvSpPr>
        <p:spPr>
          <a:xfrm>
            <a:off x="8161612" y="-348808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97" name="Google Shape;2197;p25"/>
          <p:cNvGrpSpPr/>
          <p:nvPr/>
        </p:nvGrpSpPr>
        <p:grpSpPr>
          <a:xfrm>
            <a:off x="8395576" y="4749303"/>
            <a:ext cx="883262" cy="242091"/>
            <a:chOff x="2300350" y="2601250"/>
            <a:chExt cx="2275275" cy="623625"/>
          </a:xfrm>
        </p:grpSpPr>
        <p:sp>
          <p:nvSpPr>
            <p:cNvPr id="2198" name="Google Shape;2198;p25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9" name="Google Shape;2199;p25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0" name="Google Shape;2200;p25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1" name="Google Shape;2201;p25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2" name="Google Shape;2202;p25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3" name="Google Shape;2203;p25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04" name="Google Shape;2204;p25"/>
          <p:cNvGrpSpPr/>
          <p:nvPr/>
        </p:nvGrpSpPr>
        <p:grpSpPr>
          <a:xfrm>
            <a:off x="5989113" y="235761"/>
            <a:ext cx="1252897" cy="51000"/>
            <a:chOff x="2915381" y="4104819"/>
            <a:chExt cx="1252897" cy="51000"/>
          </a:xfrm>
        </p:grpSpPr>
        <p:sp>
          <p:nvSpPr>
            <p:cNvPr id="2205" name="Google Shape;2205;p25"/>
            <p:cNvSpPr/>
            <p:nvPr/>
          </p:nvSpPr>
          <p:spPr>
            <a:xfrm>
              <a:off x="2915381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6" name="Google Shape;2206;p25"/>
            <p:cNvSpPr/>
            <p:nvPr/>
          </p:nvSpPr>
          <p:spPr>
            <a:xfrm>
              <a:off x="3007850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7" name="Google Shape;2207;p25"/>
            <p:cNvSpPr/>
            <p:nvPr/>
          </p:nvSpPr>
          <p:spPr>
            <a:xfrm>
              <a:off x="3100319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8" name="Google Shape;2208;p25"/>
            <p:cNvSpPr/>
            <p:nvPr/>
          </p:nvSpPr>
          <p:spPr>
            <a:xfrm>
              <a:off x="3192788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9" name="Google Shape;2209;p25"/>
            <p:cNvSpPr/>
            <p:nvPr/>
          </p:nvSpPr>
          <p:spPr>
            <a:xfrm>
              <a:off x="328525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0" name="Google Shape;2210;p25"/>
            <p:cNvSpPr/>
            <p:nvPr/>
          </p:nvSpPr>
          <p:spPr>
            <a:xfrm>
              <a:off x="3377726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1" name="Google Shape;2211;p25"/>
            <p:cNvSpPr/>
            <p:nvPr/>
          </p:nvSpPr>
          <p:spPr>
            <a:xfrm>
              <a:off x="3470195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2" name="Google Shape;2212;p25"/>
            <p:cNvSpPr/>
            <p:nvPr/>
          </p:nvSpPr>
          <p:spPr>
            <a:xfrm>
              <a:off x="3562664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3" name="Google Shape;2213;p25"/>
            <p:cNvSpPr/>
            <p:nvPr/>
          </p:nvSpPr>
          <p:spPr>
            <a:xfrm>
              <a:off x="3655133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4" name="Google Shape;2214;p25"/>
            <p:cNvSpPr/>
            <p:nvPr/>
          </p:nvSpPr>
          <p:spPr>
            <a:xfrm>
              <a:off x="3747602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5" name="Google Shape;2215;p25"/>
            <p:cNvSpPr/>
            <p:nvPr/>
          </p:nvSpPr>
          <p:spPr>
            <a:xfrm>
              <a:off x="38400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6" name="Google Shape;2216;p25"/>
            <p:cNvSpPr/>
            <p:nvPr/>
          </p:nvSpPr>
          <p:spPr>
            <a:xfrm>
              <a:off x="39324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7" name="Google Shape;2217;p25"/>
            <p:cNvSpPr/>
            <p:nvPr/>
          </p:nvSpPr>
          <p:spPr>
            <a:xfrm>
              <a:off x="40248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8" name="Google Shape;2218;p25"/>
            <p:cNvSpPr/>
            <p:nvPr/>
          </p:nvSpPr>
          <p:spPr>
            <a:xfrm>
              <a:off x="41172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19" name="Google Shape;2219;p25"/>
          <p:cNvSpPr txBox="1">
            <a:spLocks noGrp="1"/>
          </p:cNvSpPr>
          <p:nvPr>
            <p:ph type="title"/>
          </p:nvPr>
        </p:nvSpPr>
        <p:spPr>
          <a:xfrm>
            <a:off x="713100" y="539400"/>
            <a:ext cx="7717800" cy="572700"/>
          </a:xfrm>
          <a:prstGeom prst="rect">
            <a:avLst/>
          </a:prstGeom>
          <a:effectLst>
            <a:outerShdw blurRad="85725" algn="bl" rotWithShape="0">
              <a:schemeClr val="accent2">
                <a:alpha val="41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3">
    <p:spTree>
      <p:nvGrpSpPr>
        <p:cNvPr id="1" name="Shape 2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50" name="Google Shape;2450;p28"/>
          <p:cNvGrpSpPr/>
          <p:nvPr/>
        </p:nvGrpSpPr>
        <p:grpSpPr>
          <a:xfrm>
            <a:off x="-24" y="-27"/>
            <a:ext cx="9143711" cy="5143338"/>
            <a:chOff x="597550" y="708125"/>
            <a:chExt cx="6449225" cy="4193850"/>
          </a:xfrm>
        </p:grpSpPr>
        <p:sp>
          <p:nvSpPr>
            <p:cNvPr id="2451" name="Google Shape;2451;p28"/>
            <p:cNvSpPr/>
            <p:nvPr/>
          </p:nvSpPr>
          <p:spPr>
            <a:xfrm>
              <a:off x="597550" y="4893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2" name="Google Shape;2452;p28"/>
            <p:cNvSpPr/>
            <p:nvPr/>
          </p:nvSpPr>
          <p:spPr>
            <a:xfrm>
              <a:off x="597550" y="4780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3" name="Google Shape;2453;p28"/>
            <p:cNvSpPr/>
            <p:nvPr/>
          </p:nvSpPr>
          <p:spPr>
            <a:xfrm>
              <a:off x="597550" y="46671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4" name="Google Shape;2454;p28"/>
            <p:cNvSpPr/>
            <p:nvPr/>
          </p:nvSpPr>
          <p:spPr>
            <a:xfrm>
              <a:off x="597550" y="4553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5" name="Google Shape;2455;p28"/>
            <p:cNvSpPr/>
            <p:nvPr/>
          </p:nvSpPr>
          <p:spPr>
            <a:xfrm>
              <a:off x="597550" y="4441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6" name="Google Shape;2456;p28"/>
            <p:cNvSpPr/>
            <p:nvPr/>
          </p:nvSpPr>
          <p:spPr>
            <a:xfrm>
              <a:off x="597550" y="4328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7" name="Google Shape;2457;p28"/>
            <p:cNvSpPr/>
            <p:nvPr/>
          </p:nvSpPr>
          <p:spPr>
            <a:xfrm>
              <a:off x="597550" y="42150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8" name="Google Shape;2458;p28"/>
            <p:cNvSpPr/>
            <p:nvPr/>
          </p:nvSpPr>
          <p:spPr>
            <a:xfrm>
              <a:off x="597550" y="4101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9" name="Google Shape;2459;p28"/>
            <p:cNvSpPr/>
            <p:nvPr/>
          </p:nvSpPr>
          <p:spPr>
            <a:xfrm>
              <a:off x="597550" y="3988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0" name="Google Shape;2460;p28"/>
            <p:cNvSpPr/>
            <p:nvPr/>
          </p:nvSpPr>
          <p:spPr>
            <a:xfrm>
              <a:off x="597550" y="3875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1" name="Google Shape;2461;p28"/>
            <p:cNvSpPr/>
            <p:nvPr/>
          </p:nvSpPr>
          <p:spPr>
            <a:xfrm>
              <a:off x="597550" y="3762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2" name="Google Shape;2462;p28"/>
            <p:cNvSpPr/>
            <p:nvPr/>
          </p:nvSpPr>
          <p:spPr>
            <a:xfrm>
              <a:off x="597550" y="36496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3" name="Google Shape;2463;p28"/>
            <p:cNvSpPr/>
            <p:nvPr/>
          </p:nvSpPr>
          <p:spPr>
            <a:xfrm>
              <a:off x="597550" y="35364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4" name="Google Shape;2464;p28"/>
            <p:cNvSpPr/>
            <p:nvPr/>
          </p:nvSpPr>
          <p:spPr>
            <a:xfrm>
              <a:off x="597550" y="34232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5" name="Google Shape;2465;p28"/>
            <p:cNvSpPr/>
            <p:nvPr/>
          </p:nvSpPr>
          <p:spPr>
            <a:xfrm>
              <a:off x="597550" y="33100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6" name="Google Shape;2466;p28"/>
            <p:cNvSpPr/>
            <p:nvPr/>
          </p:nvSpPr>
          <p:spPr>
            <a:xfrm>
              <a:off x="597550" y="31967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7" name="Google Shape;2467;p28"/>
            <p:cNvSpPr/>
            <p:nvPr/>
          </p:nvSpPr>
          <p:spPr>
            <a:xfrm>
              <a:off x="597550" y="30835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8" name="Google Shape;2468;p28"/>
            <p:cNvSpPr/>
            <p:nvPr/>
          </p:nvSpPr>
          <p:spPr>
            <a:xfrm>
              <a:off x="597550" y="29703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9" name="Google Shape;2469;p28"/>
            <p:cNvSpPr/>
            <p:nvPr/>
          </p:nvSpPr>
          <p:spPr>
            <a:xfrm>
              <a:off x="597550" y="28578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0" name="Google Shape;2470;p28"/>
            <p:cNvSpPr/>
            <p:nvPr/>
          </p:nvSpPr>
          <p:spPr>
            <a:xfrm>
              <a:off x="597550" y="27446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1" name="Google Shape;2471;p28"/>
            <p:cNvSpPr/>
            <p:nvPr/>
          </p:nvSpPr>
          <p:spPr>
            <a:xfrm>
              <a:off x="597550" y="263140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2" name="Google Shape;2472;p28"/>
            <p:cNvSpPr/>
            <p:nvPr/>
          </p:nvSpPr>
          <p:spPr>
            <a:xfrm>
              <a:off x="597550" y="251817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3" name="Google Shape;2473;p28"/>
            <p:cNvSpPr/>
            <p:nvPr/>
          </p:nvSpPr>
          <p:spPr>
            <a:xfrm>
              <a:off x="597550" y="24049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4" name="Google Shape;2474;p28"/>
            <p:cNvSpPr/>
            <p:nvPr/>
          </p:nvSpPr>
          <p:spPr>
            <a:xfrm>
              <a:off x="597550" y="22917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5" name="Google Shape;2475;p28"/>
            <p:cNvSpPr/>
            <p:nvPr/>
          </p:nvSpPr>
          <p:spPr>
            <a:xfrm>
              <a:off x="597550" y="21792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6" name="Google Shape;2476;p28"/>
            <p:cNvSpPr/>
            <p:nvPr/>
          </p:nvSpPr>
          <p:spPr>
            <a:xfrm>
              <a:off x="597550" y="20660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7" name="Google Shape;2477;p28"/>
            <p:cNvSpPr/>
            <p:nvPr/>
          </p:nvSpPr>
          <p:spPr>
            <a:xfrm>
              <a:off x="597550" y="19528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8" name="Google Shape;2478;p28"/>
            <p:cNvSpPr/>
            <p:nvPr/>
          </p:nvSpPr>
          <p:spPr>
            <a:xfrm>
              <a:off x="597550" y="1839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9" name="Google Shape;2479;p28"/>
            <p:cNvSpPr/>
            <p:nvPr/>
          </p:nvSpPr>
          <p:spPr>
            <a:xfrm>
              <a:off x="597550" y="1726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0" name="Google Shape;2480;p28"/>
            <p:cNvSpPr/>
            <p:nvPr/>
          </p:nvSpPr>
          <p:spPr>
            <a:xfrm>
              <a:off x="597550" y="16131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1" name="Google Shape;2481;p28"/>
            <p:cNvSpPr/>
            <p:nvPr/>
          </p:nvSpPr>
          <p:spPr>
            <a:xfrm>
              <a:off x="597550" y="1499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2" name="Google Shape;2482;p28"/>
            <p:cNvSpPr/>
            <p:nvPr/>
          </p:nvSpPr>
          <p:spPr>
            <a:xfrm>
              <a:off x="597550" y="1387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3" name="Google Shape;2483;p28"/>
            <p:cNvSpPr/>
            <p:nvPr/>
          </p:nvSpPr>
          <p:spPr>
            <a:xfrm>
              <a:off x="597550" y="1274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4" name="Google Shape;2484;p28"/>
            <p:cNvSpPr/>
            <p:nvPr/>
          </p:nvSpPr>
          <p:spPr>
            <a:xfrm>
              <a:off x="597550" y="11610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5" name="Google Shape;2485;p28"/>
            <p:cNvSpPr/>
            <p:nvPr/>
          </p:nvSpPr>
          <p:spPr>
            <a:xfrm>
              <a:off x="597550" y="1047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6" name="Google Shape;2486;p28"/>
            <p:cNvSpPr/>
            <p:nvPr/>
          </p:nvSpPr>
          <p:spPr>
            <a:xfrm>
              <a:off x="597550" y="934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7" name="Google Shape;2487;p28"/>
            <p:cNvSpPr/>
            <p:nvPr/>
          </p:nvSpPr>
          <p:spPr>
            <a:xfrm>
              <a:off x="597550" y="821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8" name="Google Shape;2488;p28"/>
            <p:cNvSpPr/>
            <p:nvPr/>
          </p:nvSpPr>
          <p:spPr>
            <a:xfrm>
              <a:off x="597550" y="708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89" name="Google Shape;2489;p28"/>
          <p:cNvGrpSpPr/>
          <p:nvPr/>
        </p:nvGrpSpPr>
        <p:grpSpPr>
          <a:xfrm rot="5400000">
            <a:off x="85100" y="1849625"/>
            <a:ext cx="98902" cy="553090"/>
            <a:chOff x="4898850" y="4820550"/>
            <a:chExt cx="98902" cy="553090"/>
          </a:xfrm>
        </p:grpSpPr>
        <p:sp>
          <p:nvSpPr>
            <p:cNvPr id="2490" name="Google Shape;2490;p28"/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1" name="Google Shape;2491;p28"/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2" name="Google Shape;2492;p28"/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3" name="Google Shape;2493;p28"/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4" name="Google Shape;2494;p28"/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95" name="Google Shape;2495;p28"/>
          <p:cNvGrpSpPr/>
          <p:nvPr/>
        </p:nvGrpSpPr>
        <p:grpSpPr>
          <a:xfrm flipH="1">
            <a:off x="-839729" y="2843530"/>
            <a:ext cx="1823016" cy="196994"/>
            <a:chOff x="7857346" y="4002005"/>
            <a:chExt cx="1823016" cy="196994"/>
          </a:xfrm>
        </p:grpSpPr>
        <p:sp>
          <p:nvSpPr>
            <p:cNvPr id="2496" name="Google Shape;2496;p28"/>
            <p:cNvSpPr/>
            <p:nvPr/>
          </p:nvSpPr>
          <p:spPr>
            <a:xfrm>
              <a:off x="7956216" y="4048371"/>
              <a:ext cx="1724145" cy="150627"/>
            </a:xfrm>
            <a:custGeom>
              <a:avLst/>
              <a:gdLst/>
              <a:ahLst/>
              <a:cxnLst/>
              <a:rect l="l" t="t" r="r" b="b"/>
              <a:pathLst>
                <a:path w="55332" h="4834" fill="none" extrusionOk="0">
                  <a:moveTo>
                    <a:pt x="55331" y="4834"/>
                  </a:moveTo>
                  <a:lnTo>
                    <a:pt x="28930" y="4834"/>
                  </a:lnTo>
                  <a:lnTo>
                    <a:pt x="27294" y="3198"/>
                  </a:lnTo>
                  <a:lnTo>
                    <a:pt x="24072" y="0"/>
                  </a:ln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7" name="Google Shape;2497;p28"/>
            <p:cNvSpPr/>
            <p:nvPr/>
          </p:nvSpPr>
          <p:spPr>
            <a:xfrm>
              <a:off x="7857346" y="4002005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" y="1463"/>
                  </a:moveTo>
                  <a:cubicBezTo>
                    <a:pt x="1" y="670"/>
                    <a:pt x="670" y="1"/>
                    <a:pt x="1488" y="1"/>
                  </a:cubicBezTo>
                  <a:cubicBezTo>
                    <a:pt x="2306" y="1"/>
                    <a:pt x="2951" y="670"/>
                    <a:pt x="2951" y="1463"/>
                  </a:cubicBezTo>
                  <a:cubicBezTo>
                    <a:pt x="2951" y="2281"/>
                    <a:pt x="2306" y="2951"/>
                    <a:pt x="1488" y="2951"/>
                  </a:cubicBezTo>
                  <a:cubicBezTo>
                    <a:pt x="670" y="2951"/>
                    <a:pt x="1" y="2281"/>
                    <a:pt x="1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8" name="Google Shape;2498;p28"/>
            <p:cNvSpPr/>
            <p:nvPr/>
          </p:nvSpPr>
          <p:spPr>
            <a:xfrm>
              <a:off x="7882087" y="4026715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99" name="Google Shape;2499;p28"/>
          <p:cNvSpPr/>
          <p:nvPr/>
        </p:nvSpPr>
        <p:spPr>
          <a:xfrm rot="5400000">
            <a:off x="8206149" y="3859075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0" name="Google Shape;2500;p28"/>
          <p:cNvSpPr/>
          <p:nvPr/>
        </p:nvSpPr>
        <p:spPr>
          <a:xfrm>
            <a:off x="8206162" y="-348811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01" name="Google Shape;2501;p28"/>
          <p:cNvGrpSpPr/>
          <p:nvPr/>
        </p:nvGrpSpPr>
        <p:grpSpPr>
          <a:xfrm>
            <a:off x="8267392" y="3231066"/>
            <a:ext cx="1105976" cy="133969"/>
            <a:chOff x="8183182" y="663852"/>
            <a:chExt cx="1475028" cy="178673"/>
          </a:xfrm>
        </p:grpSpPr>
        <p:grpSp>
          <p:nvGrpSpPr>
            <p:cNvPr id="2502" name="Google Shape;2502;p28"/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2503" name="Google Shape;2503;p28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4" name="Google Shape;2504;p28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5" name="Google Shape;2505;p28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6" name="Google Shape;2506;p28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7" name="Google Shape;2507;p28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8" name="Google Shape;2508;p28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9" name="Google Shape;2509;p28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0" name="Google Shape;2510;p28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1" name="Google Shape;2511;p28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2" name="Google Shape;2512;p28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13" name="Google Shape;2513;p28"/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2514" name="Google Shape;2514;p28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5" name="Google Shape;2515;p28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6" name="Google Shape;2516;p28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7" name="Google Shape;2517;p28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8" name="Google Shape;2518;p28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9" name="Google Shape;2519;p28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0" name="Google Shape;2520;p28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1" name="Google Shape;2521;p28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2" name="Google Shape;2522;p28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3" name="Google Shape;2523;p28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524" name="Google Shape;2524;p28"/>
          <p:cNvGrpSpPr/>
          <p:nvPr/>
        </p:nvGrpSpPr>
        <p:grpSpPr>
          <a:xfrm flipH="1">
            <a:off x="4834557" y="-107958"/>
            <a:ext cx="1520982" cy="302065"/>
            <a:chOff x="5642557" y="-150670"/>
            <a:chExt cx="1520982" cy="302065"/>
          </a:xfrm>
        </p:grpSpPr>
        <p:sp>
          <p:nvSpPr>
            <p:cNvPr id="2525" name="Google Shape;2525;p28"/>
            <p:cNvSpPr/>
            <p:nvPr/>
          </p:nvSpPr>
          <p:spPr>
            <a:xfrm>
              <a:off x="5736006" y="-104304"/>
              <a:ext cx="1335611" cy="209364"/>
            </a:xfrm>
            <a:custGeom>
              <a:avLst/>
              <a:gdLst/>
              <a:ahLst/>
              <a:cxnLst/>
              <a:rect l="l" t="t" r="r" b="b"/>
              <a:pathLst>
                <a:path w="42863" h="6719" fill="none" extrusionOk="0">
                  <a:moveTo>
                    <a:pt x="1" y="0"/>
                  </a:moveTo>
                  <a:lnTo>
                    <a:pt x="19064" y="0"/>
                  </a:lnTo>
                  <a:lnTo>
                    <a:pt x="25782" y="6718"/>
                  </a:lnTo>
                  <a:lnTo>
                    <a:pt x="42862" y="6718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6" name="Google Shape;2526;p28"/>
            <p:cNvSpPr/>
            <p:nvPr/>
          </p:nvSpPr>
          <p:spPr>
            <a:xfrm>
              <a:off x="7071586" y="59442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2950" y="1463"/>
                  </a:moveTo>
                  <a:cubicBezTo>
                    <a:pt x="2950" y="2281"/>
                    <a:pt x="2281" y="2951"/>
                    <a:pt x="1463" y="2951"/>
                  </a:cubicBezTo>
                  <a:cubicBezTo>
                    <a:pt x="645" y="2951"/>
                    <a:pt x="0" y="2281"/>
                    <a:pt x="0" y="1463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7" name="Google Shape;2527;p28"/>
            <p:cNvSpPr/>
            <p:nvPr/>
          </p:nvSpPr>
          <p:spPr>
            <a:xfrm>
              <a:off x="7095517" y="84152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5" y="1"/>
                  </a:moveTo>
                  <a:cubicBezTo>
                    <a:pt x="323" y="1"/>
                    <a:pt x="1" y="298"/>
                    <a:pt x="1" y="670"/>
                  </a:cubicBezTo>
                  <a:cubicBezTo>
                    <a:pt x="1" y="1067"/>
                    <a:pt x="323" y="1364"/>
                    <a:pt x="695" y="1364"/>
                  </a:cubicBezTo>
                  <a:cubicBezTo>
                    <a:pt x="1091" y="1364"/>
                    <a:pt x="1389" y="1067"/>
                    <a:pt x="1389" y="670"/>
                  </a:cubicBezTo>
                  <a:cubicBezTo>
                    <a:pt x="1389" y="298"/>
                    <a:pt x="1091" y="1"/>
                    <a:pt x="69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8" name="Google Shape;2528;p28"/>
            <p:cNvSpPr/>
            <p:nvPr/>
          </p:nvSpPr>
          <p:spPr>
            <a:xfrm>
              <a:off x="5642557" y="-150670"/>
              <a:ext cx="91953" cy="92732"/>
            </a:xfrm>
            <a:custGeom>
              <a:avLst/>
              <a:gdLst/>
              <a:ahLst/>
              <a:cxnLst/>
              <a:rect l="l" t="t" r="r" b="b"/>
              <a:pathLst>
                <a:path w="2951" h="2976" fill="none" extrusionOk="0">
                  <a:moveTo>
                    <a:pt x="2950" y="1488"/>
                  </a:moveTo>
                  <a:cubicBezTo>
                    <a:pt x="2950" y="2306"/>
                    <a:pt x="2281" y="2976"/>
                    <a:pt x="1463" y="2976"/>
                  </a:cubicBezTo>
                  <a:cubicBezTo>
                    <a:pt x="645" y="2976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9" name="Google Shape;2529;p28"/>
            <p:cNvSpPr/>
            <p:nvPr/>
          </p:nvSpPr>
          <p:spPr>
            <a:xfrm>
              <a:off x="5666488" y="-125929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322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2" y="1388"/>
                    <a:pt x="1389" y="1066"/>
                    <a:pt x="1389" y="694"/>
                  </a:cubicBezTo>
                  <a:cubicBezTo>
                    <a:pt x="1389" y="322"/>
                    <a:pt x="1092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30" name="Google Shape;2530;p28"/>
          <p:cNvGrpSpPr/>
          <p:nvPr/>
        </p:nvGrpSpPr>
        <p:grpSpPr>
          <a:xfrm>
            <a:off x="635870" y="-1455296"/>
            <a:ext cx="347400" cy="2297800"/>
            <a:chOff x="6420895" y="-1455296"/>
            <a:chExt cx="347400" cy="2297800"/>
          </a:xfrm>
        </p:grpSpPr>
        <p:sp>
          <p:nvSpPr>
            <p:cNvPr id="2531" name="Google Shape;2531;p28"/>
            <p:cNvSpPr/>
            <p:nvPr/>
          </p:nvSpPr>
          <p:spPr>
            <a:xfrm rot="5400000">
              <a:off x="5457595" y="-491996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2" name="Google Shape;2532;p28"/>
            <p:cNvSpPr/>
            <p:nvPr/>
          </p:nvSpPr>
          <p:spPr>
            <a:xfrm rot="5400000">
              <a:off x="5736895" y="-188896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33" name="Google Shape;2533;p28"/>
          <p:cNvSpPr/>
          <p:nvPr/>
        </p:nvSpPr>
        <p:spPr>
          <a:xfrm rot="-5400000">
            <a:off x="348812" y="4207689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34" name="Google Shape;2534;p28"/>
          <p:cNvGrpSpPr/>
          <p:nvPr/>
        </p:nvGrpSpPr>
        <p:grpSpPr>
          <a:xfrm>
            <a:off x="333809" y="4164674"/>
            <a:ext cx="302065" cy="1520982"/>
            <a:chOff x="-108754" y="2690919"/>
            <a:chExt cx="302065" cy="1520982"/>
          </a:xfrm>
        </p:grpSpPr>
        <p:sp>
          <p:nvSpPr>
            <p:cNvPr id="2535" name="Google Shape;2535;p28"/>
            <p:cNvSpPr/>
            <p:nvPr/>
          </p:nvSpPr>
          <p:spPr>
            <a:xfrm>
              <a:off x="-62388" y="2782841"/>
              <a:ext cx="209364" cy="1335580"/>
            </a:xfrm>
            <a:custGeom>
              <a:avLst/>
              <a:gdLst/>
              <a:ahLst/>
              <a:cxnLst/>
              <a:rect l="l" t="t" r="r" b="b"/>
              <a:pathLst>
                <a:path w="6719" h="42862" fill="none" extrusionOk="0">
                  <a:moveTo>
                    <a:pt x="0" y="42862"/>
                  </a:moveTo>
                  <a:lnTo>
                    <a:pt x="0" y="23799"/>
                  </a:lnTo>
                  <a:lnTo>
                    <a:pt x="6718" y="17056"/>
                  </a:lnTo>
                  <a:lnTo>
                    <a:pt x="6718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6" name="Google Shape;2536;p28"/>
            <p:cNvSpPr/>
            <p:nvPr/>
          </p:nvSpPr>
          <p:spPr>
            <a:xfrm>
              <a:off x="101358" y="2690919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1"/>
                  </a:moveTo>
                  <a:cubicBezTo>
                    <a:pt x="2281" y="1"/>
                    <a:pt x="2951" y="645"/>
                    <a:pt x="2951" y="1463"/>
                  </a:cubicBezTo>
                  <a:cubicBezTo>
                    <a:pt x="2951" y="2281"/>
                    <a:pt x="2281" y="2951"/>
                    <a:pt x="1463" y="2951"/>
                  </a:cubicBezTo>
                  <a:cubicBezTo>
                    <a:pt x="645" y="2951"/>
                    <a:pt x="1" y="2281"/>
                    <a:pt x="1" y="1463"/>
                  </a:cubicBezTo>
                  <a:cubicBezTo>
                    <a:pt x="1" y="645"/>
                    <a:pt x="645" y="1"/>
                    <a:pt x="1463" y="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7" name="Google Shape;2537;p28"/>
            <p:cNvSpPr/>
            <p:nvPr/>
          </p:nvSpPr>
          <p:spPr>
            <a:xfrm>
              <a:off x="125320" y="2714881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4" y="0"/>
                  </a:moveTo>
                  <a:cubicBezTo>
                    <a:pt x="322" y="0"/>
                    <a:pt x="0" y="322"/>
                    <a:pt x="0" y="694"/>
                  </a:cubicBezTo>
                  <a:cubicBezTo>
                    <a:pt x="0" y="1091"/>
                    <a:pt x="322" y="1388"/>
                    <a:pt x="694" y="1388"/>
                  </a:cubicBezTo>
                  <a:cubicBezTo>
                    <a:pt x="1091" y="1388"/>
                    <a:pt x="1388" y="1091"/>
                    <a:pt x="1388" y="694"/>
                  </a:cubicBezTo>
                  <a:cubicBezTo>
                    <a:pt x="1388" y="322"/>
                    <a:pt x="1091" y="0"/>
                    <a:pt x="69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8" name="Google Shape;2538;p28"/>
            <p:cNvSpPr/>
            <p:nvPr/>
          </p:nvSpPr>
          <p:spPr>
            <a:xfrm>
              <a:off x="-108754" y="4119948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88" y="0"/>
                  </a:moveTo>
                  <a:cubicBezTo>
                    <a:pt x="2306" y="0"/>
                    <a:pt x="2951" y="670"/>
                    <a:pt x="2951" y="1463"/>
                  </a:cubicBezTo>
                  <a:cubicBezTo>
                    <a:pt x="2951" y="2281"/>
                    <a:pt x="2306" y="2950"/>
                    <a:pt x="1488" y="2950"/>
                  </a:cubicBezTo>
                  <a:cubicBezTo>
                    <a:pt x="670" y="2950"/>
                    <a:pt x="1" y="2281"/>
                    <a:pt x="1" y="1463"/>
                  </a:cubicBezTo>
                  <a:cubicBezTo>
                    <a:pt x="1" y="670"/>
                    <a:pt x="670" y="0"/>
                    <a:pt x="1488" y="0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9" name="Google Shape;2539;p28"/>
            <p:cNvSpPr/>
            <p:nvPr/>
          </p:nvSpPr>
          <p:spPr>
            <a:xfrm>
              <a:off x="-84013" y="4144658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40" name="Google Shape;2540;p28"/>
          <p:cNvGrpSpPr/>
          <p:nvPr/>
        </p:nvGrpSpPr>
        <p:grpSpPr>
          <a:xfrm>
            <a:off x="8490114" y="2144503"/>
            <a:ext cx="883262" cy="242091"/>
            <a:chOff x="2300350" y="2601250"/>
            <a:chExt cx="2275275" cy="623625"/>
          </a:xfrm>
        </p:grpSpPr>
        <p:sp>
          <p:nvSpPr>
            <p:cNvPr id="2541" name="Google Shape;2541;p28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2" name="Google Shape;2542;p28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3" name="Google Shape;2543;p28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4" name="Google Shape;2544;p28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5" name="Google Shape;2545;p28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6" name="Google Shape;2546;p28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2">
    <p:spTree>
      <p:nvGrpSpPr>
        <p:cNvPr id="1" name="Shape 2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48" name="Google Shape;2548;p29"/>
          <p:cNvGrpSpPr/>
          <p:nvPr/>
        </p:nvGrpSpPr>
        <p:grpSpPr>
          <a:xfrm>
            <a:off x="-24" y="-27"/>
            <a:ext cx="9143711" cy="5143338"/>
            <a:chOff x="597550" y="708125"/>
            <a:chExt cx="6449225" cy="4193850"/>
          </a:xfrm>
        </p:grpSpPr>
        <p:sp>
          <p:nvSpPr>
            <p:cNvPr id="2549" name="Google Shape;2549;p29"/>
            <p:cNvSpPr/>
            <p:nvPr/>
          </p:nvSpPr>
          <p:spPr>
            <a:xfrm>
              <a:off x="597550" y="4893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0" name="Google Shape;2550;p29"/>
            <p:cNvSpPr/>
            <p:nvPr/>
          </p:nvSpPr>
          <p:spPr>
            <a:xfrm>
              <a:off x="597550" y="4780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1" name="Google Shape;2551;p29"/>
            <p:cNvSpPr/>
            <p:nvPr/>
          </p:nvSpPr>
          <p:spPr>
            <a:xfrm>
              <a:off x="597550" y="46671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2" name="Google Shape;2552;p29"/>
            <p:cNvSpPr/>
            <p:nvPr/>
          </p:nvSpPr>
          <p:spPr>
            <a:xfrm>
              <a:off x="597550" y="4553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3" name="Google Shape;2553;p29"/>
            <p:cNvSpPr/>
            <p:nvPr/>
          </p:nvSpPr>
          <p:spPr>
            <a:xfrm>
              <a:off x="597550" y="4441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4" name="Google Shape;2554;p29"/>
            <p:cNvSpPr/>
            <p:nvPr/>
          </p:nvSpPr>
          <p:spPr>
            <a:xfrm>
              <a:off x="597550" y="4328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5" name="Google Shape;2555;p29"/>
            <p:cNvSpPr/>
            <p:nvPr/>
          </p:nvSpPr>
          <p:spPr>
            <a:xfrm>
              <a:off x="597550" y="42150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6" name="Google Shape;2556;p29"/>
            <p:cNvSpPr/>
            <p:nvPr/>
          </p:nvSpPr>
          <p:spPr>
            <a:xfrm>
              <a:off x="597550" y="4101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7" name="Google Shape;2557;p29"/>
            <p:cNvSpPr/>
            <p:nvPr/>
          </p:nvSpPr>
          <p:spPr>
            <a:xfrm>
              <a:off x="597550" y="3988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8" name="Google Shape;2558;p29"/>
            <p:cNvSpPr/>
            <p:nvPr/>
          </p:nvSpPr>
          <p:spPr>
            <a:xfrm>
              <a:off x="597550" y="3875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9" name="Google Shape;2559;p29"/>
            <p:cNvSpPr/>
            <p:nvPr/>
          </p:nvSpPr>
          <p:spPr>
            <a:xfrm>
              <a:off x="597550" y="3762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0" name="Google Shape;2560;p29"/>
            <p:cNvSpPr/>
            <p:nvPr/>
          </p:nvSpPr>
          <p:spPr>
            <a:xfrm>
              <a:off x="597550" y="36496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1" name="Google Shape;2561;p29"/>
            <p:cNvSpPr/>
            <p:nvPr/>
          </p:nvSpPr>
          <p:spPr>
            <a:xfrm>
              <a:off x="597550" y="35364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2" name="Google Shape;2562;p29"/>
            <p:cNvSpPr/>
            <p:nvPr/>
          </p:nvSpPr>
          <p:spPr>
            <a:xfrm>
              <a:off x="597550" y="34232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3" name="Google Shape;2563;p29"/>
            <p:cNvSpPr/>
            <p:nvPr/>
          </p:nvSpPr>
          <p:spPr>
            <a:xfrm>
              <a:off x="597550" y="33100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4" name="Google Shape;2564;p29"/>
            <p:cNvSpPr/>
            <p:nvPr/>
          </p:nvSpPr>
          <p:spPr>
            <a:xfrm>
              <a:off x="597550" y="31967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5" name="Google Shape;2565;p29"/>
            <p:cNvSpPr/>
            <p:nvPr/>
          </p:nvSpPr>
          <p:spPr>
            <a:xfrm>
              <a:off x="597550" y="30835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6" name="Google Shape;2566;p29"/>
            <p:cNvSpPr/>
            <p:nvPr/>
          </p:nvSpPr>
          <p:spPr>
            <a:xfrm>
              <a:off x="597550" y="29703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7" name="Google Shape;2567;p29"/>
            <p:cNvSpPr/>
            <p:nvPr/>
          </p:nvSpPr>
          <p:spPr>
            <a:xfrm>
              <a:off x="597550" y="28578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8" name="Google Shape;2568;p29"/>
            <p:cNvSpPr/>
            <p:nvPr/>
          </p:nvSpPr>
          <p:spPr>
            <a:xfrm>
              <a:off x="597550" y="27446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9" name="Google Shape;2569;p29"/>
            <p:cNvSpPr/>
            <p:nvPr/>
          </p:nvSpPr>
          <p:spPr>
            <a:xfrm>
              <a:off x="597550" y="263140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0" name="Google Shape;2570;p29"/>
            <p:cNvSpPr/>
            <p:nvPr/>
          </p:nvSpPr>
          <p:spPr>
            <a:xfrm>
              <a:off x="597550" y="251817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1" name="Google Shape;2571;p29"/>
            <p:cNvSpPr/>
            <p:nvPr/>
          </p:nvSpPr>
          <p:spPr>
            <a:xfrm>
              <a:off x="597550" y="24049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2" name="Google Shape;2572;p29"/>
            <p:cNvSpPr/>
            <p:nvPr/>
          </p:nvSpPr>
          <p:spPr>
            <a:xfrm>
              <a:off x="597550" y="22917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3" name="Google Shape;2573;p29"/>
            <p:cNvSpPr/>
            <p:nvPr/>
          </p:nvSpPr>
          <p:spPr>
            <a:xfrm>
              <a:off x="597550" y="21792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4" name="Google Shape;2574;p29"/>
            <p:cNvSpPr/>
            <p:nvPr/>
          </p:nvSpPr>
          <p:spPr>
            <a:xfrm>
              <a:off x="597550" y="20660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5" name="Google Shape;2575;p29"/>
            <p:cNvSpPr/>
            <p:nvPr/>
          </p:nvSpPr>
          <p:spPr>
            <a:xfrm>
              <a:off x="597550" y="19528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6" name="Google Shape;2576;p29"/>
            <p:cNvSpPr/>
            <p:nvPr/>
          </p:nvSpPr>
          <p:spPr>
            <a:xfrm>
              <a:off x="597550" y="1839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7" name="Google Shape;2577;p29"/>
            <p:cNvSpPr/>
            <p:nvPr/>
          </p:nvSpPr>
          <p:spPr>
            <a:xfrm>
              <a:off x="597550" y="1726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8" name="Google Shape;2578;p29"/>
            <p:cNvSpPr/>
            <p:nvPr/>
          </p:nvSpPr>
          <p:spPr>
            <a:xfrm>
              <a:off x="597550" y="16131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9" name="Google Shape;2579;p29"/>
            <p:cNvSpPr/>
            <p:nvPr/>
          </p:nvSpPr>
          <p:spPr>
            <a:xfrm>
              <a:off x="597550" y="1499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0" name="Google Shape;2580;p29"/>
            <p:cNvSpPr/>
            <p:nvPr/>
          </p:nvSpPr>
          <p:spPr>
            <a:xfrm>
              <a:off x="597550" y="1387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1" name="Google Shape;2581;p29"/>
            <p:cNvSpPr/>
            <p:nvPr/>
          </p:nvSpPr>
          <p:spPr>
            <a:xfrm>
              <a:off x="597550" y="1274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2" name="Google Shape;2582;p29"/>
            <p:cNvSpPr/>
            <p:nvPr/>
          </p:nvSpPr>
          <p:spPr>
            <a:xfrm>
              <a:off x="597550" y="11610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3" name="Google Shape;2583;p29"/>
            <p:cNvSpPr/>
            <p:nvPr/>
          </p:nvSpPr>
          <p:spPr>
            <a:xfrm>
              <a:off x="597550" y="1047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4" name="Google Shape;2584;p29"/>
            <p:cNvSpPr/>
            <p:nvPr/>
          </p:nvSpPr>
          <p:spPr>
            <a:xfrm>
              <a:off x="597550" y="934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5" name="Google Shape;2585;p29"/>
            <p:cNvSpPr/>
            <p:nvPr/>
          </p:nvSpPr>
          <p:spPr>
            <a:xfrm>
              <a:off x="597550" y="821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6" name="Google Shape;2586;p29"/>
            <p:cNvSpPr/>
            <p:nvPr/>
          </p:nvSpPr>
          <p:spPr>
            <a:xfrm>
              <a:off x="597550" y="708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87" name="Google Shape;2587;p29"/>
          <p:cNvGrpSpPr/>
          <p:nvPr/>
        </p:nvGrpSpPr>
        <p:grpSpPr>
          <a:xfrm rot="5400000">
            <a:off x="85100" y="782825"/>
            <a:ext cx="98902" cy="553090"/>
            <a:chOff x="4898850" y="4820550"/>
            <a:chExt cx="98902" cy="553090"/>
          </a:xfrm>
        </p:grpSpPr>
        <p:sp>
          <p:nvSpPr>
            <p:cNvPr id="2588" name="Google Shape;2588;p29"/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9" name="Google Shape;2589;p29"/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0" name="Google Shape;2590;p29"/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1" name="Google Shape;2591;p29"/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2" name="Google Shape;2592;p29"/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93" name="Google Shape;2593;p29"/>
          <p:cNvGrpSpPr/>
          <p:nvPr/>
        </p:nvGrpSpPr>
        <p:grpSpPr>
          <a:xfrm>
            <a:off x="-1414555" y="1991929"/>
            <a:ext cx="2297800" cy="347400"/>
            <a:chOff x="-1414555" y="3058729"/>
            <a:chExt cx="2297800" cy="347400"/>
          </a:xfrm>
        </p:grpSpPr>
        <p:sp>
          <p:nvSpPr>
            <p:cNvPr id="2594" name="Google Shape;2594;p29"/>
            <p:cNvSpPr/>
            <p:nvPr/>
          </p:nvSpPr>
          <p:spPr>
            <a:xfrm>
              <a:off x="-1414555" y="3338029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5" name="Google Shape;2595;p29"/>
            <p:cNvSpPr/>
            <p:nvPr/>
          </p:nvSpPr>
          <p:spPr>
            <a:xfrm>
              <a:off x="-1111455" y="3058729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96" name="Google Shape;2596;p29"/>
          <p:cNvGrpSpPr/>
          <p:nvPr/>
        </p:nvGrpSpPr>
        <p:grpSpPr>
          <a:xfrm flipH="1">
            <a:off x="-799254" y="3300805"/>
            <a:ext cx="1823016" cy="196994"/>
            <a:chOff x="7857346" y="4002005"/>
            <a:chExt cx="1823016" cy="196994"/>
          </a:xfrm>
        </p:grpSpPr>
        <p:sp>
          <p:nvSpPr>
            <p:cNvPr id="2597" name="Google Shape;2597;p29"/>
            <p:cNvSpPr/>
            <p:nvPr/>
          </p:nvSpPr>
          <p:spPr>
            <a:xfrm>
              <a:off x="7956216" y="4048371"/>
              <a:ext cx="1724145" cy="150627"/>
            </a:xfrm>
            <a:custGeom>
              <a:avLst/>
              <a:gdLst/>
              <a:ahLst/>
              <a:cxnLst/>
              <a:rect l="l" t="t" r="r" b="b"/>
              <a:pathLst>
                <a:path w="55332" h="4834" fill="none" extrusionOk="0">
                  <a:moveTo>
                    <a:pt x="55331" y="4834"/>
                  </a:moveTo>
                  <a:lnTo>
                    <a:pt x="28930" y="4834"/>
                  </a:lnTo>
                  <a:lnTo>
                    <a:pt x="27294" y="3198"/>
                  </a:lnTo>
                  <a:lnTo>
                    <a:pt x="24072" y="0"/>
                  </a:ln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8" name="Google Shape;2598;p29"/>
            <p:cNvSpPr/>
            <p:nvPr/>
          </p:nvSpPr>
          <p:spPr>
            <a:xfrm>
              <a:off x="7857346" y="4002005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" y="1463"/>
                  </a:moveTo>
                  <a:cubicBezTo>
                    <a:pt x="1" y="670"/>
                    <a:pt x="670" y="1"/>
                    <a:pt x="1488" y="1"/>
                  </a:cubicBezTo>
                  <a:cubicBezTo>
                    <a:pt x="2306" y="1"/>
                    <a:pt x="2951" y="670"/>
                    <a:pt x="2951" y="1463"/>
                  </a:cubicBezTo>
                  <a:cubicBezTo>
                    <a:pt x="2951" y="2281"/>
                    <a:pt x="2306" y="2951"/>
                    <a:pt x="1488" y="2951"/>
                  </a:cubicBezTo>
                  <a:cubicBezTo>
                    <a:pt x="670" y="2951"/>
                    <a:pt x="1" y="2281"/>
                    <a:pt x="1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9" name="Google Shape;2599;p29"/>
            <p:cNvSpPr/>
            <p:nvPr/>
          </p:nvSpPr>
          <p:spPr>
            <a:xfrm>
              <a:off x="7882087" y="4026715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00" name="Google Shape;2600;p29"/>
          <p:cNvSpPr/>
          <p:nvPr/>
        </p:nvSpPr>
        <p:spPr>
          <a:xfrm rot="5400000">
            <a:off x="8204801" y="-349430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1" name="Google Shape;2601;p29"/>
          <p:cNvSpPr/>
          <p:nvPr/>
        </p:nvSpPr>
        <p:spPr>
          <a:xfrm rot="10800000">
            <a:off x="7736612" y="4392838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02" name="Google Shape;2602;p29"/>
          <p:cNvGrpSpPr/>
          <p:nvPr/>
        </p:nvGrpSpPr>
        <p:grpSpPr>
          <a:xfrm rot="5400000">
            <a:off x="8288664" y="2674962"/>
            <a:ext cx="883262" cy="242091"/>
            <a:chOff x="2300350" y="2601250"/>
            <a:chExt cx="2275275" cy="623625"/>
          </a:xfrm>
        </p:grpSpPr>
        <p:sp>
          <p:nvSpPr>
            <p:cNvPr id="2603" name="Google Shape;2603;p29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4" name="Google Shape;2604;p29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5" name="Google Shape;2605;p29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6" name="Google Shape;2606;p29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7" name="Google Shape;2607;p29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8" name="Google Shape;2608;p29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09" name="Google Shape;2609;p29"/>
          <p:cNvGrpSpPr/>
          <p:nvPr/>
        </p:nvGrpSpPr>
        <p:grpSpPr>
          <a:xfrm>
            <a:off x="8533046" y="-288388"/>
            <a:ext cx="302065" cy="1520982"/>
            <a:chOff x="-108754" y="2690919"/>
            <a:chExt cx="302065" cy="1520982"/>
          </a:xfrm>
        </p:grpSpPr>
        <p:sp>
          <p:nvSpPr>
            <p:cNvPr id="2610" name="Google Shape;2610;p29"/>
            <p:cNvSpPr/>
            <p:nvPr/>
          </p:nvSpPr>
          <p:spPr>
            <a:xfrm>
              <a:off x="-62388" y="2782841"/>
              <a:ext cx="209364" cy="1335580"/>
            </a:xfrm>
            <a:custGeom>
              <a:avLst/>
              <a:gdLst/>
              <a:ahLst/>
              <a:cxnLst/>
              <a:rect l="l" t="t" r="r" b="b"/>
              <a:pathLst>
                <a:path w="6719" h="42862" fill="none" extrusionOk="0">
                  <a:moveTo>
                    <a:pt x="0" y="42862"/>
                  </a:moveTo>
                  <a:lnTo>
                    <a:pt x="0" y="23799"/>
                  </a:lnTo>
                  <a:lnTo>
                    <a:pt x="6718" y="17056"/>
                  </a:lnTo>
                  <a:lnTo>
                    <a:pt x="6718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1" name="Google Shape;2611;p29"/>
            <p:cNvSpPr/>
            <p:nvPr/>
          </p:nvSpPr>
          <p:spPr>
            <a:xfrm>
              <a:off x="101358" y="2690919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1"/>
                  </a:moveTo>
                  <a:cubicBezTo>
                    <a:pt x="2281" y="1"/>
                    <a:pt x="2951" y="645"/>
                    <a:pt x="2951" y="1463"/>
                  </a:cubicBezTo>
                  <a:cubicBezTo>
                    <a:pt x="2951" y="2281"/>
                    <a:pt x="2281" y="2951"/>
                    <a:pt x="1463" y="2951"/>
                  </a:cubicBezTo>
                  <a:cubicBezTo>
                    <a:pt x="645" y="2951"/>
                    <a:pt x="1" y="2281"/>
                    <a:pt x="1" y="1463"/>
                  </a:cubicBezTo>
                  <a:cubicBezTo>
                    <a:pt x="1" y="645"/>
                    <a:pt x="645" y="1"/>
                    <a:pt x="1463" y="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2" name="Google Shape;2612;p29"/>
            <p:cNvSpPr/>
            <p:nvPr/>
          </p:nvSpPr>
          <p:spPr>
            <a:xfrm>
              <a:off x="125320" y="2714881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4" y="0"/>
                  </a:moveTo>
                  <a:cubicBezTo>
                    <a:pt x="322" y="0"/>
                    <a:pt x="0" y="322"/>
                    <a:pt x="0" y="694"/>
                  </a:cubicBezTo>
                  <a:cubicBezTo>
                    <a:pt x="0" y="1091"/>
                    <a:pt x="322" y="1388"/>
                    <a:pt x="694" y="1388"/>
                  </a:cubicBezTo>
                  <a:cubicBezTo>
                    <a:pt x="1091" y="1388"/>
                    <a:pt x="1388" y="1091"/>
                    <a:pt x="1388" y="694"/>
                  </a:cubicBezTo>
                  <a:cubicBezTo>
                    <a:pt x="1388" y="322"/>
                    <a:pt x="1091" y="0"/>
                    <a:pt x="69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3" name="Google Shape;2613;p29"/>
            <p:cNvSpPr/>
            <p:nvPr/>
          </p:nvSpPr>
          <p:spPr>
            <a:xfrm>
              <a:off x="-108754" y="4119948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88" y="0"/>
                  </a:moveTo>
                  <a:cubicBezTo>
                    <a:pt x="2306" y="0"/>
                    <a:pt x="2951" y="670"/>
                    <a:pt x="2951" y="1463"/>
                  </a:cubicBezTo>
                  <a:cubicBezTo>
                    <a:pt x="2951" y="2281"/>
                    <a:pt x="2306" y="2950"/>
                    <a:pt x="1488" y="2950"/>
                  </a:cubicBezTo>
                  <a:cubicBezTo>
                    <a:pt x="670" y="2950"/>
                    <a:pt x="1" y="2281"/>
                    <a:pt x="1" y="1463"/>
                  </a:cubicBezTo>
                  <a:cubicBezTo>
                    <a:pt x="1" y="670"/>
                    <a:pt x="670" y="0"/>
                    <a:pt x="1488" y="0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4" name="Google Shape;2614;p29"/>
            <p:cNvSpPr/>
            <p:nvPr/>
          </p:nvSpPr>
          <p:spPr>
            <a:xfrm>
              <a:off x="-84013" y="4144658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15" name="Google Shape;2615;p29"/>
          <p:cNvGrpSpPr/>
          <p:nvPr/>
        </p:nvGrpSpPr>
        <p:grpSpPr>
          <a:xfrm>
            <a:off x="1176957" y="-107958"/>
            <a:ext cx="1520982" cy="302065"/>
            <a:chOff x="5642557" y="-150670"/>
            <a:chExt cx="1520982" cy="302065"/>
          </a:xfrm>
        </p:grpSpPr>
        <p:sp>
          <p:nvSpPr>
            <p:cNvPr id="2616" name="Google Shape;2616;p29"/>
            <p:cNvSpPr/>
            <p:nvPr/>
          </p:nvSpPr>
          <p:spPr>
            <a:xfrm>
              <a:off x="5736006" y="-104304"/>
              <a:ext cx="1335611" cy="209364"/>
            </a:xfrm>
            <a:custGeom>
              <a:avLst/>
              <a:gdLst/>
              <a:ahLst/>
              <a:cxnLst/>
              <a:rect l="l" t="t" r="r" b="b"/>
              <a:pathLst>
                <a:path w="42863" h="6719" fill="none" extrusionOk="0">
                  <a:moveTo>
                    <a:pt x="1" y="0"/>
                  </a:moveTo>
                  <a:lnTo>
                    <a:pt x="19064" y="0"/>
                  </a:lnTo>
                  <a:lnTo>
                    <a:pt x="25782" y="6718"/>
                  </a:lnTo>
                  <a:lnTo>
                    <a:pt x="42862" y="6718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7" name="Google Shape;2617;p29"/>
            <p:cNvSpPr/>
            <p:nvPr/>
          </p:nvSpPr>
          <p:spPr>
            <a:xfrm>
              <a:off x="7071586" y="59442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2950" y="1463"/>
                  </a:moveTo>
                  <a:cubicBezTo>
                    <a:pt x="2950" y="2281"/>
                    <a:pt x="2281" y="2951"/>
                    <a:pt x="1463" y="2951"/>
                  </a:cubicBezTo>
                  <a:cubicBezTo>
                    <a:pt x="645" y="2951"/>
                    <a:pt x="0" y="2281"/>
                    <a:pt x="0" y="1463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8" name="Google Shape;2618;p29"/>
            <p:cNvSpPr/>
            <p:nvPr/>
          </p:nvSpPr>
          <p:spPr>
            <a:xfrm>
              <a:off x="7095517" y="84152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5" y="1"/>
                  </a:moveTo>
                  <a:cubicBezTo>
                    <a:pt x="323" y="1"/>
                    <a:pt x="1" y="298"/>
                    <a:pt x="1" y="670"/>
                  </a:cubicBezTo>
                  <a:cubicBezTo>
                    <a:pt x="1" y="1067"/>
                    <a:pt x="323" y="1364"/>
                    <a:pt x="695" y="1364"/>
                  </a:cubicBezTo>
                  <a:cubicBezTo>
                    <a:pt x="1091" y="1364"/>
                    <a:pt x="1389" y="1067"/>
                    <a:pt x="1389" y="670"/>
                  </a:cubicBezTo>
                  <a:cubicBezTo>
                    <a:pt x="1389" y="298"/>
                    <a:pt x="1091" y="1"/>
                    <a:pt x="69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9" name="Google Shape;2619;p29"/>
            <p:cNvSpPr/>
            <p:nvPr/>
          </p:nvSpPr>
          <p:spPr>
            <a:xfrm>
              <a:off x="5642557" y="-150670"/>
              <a:ext cx="91953" cy="92732"/>
            </a:xfrm>
            <a:custGeom>
              <a:avLst/>
              <a:gdLst/>
              <a:ahLst/>
              <a:cxnLst/>
              <a:rect l="l" t="t" r="r" b="b"/>
              <a:pathLst>
                <a:path w="2951" h="2976" fill="none" extrusionOk="0">
                  <a:moveTo>
                    <a:pt x="2950" y="1488"/>
                  </a:moveTo>
                  <a:cubicBezTo>
                    <a:pt x="2950" y="2306"/>
                    <a:pt x="2281" y="2976"/>
                    <a:pt x="1463" y="2976"/>
                  </a:cubicBezTo>
                  <a:cubicBezTo>
                    <a:pt x="645" y="2976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0" name="Google Shape;2620;p29"/>
            <p:cNvSpPr/>
            <p:nvPr/>
          </p:nvSpPr>
          <p:spPr>
            <a:xfrm>
              <a:off x="5666488" y="-125929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322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2" y="1388"/>
                    <a:pt x="1389" y="1066"/>
                    <a:pt x="1389" y="694"/>
                  </a:cubicBezTo>
                  <a:cubicBezTo>
                    <a:pt x="1389" y="322"/>
                    <a:pt x="1092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21" name="Google Shape;2621;p29"/>
          <p:cNvGrpSpPr/>
          <p:nvPr/>
        </p:nvGrpSpPr>
        <p:grpSpPr>
          <a:xfrm>
            <a:off x="6420895" y="-1455296"/>
            <a:ext cx="347400" cy="2297800"/>
            <a:chOff x="6420895" y="-1455296"/>
            <a:chExt cx="347400" cy="2297800"/>
          </a:xfrm>
        </p:grpSpPr>
        <p:sp>
          <p:nvSpPr>
            <p:cNvPr id="2622" name="Google Shape;2622;p29"/>
            <p:cNvSpPr/>
            <p:nvPr/>
          </p:nvSpPr>
          <p:spPr>
            <a:xfrm rot="5400000">
              <a:off x="5457595" y="-491996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3" name="Google Shape;2623;p29"/>
            <p:cNvSpPr/>
            <p:nvPr/>
          </p:nvSpPr>
          <p:spPr>
            <a:xfrm rot="5400000">
              <a:off x="5736895" y="-188896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24" name="Google Shape;2624;p29"/>
          <p:cNvGrpSpPr/>
          <p:nvPr/>
        </p:nvGrpSpPr>
        <p:grpSpPr>
          <a:xfrm>
            <a:off x="-222733" y="4310689"/>
            <a:ext cx="1507157" cy="586800"/>
            <a:chOff x="-222733" y="4310689"/>
            <a:chExt cx="1507157" cy="586800"/>
          </a:xfrm>
        </p:grpSpPr>
        <p:sp>
          <p:nvSpPr>
            <p:cNvPr id="2625" name="Google Shape;2625;p29"/>
            <p:cNvSpPr/>
            <p:nvPr/>
          </p:nvSpPr>
          <p:spPr>
            <a:xfrm rot="-5400000">
              <a:off x="348812" y="3961876"/>
              <a:ext cx="586800" cy="1284425"/>
            </a:xfrm>
            <a:prstGeom prst="flowChartOffpageConnector">
              <a:avLst/>
            </a:prstGeom>
            <a:gradFill>
              <a:gsLst>
                <a:gs pos="0">
                  <a:schemeClr val="accent4"/>
                </a:gs>
                <a:gs pos="100000">
                  <a:schemeClr val="lt2"/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626" name="Google Shape;2626;p29"/>
            <p:cNvGrpSpPr/>
            <p:nvPr/>
          </p:nvGrpSpPr>
          <p:grpSpPr>
            <a:xfrm>
              <a:off x="-222733" y="4537116"/>
              <a:ext cx="1105976" cy="133969"/>
              <a:chOff x="8183182" y="663852"/>
              <a:chExt cx="1475028" cy="178673"/>
            </a:xfrm>
          </p:grpSpPr>
          <p:grpSp>
            <p:nvGrpSpPr>
              <p:cNvPr id="2627" name="Google Shape;2627;p29"/>
              <p:cNvGrpSpPr/>
              <p:nvPr/>
            </p:nvGrpSpPr>
            <p:grpSpPr>
              <a:xfrm>
                <a:off x="8183182" y="774425"/>
                <a:ext cx="1178025" cy="68100"/>
                <a:chOff x="2024450" y="204150"/>
                <a:chExt cx="1178025" cy="68100"/>
              </a:xfrm>
            </p:grpSpPr>
            <p:sp>
              <p:nvSpPr>
                <p:cNvPr id="2628" name="Google Shape;2628;p29"/>
                <p:cNvSpPr/>
                <p:nvPr/>
              </p:nvSpPr>
              <p:spPr>
                <a:xfrm>
                  <a:off x="202445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29" name="Google Shape;2629;p29"/>
                <p:cNvSpPr/>
                <p:nvPr/>
              </p:nvSpPr>
              <p:spPr>
                <a:xfrm>
                  <a:off x="214777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30" name="Google Shape;2630;p29"/>
                <p:cNvSpPr/>
                <p:nvPr/>
              </p:nvSpPr>
              <p:spPr>
                <a:xfrm>
                  <a:off x="227110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31" name="Google Shape;2631;p29"/>
                <p:cNvSpPr/>
                <p:nvPr/>
              </p:nvSpPr>
              <p:spPr>
                <a:xfrm>
                  <a:off x="239442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32" name="Google Shape;2632;p29"/>
                <p:cNvSpPr/>
                <p:nvPr/>
              </p:nvSpPr>
              <p:spPr>
                <a:xfrm>
                  <a:off x="251775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33" name="Google Shape;2633;p29"/>
                <p:cNvSpPr/>
                <p:nvPr/>
              </p:nvSpPr>
              <p:spPr>
                <a:xfrm>
                  <a:off x="264107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34" name="Google Shape;2634;p29"/>
                <p:cNvSpPr/>
                <p:nvPr/>
              </p:nvSpPr>
              <p:spPr>
                <a:xfrm>
                  <a:off x="276440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35" name="Google Shape;2635;p29"/>
                <p:cNvSpPr/>
                <p:nvPr/>
              </p:nvSpPr>
              <p:spPr>
                <a:xfrm>
                  <a:off x="288772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36" name="Google Shape;2636;p29"/>
                <p:cNvSpPr/>
                <p:nvPr/>
              </p:nvSpPr>
              <p:spPr>
                <a:xfrm>
                  <a:off x="301105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37" name="Google Shape;2637;p29"/>
                <p:cNvSpPr/>
                <p:nvPr/>
              </p:nvSpPr>
              <p:spPr>
                <a:xfrm>
                  <a:off x="313437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638" name="Google Shape;2638;p29"/>
              <p:cNvGrpSpPr/>
              <p:nvPr/>
            </p:nvGrpSpPr>
            <p:grpSpPr>
              <a:xfrm>
                <a:off x="8480185" y="663852"/>
                <a:ext cx="1178025" cy="68100"/>
                <a:chOff x="2024450" y="204150"/>
                <a:chExt cx="1178025" cy="68100"/>
              </a:xfrm>
            </p:grpSpPr>
            <p:sp>
              <p:nvSpPr>
                <p:cNvPr id="2639" name="Google Shape;2639;p29"/>
                <p:cNvSpPr/>
                <p:nvPr/>
              </p:nvSpPr>
              <p:spPr>
                <a:xfrm>
                  <a:off x="202445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40" name="Google Shape;2640;p29"/>
                <p:cNvSpPr/>
                <p:nvPr/>
              </p:nvSpPr>
              <p:spPr>
                <a:xfrm>
                  <a:off x="214777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41" name="Google Shape;2641;p29"/>
                <p:cNvSpPr/>
                <p:nvPr/>
              </p:nvSpPr>
              <p:spPr>
                <a:xfrm>
                  <a:off x="227110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42" name="Google Shape;2642;p29"/>
                <p:cNvSpPr/>
                <p:nvPr/>
              </p:nvSpPr>
              <p:spPr>
                <a:xfrm>
                  <a:off x="239442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43" name="Google Shape;2643;p29"/>
                <p:cNvSpPr/>
                <p:nvPr/>
              </p:nvSpPr>
              <p:spPr>
                <a:xfrm>
                  <a:off x="251775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44" name="Google Shape;2644;p29"/>
                <p:cNvSpPr/>
                <p:nvPr/>
              </p:nvSpPr>
              <p:spPr>
                <a:xfrm>
                  <a:off x="264107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45" name="Google Shape;2645;p29"/>
                <p:cNvSpPr/>
                <p:nvPr/>
              </p:nvSpPr>
              <p:spPr>
                <a:xfrm>
                  <a:off x="276440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46" name="Google Shape;2646;p29"/>
                <p:cNvSpPr/>
                <p:nvPr/>
              </p:nvSpPr>
              <p:spPr>
                <a:xfrm>
                  <a:off x="288772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47" name="Google Shape;2647;p29"/>
                <p:cNvSpPr/>
                <p:nvPr/>
              </p:nvSpPr>
              <p:spPr>
                <a:xfrm>
                  <a:off x="3011050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48" name="Google Shape;2648;p29"/>
                <p:cNvSpPr/>
                <p:nvPr/>
              </p:nvSpPr>
              <p:spPr>
                <a:xfrm>
                  <a:off x="3134375" y="204150"/>
                  <a:ext cx="68100" cy="681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 1">
  <p:cSld name="BLANK_12_1">
    <p:spTree>
      <p:nvGrpSpPr>
        <p:cNvPr id="1" name="Shape 2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50" name="Google Shape;2650;p30"/>
          <p:cNvGrpSpPr/>
          <p:nvPr/>
        </p:nvGrpSpPr>
        <p:grpSpPr>
          <a:xfrm>
            <a:off x="-24" y="-27"/>
            <a:ext cx="9143711" cy="5143338"/>
            <a:chOff x="597550" y="708125"/>
            <a:chExt cx="6449225" cy="4193850"/>
          </a:xfrm>
        </p:grpSpPr>
        <p:sp>
          <p:nvSpPr>
            <p:cNvPr id="2651" name="Google Shape;2651;p30"/>
            <p:cNvSpPr/>
            <p:nvPr/>
          </p:nvSpPr>
          <p:spPr>
            <a:xfrm>
              <a:off x="597550" y="4893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2" name="Google Shape;2652;p30"/>
            <p:cNvSpPr/>
            <p:nvPr/>
          </p:nvSpPr>
          <p:spPr>
            <a:xfrm>
              <a:off x="597550" y="4780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3" name="Google Shape;2653;p30"/>
            <p:cNvSpPr/>
            <p:nvPr/>
          </p:nvSpPr>
          <p:spPr>
            <a:xfrm>
              <a:off x="597550" y="46671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4" name="Google Shape;2654;p30"/>
            <p:cNvSpPr/>
            <p:nvPr/>
          </p:nvSpPr>
          <p:spPr>
            <a:xfrm>
              <a:off x="597550" y="4553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5" name="Google Shape;2655;p30"/>
            <p:cNvSpPr/>
            <p:nvPr/>
          </p:nvSpPr>
          <p:spPr>
            <a:xfrm>
              <a:off x="597550" y="4441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6" name="Google Shape;2656;p30"/>
            <p:cNvSpPr/>
            <p:nvPr/>
          </p:nvSpPr>
          <p:spPr>
            <a:xfrm>
              <a:off x="597550" y="4328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7" name="Google Shape;2657;p30"/>
            <p:cNvSpPr/>
            <p:nvPr/>
          </p:nvSpPr>
          <p:spPr>
            <a:xfrm>
              <a:off x="597550" y="42150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8" name="Google Shape;2658;p30"/>
            <p:cNvSpPr/>
            <p:nvPr/>
          </p:nvSpPr>
          <p:spPr>
            <a:xfrm>
              <a:off x="597550" y="4101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9" name="Google Shape;2659;p30"/>
            <p:cNvSpPr/>
            <p:nvPr/>
          </p:nvSpPr>
          <p:spPr>
            <a:xfrm>
              <a:off x="597550" y="3988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0" name="Google Shape;2660;p30"/>
            <p:cNvSpPr/>
            <p:nvPr/>
          </p:nvSpPr>
          <p:spPr>
            <a:xfrm>
              <a:off x="597550" y="3875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1" name="Google Shape;2661;p30"/>
            <p:cNvSpPr/>
            <p:nvPr/>
          </p:nvSpPr>
          <p:spPr>
            <a:xfrm>
              <a:off x="597550" y="3762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2" name="Google Shape;2662;p30"/>
            <p:cNvSpPr/>
            <p:nvPr/>
          </p:nvSpPr>
          <p:spPr>
            <a:xfrm>
              <a:off x="597550" y="36496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3" name="Google Shape;2663;p30"/>
            <p:cNvSpPr/>
            <p:nvPr/>
          </p:nvSpPr>
          <p:spPr>
            <a:xfrm>
              <a:off x="597550" y="35364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4" name="Google Shape;2664;p30"/>
            <p:cNvSpPr/>
            <p:nvPr/>
          </p:nvSpPr>
          <p:spPr>
            <a:xfrm>
              <a:off x="597550" y="34232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5" name="Google Shape;2665;p30"/>
            <p:cNvSpPr/>
            <p:nvPr/>
          </p:nvSpPr>
          <p:spPr>
            <a:xfrm>
              <a:off x="597550" y="33100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6" name="Google Shape;2666;p30"/>
            <p:cNvSpPr/>
            <p:nvPr/>
          </p:nvSpPr>
          <p:spPr>
            <a:xfrm>
              <a:off x="597550" y="31967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4"/>
                  </a:lnTo>
                  <a:lnTo>
                    <a:pt x="0" y="33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7" name="Google Shape;2667;p30"/>
            <p:cNvSpPr/>
            <p:nvPr/>
          </p:nvSpPr>
          <p:spPr>
            <a:xfrm>
              <a:off x="597550" y="30835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8" name="Google Shape;2668;p30"/>
            <p:cNvSpPr/>
            <p:nvPr/>
          </p:nvSpPr>
          <p:spPr>
            <a:xfrm>
              <a:off x="597550" y="29703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9" name="Google Shape;2669;p30"/>
            <p:cNvSpPr/>
            <p:nvPr/>
          </p:nvSpPr>
          <p:spPr>
            <a:xfrm>
              <a:off x="597550" y="28578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0" name="Google Shape;2670;p30"/>
            <p:cNvSpPr/>
            <p:nvPr/>
          </p:nvSpPr>
          <p:spPr>
            <a:xfrm>
              <a:off x="597550" y="27446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5"/>
                  </a:lnTo>
                  <a:lnTo>
                    <a:pt x="0" y="30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1" name="Google Shape;2671;p30"/>
            <p:cNvSpPr/>
            <p:nvPr/>
          </p:nvSpPr>
          <p:spPr>
            <a:xfrm>
              <a:off x="597550" y="263140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2" name="Google Shape;2672;p30"/>
            <p:cNvSpPr/>
            <p:nvPr/>
          </p:nvSpPr>
          <p:spPr>
            <a:xfrm>
              <a:off x="597550" y="251817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3" name="Google Shape;2673;p30"/>
            <p:cNvSpPr/>
            <p:nvPr/>
          </p:nvSpPr>
          <p:spPr>
            <a:xfrm>
              <a:off x="597550" y="24049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4" name="Google Shape;2674;p30"/>
            <p:cNvSpPr/>
            <p:nvPr/>
          </p:nvSpPr>
          <p:spPr>
            <a:xfrm>
              <a:off x="597550" y="22917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5" name="Google Shape;2675;p30"/>
            <p:cNvSpPr/>
            <p:nvPr/>
          </p:nvSpPr>
          <p:spPr>
            <a:xfrm>
              <a:off x="597550" y="21792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6" name="Google Shape;2676;p30"/>
            <p:cNvSpPr/>
            <p:nvPr/>
          </p:nvSpPr>
          <p:spPr>
            <a:xfrm>
              <a:off x="597550" y="20660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7" name="Google Shape;2677;p30"/>
            <p:cNvSpPr/>
            <p:nvPr/>
          </p:nvSpPr>
          <p:spPr>
            <a:xfrm>
              <a:off x="597550" y="195282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8" name="Google Shape;2678;p30"/>
            <p:cNvSpPr/>
            <p:nvPr/>
          </p:nvSpPr>
          <p:spPr>
            <a:xfrm>
              <a:off x="597550" y="18396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9" name="Google Shape;2679;p30"/>
            <p:cNvSpPr/>
            <p:nvPr/>
          </p:nvSpPr>
          <p:spPr>
            <a:xfrm>
              <a:off x="597550" y="17263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0" name="Google Shape;2680;p30"/>
            <p:cNvSpPr/>
            <p:nvPr/>
          </p:nvSpPr>
          <p:spPr>
            <a:xfrm>
              <a:off x="597550" y="1613150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1" name="Google Shape;2681;p30"/>
            <p:cNvSpPr/>
            <p:nvPr/>
          </p:nvSpPr>
          <p:spPr>
            <a:xfrm>
              <a:off x="597550" y="1499925"/>
              <a:ext cx="6449225" cy="8400"/>
            </a:xfrm>
            <a:custGeom>
              <a:avLst/>
              <a:gdLst/>
              <a:ahLst/>
              <a:cxnLst/>
              <a:rect l="l" t="t" r="r" b="b"/>
              <a:pathLst>
                <a:path w="257969" h="336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2" name="Google Shape;2682;p30"/>
            <p:cNvSpPr/>
            <p:nvPr/>
          </p:nvSpPr>
          <p:spPr>
            <a:xfrm>
              <a:off x="597550" y="1387475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3" name="Google Shape;2683;p30"/>
            <p:cNvSpPr/>
            <p:nvPr/>
          </p:nvSpPr>
          <p:spPr>
            <a:xfrm>
              <a:off x="597550" y="1274250"/>
              <a:ext cx="6449225" cy="7625"/>
            </a:xfrm>
            <a:custGeom>
              <a:avLst/>
              <a:gdLst/>
              <a:ahLst/>
              <a:cxnLst/>
              <a:rect l="l" t="t" r="r" b="b"/>
              <a:pathLst>
                <a:path w="257969" h="30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04"/>
                  </a:lnTo>
                  <a:lnTo>
                    <a:pt x="0" y="304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4" name="Google Shape;2684;p30"/>
            <p:cNvSpPr/>
            <p:nvPr/>
          </p:nvSpPr>
          <p:spPr>
            <a:xfrm>
              <a:off x="597550" y="11610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5" name="Google Shape;2685;p30"/>
            <p:cNvSpPr/>
            <p:nvPr/>
          </p:nvSpPr>
          <p:spPr>
            <a:xfrm>
              <a:off x="597550" y="104780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6" name="Google Shape;2686;p30"/>
            <p:cNvSpPr/>
            <p:nvPr/>
          </p:nvSpPr>
          <p:spPr>
            <a:xfrm>
              <a:off x="597550" y="93457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7" name="Google Shape;2687;p30"/>
            <p:cNvSpPr/>
            <p:nvPr/>
          </p:nvSpPr>
          <p:spPr>
            <a:xfrm>
              <a:off x="597550" y="821350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0"/>
                  </a:moveTo>
                  <a:lnTo>
                    <a:pt x="257969" y="0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8" name="Google Shape;2688;p30"/>
            <p:cNvSpPr/>
            <p:nvPr/>
          </p:nvSpPr>
          <p:spPr>
            <a:xfrm>
              <a:off x="597550" y="708125"/>
              <a:ext cx="6449225" cy="8375"/>
            </a:xfrm>
            <a:custGeom>
              <a:avLst/>
              <a:gdLst/>
              <a:ahLst/>
              <a:cxnLst/>
              <a:rect l="l" t="t" r="r" b="b"/>
              <a:pathLst>
                <a:path w="257969" h="335" extrusionOk="0">
                  <a:moveTo>
                    <a:pt x="0" y="1"/>
                  </a:moveTo>
                  <a:lnTo>
                    <a:pt x="257969" y="1"/>
                  </a:lnTo>
                  <a:lnTo>
                    <a:pt x="257969" y="335"/>
                  </a:lnTo>
                  <a:lnTo>
                    <a:pt x="0" y="335"/>
                  </a:lnTo>
                  <a:close/>
                </a:path>
              </a:pathLst>
            </a:custGeom>
            <a:solidFill>
              <a:srgbClr val="000000">
                <a:alpha val="5892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accent4"/>
            </a:gs>
            <a:gs pos="100000">
              <a:schemeClr val="dk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100" y="539400"/>
            <a:ext cx="7717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100" y="1187700"/>
            <a:ext cx="77178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Char char="●"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Char char="○"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Char char="■"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Char char="●"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Char char="○"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Char char="■"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Char char="●"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Char char="○"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Char char="■"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2" r:id="rId4"/>
    <p:sldLayoutId id="2147483655" r:id="rId5"/>
    <p:sldLayoutId id="2147483656" r:id="rId6"/>
    <p:sldLayoutId id="2147483658" r:id="rId7"/>
    <p:sldLayoutId id="2147483659" r:id="rId8"/>
    <p:sldLayoutId id="2147483663" r:id="rId9"/>
    <p:sldLayoutId id="2147483667" r:id="rId10"/>
    <p:sldLayoutId id="2147483670" r:id="rId11"/>
    <p:sldLayoutId id="2147483671" r:id="rId12"/>
    <p:sldLayoutId id="2147483674" r:id="rId13"/>
    <p:sldLayoutId id="2147483675" r:id="rId14"/>
    <p:sldLayoutId id="2147483676" r:id="rId1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5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1.jpeg"/><Relationship Id="rId7" Type="http://schemas.openxmlformats.org/officeDocument/2006/relationships/image" Target="../media/image10.jpe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9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9.jpe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jpeg"/><Relationship Id="rId1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.jpeg"/><Relationship Id="rId4" Type="http://schemas.openxmlformats.org/officeDocument/2006/relationships/image" Target="../media/image21.gi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gif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00" name="Google Shape;2700;p34"/>
          <p:cNvGrpSpPr/>
          <p:nvPr/>
        </p:nvGrpSpPr>
        <p:grpSpPr>
          <a:xfrm rot="10800000">
            <a:off x="2130739" y="4336003"/>
            <a:ext cx="883262" cy="242091"/>
            <a:chOff x="2300350" y="2601250"/>
            <a:chExt cx="2275275" cy="623625"/>
          </a:xfrm>
        </p:grpSpPr>
        <p:sp>
          <p:nvSpPr>
            <p:cNvPr id="2701" name="Google Shape;2701;p34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2" name="Google Shape;2702;p34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3" name="Google Shape;2703;p34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4" name="Google Shape;2704;p34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5" name="Google Shape;2705;p34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6" name="Google Shape;2706;p34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07" name="Google Shape;2707;p34"/>
          <p:cNvGrpSpPr/>
          <p:nvPr/>
        </p:nvGrpSpPr>
        <p:grpSpPr>
          <a:xfrm rot="-5400000" flipH="1">
            <a:off x="3660496" y="4881980"/>
            <a:ext cx="1823016" cy="296643"/>
            <a:chOff x="7857346" y="3902355"/>
            <a:chExt cx="1823016" cy="296643"/>
          </a:xfrm>
        </p:grpSpPr>
        <p:sp>
          <p:nvSpPr>
            <p:cNvPr id="2708" name="Google Shape;2708;p34"/>
            <p:cNvSpPr/>
            <p:nvPr/>
          </p:nvSpPr>
          <p:spPr>
            <a:xfrm>
              <a:off x="7956216" y="4048371"/>
              <a:ext cx="1724145" cy="150627"/>
            </a:xfrm>
            <a:custGeom>
              <a:avLst/>
              <a:gdLst/>
              <a:ahLst/>
              <a:cxnLst/>
              <a:rect l="l" t="t" r="r" b="b"/>
              <a:pathLst>
                <a:path w="55332" h="4834" fill="none" extrusionOk="0">
                  <a:moveTo>
                    <a:pt x="55331" y="4834"/>
                  </a:moveTo>
                  <a:lnTo>
                    <a:pt x="28930" y="4834"/>
                  </a:lnTo>
                  <a:lnTo>
                    <a:pt x="27294" y="3198"/>
                  </a:lnTo>
                  <a:lnTo>
                    <a:pt x="24072" y="0"/>
                  </a:ln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9" name="Google Shape;2709;p34"/>
            <p:cNvSpPr/>
            <p:nvPr/>
          </p:nvSpPr>
          <p:spPr>
            <a:xfrm>
              <a:off x="8453686" y="3902355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0" y="1488"/>
                  </a:moveTo>
                  <a:cubicBezTo>
                    <a:pt x="0" y="670"/>
                    <a:pt x="670" y="1"/>
                    <a:pt x="1488" y="1"/>
                  </a:cubicBezTo>
                  <a:cubicBezTo>
                    <a:pt x="2306" y="1"/>
                    <a:pt x="2950" y="670"/>
                    <a:pt x="2950" y="1488"/>
                  </a:cubicBezTo>
                  <a:cubicBezTo>
                    <a:pt x="2950" y="2281"/>
                    <a:pt x="2306" y="2951"/>
                    <a:pt x="1488" y="2951"/>
                  </a:cubicBezTo>
                  <a:cubicBezTo>
                    <a:pt x="670" y="2951"/>
                    <a:pt x="0" y="2281"/>
                    <a:pt x="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0" name="Google Shape;2710;p34"/>
            <p:cNvSpPr/>
            <p:nvPr/>
          </p:nvSpPr>
          <p:spPr>
            <a:xfrm>
              <a:off x="8478396" y="3927096"/>
              <a:ext cx="43281" cy="42502"/>
            </a:xfrm>
            <a:custGeom>
              <a:avLst/>
              <a:gdLst/>
              <a:ahLst/>
              <a:cxnLst/>
              <a:rect l="l" t="t" r="r" b="b"/>
              <a:pathLst>
                <a:path w="1389" h="1364" extrusionOk="0">
                  <a:moveTo>
                    <a:pt x="695" y="0"/>
                  </a:moveTo>
                  <a:cubicBezTo>
                    <a:pt x="298" y="0"/>
                    <a:pt x="1" y="298"/>
                    <a:pt x="1" y="694"/>
                  </a:cubicBezTo>
                  <a:cubicBezTo>
                    <a:pt x="1" y="1066"/>
                    <a:pt x="298" y="1363"/>
                    <a:pt x="695" y="1363"/>
                  </a:cubicBezTo>
                  <a:cubicBezTo>
                    <a:pt x="1067" y="1363"/>
                    <a:pt x="1389" y="1066"/>
                    <a:pt x="1389" y="694"/>
                  </a:cubicBezTo>
                  <a:cubicBezTo>
                    <a:pt x="1389" y="298"/>
                    <a:pt x="1067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1" name="Google Shape;2711;p34"/>
            <p:cNvSpPr/>
            <p:nvPr/>
          </p:nvSpPr>
          <p:spPr>
            <a:xfrm>
              <a:off x="7857346" y="4002005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" y="1463"/>
                  </a:moveTo>
                  <a:cubicBezTo>
                    <a:pt x="1" y="670"/>
                    <a:pt x="670" y="1"/>
                    <a:pt x="1488" y="1"/>
                  </a:cubicBezTo>
                  <a:cubicBezTo>
                    <a:pt x="2306" y="1"/>
                    <a:pt x="2951" y="670"/>
                    <a:pt x="2951" y="1463"/>
                  </a:cubicBezTo>
                  <a:cubicBezTo>
                    <a:pt x="2951" y="2281"/>
                    <a:pt x="2306" y="2951"/>
                    <a:pt x="1488" y="2951"/>
                  </a:cubicBezTo>
                  <a:cubicBezTo>
                    <a:pt x="670" y="2951"/>
                    <a:pt x="1" y="2281"/>
                    <a:pt x="1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2" name="Google Shape;2712;p34"/>
            <p:cNvSpPr/>
            <p:nvPr/>
          </p:nvSpPr>
          <p:spPr>
            <a:xfrm>
              <a:off x="7882087" y="4026715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3" name="Google Shape;2713;p34"/>
            <p:cNvSpPr/>
            <p:nvPr/>
          </p:nvSpPr>
          <p:spPr>
            <a:xfrm>
              <a:off x="8545608" y="3948721"/>
              <a:ext cx="1134754" cy="175368"/>
            </a:xfrm>
            <a:custGeom>
              <a:avLst/>
              <a:gdLst/>
              <a:ahLst/>
              <a:cxnLst/>
              <a:rect l="l" t="t" r="r" b="b"/>
              <a:pathLst>
                <a:path w="36417" h="5628" fill="none" extrusionOk="0">
                  <a:moveTo>
                    <a:pt x="0" y="0"/>
                  </a:moveTo>
                  <a:lnTo>
                    <a:pt x="6049" y="0"/>
                  </a:lnTo>
                  <a:lnTo>
                    <a:pt x="8379" y="2330"/>
                  </a:lnTo>
                  <a:lnTo>
                    <a:pt x="11676" y="5627"/>
                  </a:lnTo>
                  <a:lnTo>
                    <a:pt x="36416" y="5627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14" name="Google Shape;2714;p34"/>
          <p:cNvGrpSpPr/>
          <p:nvPr/>
        </p:nvGrpSpPr>
        <p:grpSpPr>
          <a:xfrm rot="5400000">
            <a:off x="2421400" y="552075"/>
            <a:ext cx="98902" cy="553090"/>
            <a:chOff x="4898850" y="4820550"/>
            <a:chExt cx="98902" cy="553090"/>
          </a:xfrm>
        </p:grpSpPr>
        <p:sp>
          <p:nvSpPr>
            <p:cNvPr id="2715" name="Google Shape;2715;p34"/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6" name="Google Shape;2716;p34"/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7" name="Google Shape;2717;p34"/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8" name="Google Shape;2718;p34"/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9" name="Google Shape;2719;p34"/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20" name="Google Shape;2720;p34"/>
          <p:cNvGrpSpPr/>
          <p:nvPr/>
        </p:nvGrpSpPr>
        <p:grpSpPr>
          <a:xfrm>
            <a:off x="4505167" y="564628"/>
            <a:ext cx="1105976" cy="133969"/>
            <a:chOff x="8183182" y="663852"/>
            <a:chExt cx="1475028" cy="178673"/>
          </a:xfrm>
        </p:grpSpPr>
        <p:grpSp>
          <p:nvGrpSpPr>
            <p:cNvPr id="2721" name="Google Shape;2721;p34"/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2722" name="Google Shape;2722;p34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3" name="Google Shape;2723;p34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4" name="Google Shape;2724;p34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5" name="Google Shape;2725;p34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6" name="Google Shape;2726;p34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7" name="Google Shape;2727;p34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8" name="Google Shape;2728;p34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9" name="Google Shape;2729;p34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0" name="Google Shape;2730;p34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1" name="Google Shape;2731;p34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732" name="Google Shape;2732;p34"/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2733" name="Google Shape;2733;p34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4" name="Google Shape;2734;p34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5" name="Google Shape;2735;p34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6" name="Google Shape;2736;p34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7" name="Google Shape;2737;p34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8" name="Google Shape;2738;p34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9" name="Google Shape;2739;p34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0" name="Google Shape;2740;p34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1" name="Google Shape;2741;p34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2" name="Google Shape;2742;p34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743" name="Google Shape;2743;p34"/>
          <p:cNvGrpSpPr/>
          <p:nvPr/>
        </p:nvGrpSpPr>
        <p:grpSpPr>
          <a:xfrm>
            <a:off x="5447301" y="4536119"/>
            <a:ext cx="1252897" cy="51000"/>
            <a:chOff x="2915381" y="4104819"/>
            <a:chExt cx="1252897" cy="51000"/>
          </a:xfrm>
        </p:grpSpPr>
        <p:sp>
          <p:nvSpPr>
            <p:cNvPr id="2744" name="Google Shape;2744;p34"/>
            <p:cNvSpPr/>
            <p:nvPr/>
          </p:nvSpPr>
          <p:spPr>
            <a:xfrm>
              <a:off x="2915381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5" name="Google Shape;2745;p34"/>
            <p:cNvSpPr/>
            <p:nvPr/>
          </p:nvSpPr>
          <p:spPr>
            <a:xfrm>
              <a:off x="3007850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6" name="Google Shape;2746;p34"/>
            <p:cNvSpPr/>
            <p:nvPr/>
          </p:nvSpPr>
          <p:spPr>
            <a:xfrm>
              <a:off x="3100319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7" name="Google Shape;2747;p34"/>
            <p:cNvSpPr/>
            <p:nvPr/>
          </p:nvSpPr>
          <p:spPr>
            <a:xfrm>
              <a:off x="3192788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8" name="Google Shape;2748;p34"/>
            <p:cNvSpPr/>
            <p:nvPr/>
          </p:nvSpPr>
          <p:spPr>
            <a:xfrm>
              <a:off x="328525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9" name="Google Shape;2749;p34"/>
            <p:cNvSpPr/>
            <p:nvPr/>
          </p:nvSpPr>
          <p:spPr>
            <a:xfrm>
              <a:off x="3377726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0" name="Google Shape;2750;p34"/>
            <p:cNvSpPr/>
            <p:nvPr/>
          </p:nvSpPr>
          <p:spPr>
            <a:xfrm>
              <a:off x="3470195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1" name="Google Shape;2751;p34"/>
            <p:cNvSpPr/>
            <p:nvPr/>
          </p:nvSpPr>
          <p:spPr>
            <a:xfrm>
              <a:off x="3562664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2" name="Google Shape;2752;p34"/>
            <p:cNvSpPr/>
            <p:nvPr/>
          </p:nvSpPr>
          <p:spPr>
            <a:xfrm>
              <a:off x="3655133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3" name="Google Shape;2753;p34"/>
            <p:cNvSpPr/>
            <p:nvPr/>
          </p:nvSpPr>
          <p:spPr>
            <a:xfrm>
              <a:off x="3747602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4" name="Google Shape;2754;p34"/>
            <p:cNvSpPr/>
            <p:nvPr/>
          </p:nvSpPr>
          <p:spPr>
            <a:xfrm>
              <a:off x="38400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5" name="Google Shape;2755;p34"/>
            <p:cNvSpPr/>
            <p:nvPr/>
          </p:nvSpPr>
          <p:spPr>
            <a:xfrm>
              <a:off x="39324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6" name="Google Shape;2756;p34"/>
            <p:cNvSpPr/>
            <p:nvPr/>
          </p:nvSpPr>
          <p:spPr>
            <a:xfrm>
              <a:off x="40248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7" name="Google Shape;2757;p34"/>
            <p:cNvSpPr/>
            <p:nvPr/>
          </p:nvSpPr>
          <p:spPr>
            <a:xfrm>
              <a:off x="41172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58" name="Google Shape;2758;p34"/>
          <p:cNvSpPr txBox="1">
            <a:spLocks noGrp="1"/>
          </p:cNvSpPr>
          <p:nvPr>
            <p:ph type="ctrTitle"/>
          </p:nvPr>
        </p:nvSpPr>
        <p:spPr>
          <a:xfrm>
            <a:off x="1368766" y="1601184"/>
            <a:ext cx="6508800" cy="19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5800" dirty="0">
                <a:solidFill>
                  <a:schemeClr val="accent2"/>
                </a:solidFill>
              </a:rPr>
              <a:t>MechaGestionEX</a:t>
            </a:r>
            <a:br>
              <a:rPr lang="en-US" sz="5800" dirty="0">
                <a:solidFill>
                  <a:schemeClr val="accent2"/>
                </a:solidFill>
              </a:rPr>
            </a:br>
            <a:r>
              <a:rPr lang="es-MX" sz="2800" dirty="0"/>
              <a:t>PRESENTACIÓN FINAL CAPSTONE</a:t>
            </a:r>
            <a:endParaRPr lang="en-US" sz="5000" dirty="0"/>
          </a:p>
        </p:txBody>
      </p:sp>
      <p:pic>
        <p:nvPicPr>
          <p:cNvPr id="2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C66D273B-DCA3-34D6-B427-C79EC0A2A3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5763" y="325874"/>
            <a:ext cx="2114268" cy="528567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65" name="Google Shape;2765;p35"/>
          <p:cNvGrpSpPr/>
          <p:nvPr/>
        </p:nvGrpSpPr>
        <p:grpSpPr>
          <a:xfrm>
            <a:off x="2332585" y="422567"/>
            <a:ext cx="883262" cy="242091"/>
            <a:chOff x="2300350" y="2601250"/>
            <a:chExt cx="2275275" cy="623625"/>
          </a:xfrm>
        </p:grpSpPr>
        <p:sp>
          <p:nvSpPr>
            <p:cNvPr id="2766" name="Google Shape;2766;p35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7" name="Google Shape;2767;p35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8" name="Google Shape;2768;p35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9" name="Google Shape;2769;p35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0" name="Google Shape;2770;p35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1" name="Google Shape;2771;p35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" name="Google Shape;2758;p34">
            <a:extLst>
              <a:ext uri="{FF2B5EF4-FFF2-40B4-BE49-F238E27FC236}">
                <a16:creationId xmlns:a16="http://schemas.microsoft.com/office/drawing/2014/main" id="{85EAB024-6F30-D9EE-7008-FD4D43D8F89D}"/>
              </a:ext>
            </a:extLst>
          </p:cNvPr>
          <p:cNvSpPr txBox="1">
            <a:spLocks/>
          </p:cNvSpPr>
          <p:nvPr/>
        </p:nvSpPr>
        <p:spPr>
          <a:xfrm>
            <a:off x="84918" y="-447524"/>
            <a:ext cx="2211021" cy="19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2000" dirty="0">
                <a:solidFill>
                  <a:schemeClr val="accent2"/>
                </a:solidFill>
              </a:rPr>
              <a:t>MechaGestionEX</a:t>
            </a:r>
            <a:endParaRPr lang="en-US" sz="1800" dirty="0"/>
          </a:p>
        </p:txBody>
      </p:sp>
      <p:pic>
        <p:nvPicPr>
          <p:cNvPr id="7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79BB760E-9497-EBBD-6950-23969F270C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2988" y="494446"/>
            <a:ext cx="2114268" cy="528567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Google Shape;2776;p36">
            <a:extLst>
              <a:ext uri="{FF2B5EF4-FFF2-40B4-BE49-F238E27FC236}">
                <a16:creationId xmlns:a16="http://schemas.microsoft.com/office/drawing/2014/main" id="{9F18B840-F605-B28C-E33B-E4B577B94AE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100" y="1127463"/>
            <a:ext cx="7717800" cy="572700"/>
          </a:xfrm>
          <a:prstGeom prst="rect">
            <a:avLst/>
          </a:prstGeom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dirty="0"/>
              <a:t>INTEGRANTES DEL </a:t>
            </a:r>
            <a:r>
              <a:rPr lang="en" sz="3200" dirty="0">
                <a:solidFill>
                  <a:schemeClr val="accent2"/>
                </a:solidFill>
              </a:rPr>
              <a:t>PROYECTO</a:t>
            </a:r>
            <a:endParaRPr sz="3200" dirty="0">
              <a:solidFill>
                <a:schemeClr val="accent2"/>
              </a:solidFill>
            </a:endParaRPr>
          </a:p>
        </p:txBody>
      </p:sp>
      <p:sp>
        <p:nvSpPr>
          <p:cNvPr id="17" name="Google Shape;2776;p36">
            <a:extLst>
              <a:ext uri="{FF2B5EF4-FFF2-40B4-BE49-F238E27FC236}">
                <a16:creationId xmlns:a16="http://schemas.microsoft.com/office/drawing/2014/main" id="{9FFBAFE4-72F1-1DF5-969F-EDBC1687E425}"/>
              </a:ext>
            </a:extLst>
          </p:cNvPr>
          <p:cNvSpPr txBox="1">
            <a:spLocks/>
          </p:cNvSpPr>
          <p:nvPr/>
        </p:nvSpPr>
        <p:spPr>
          <a:xfrm>
            <a:off x="1895505" y="2013881"/>
            <a:ext cx="2211021" cy="886418"/>
          </a:xfrm>
          <a:prstGeom prst="rect">
            <a:avLst/>
          </a:prstGeom>
          <a:noFill/>
          <a:ln>
            <a:noFill/>
          </a:ln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pPr algn="ctr"/>
            <a:r>
              <a:rPr lang="en-US" sz="1800" dirty="0">
                <a:solidFill>
                  <a:schemeClr val="accent2"/>
                </a:solidFill>
              </a:rPr>
              <a:t>CARLOS</a:t>
            </a:r>
          </a:p>
          <a:p>
            <a:pPr algn="ctr"/>
            <a:r>
              <a:rPr lang="en-US" sz="1800" dirty="0">
                <a:solidFill>
                  <a:schemeClr val="accent2"/>
                </a:solidFill>
              </a:rPr>
              <a:t> HERRERA</a:t>
            </a:r>
          </a:p>
          <a:p>
            <a:pPr algn="ctr"/>
            <a:r>
              <a:rPr lang="en-US" sz="1800" dirty="0">
                <a:solidFill>
                  <a:schemeClr val="accent2"/>
                </a:solidFill>
              </a:rPr>
              <a:t>ALMENDRA</a:t>
            </a:r>
          </a:p>
        </p:txBody>
      </p:sp>
      <p:sp>
        <p:nvSpPr>
          <p:cNvPr id="18" name="Google Shape;2776;p36">
            <a:extLst>
              <a:ext uri="{FF2B5EF4-FFF2-40B4-BE49-F238E27FC236}">
                <a16:creationId xmlns:a16="http://schemas.microsoft.com/office/drawing/2014/main" id="{E663E82F-EE9E-6FC8-9510-6C7A6F88BAAD}"/>
              </a:ext>
            </a:extLst>
          </p:cNvPr>
          <p:cNvSpPr txBox="1">
            <a:spLocks/>
          </p:cNvSpPr>
          <p:nvPr/>
        </p:nvSpPr>
        <p:spPr>
          <a:xfrm>
            <a:off x="4920314" y="2013881"/>
            <a:ext cx="2211021" cy="886418"/>
          </a:xfrm>
          <a:prstGeom prst="rect">
            <a:avLst/>
          </a:prstGeom>
          <a:noFill/>
          <a:ln>
            <a:noFill/>
          </a:ln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pPr algn="ctr"/>
            <a:r>
              <a:rPr lang="en-US" sz="1800" dirty="0">
                <a:solidFill>
                  <a:schemeClr val="accent2"/>
                </a:solidFill>
              </a:rPr>
              <a:t>MARCELO</a:t>
            </a:r>
          </a:p>
          <a:p>
            <a:pPr algn="ctr"/>
            <a:r>
              <a:rPr lang="en-US" sz="1800" dirty="0">
                <a:solidFill>
                  <a:schemeClr val="accent2"/>
                </a:solidFill>
              </a:rPr>
              <a:t>ESCOBAR</a:t>
            </a:r>
          </a:p>
          <a:p>
            <a:pPr algn="ctr"/>
            <a:r>
              <a:rPr lang="en-US" sz="1800" dirty="0">
                <a:solidFill>
                  <a:schemeClr val="accent2"/>
                </a:solidFill>
              </a:rPr>
              <a:t>LEÓN</a:t>
            </a:r>
          </a:p>
        </p:txBody>
      </p:sp>
      <p:sp>
        <p:nvSpPr>
          <p:cNvPr id="20" name="Google Shape;2776;p36">
            <a:extLst>
              <a:ext uri="{FF2B5EF4-FFF2-40B4-BE49-F238E27FC236}">
                <a16:creationId xmlns:a16="http://schemas.microsoft.com/office/drawing/2014/main" id="{1562B0E6-C66A-C510-6881-2B7CAD34EC3A}"/>
              </a:ext>
            </a:extLst>
          </p:cNvPr>
          <p:cNvSpPr txBox="1">
            <a:spLocks/>
          </p:cNvSpPr>
          <p:nvPr/>
        </p:nvSpPr>
        <p:spPr>
          <a:xfrm>
            <a:off x="2031214" y="3126063"/>
            <a:ext cx="1939602" cy="572700"/>
          </a:xfrm>
          <a:prstGeom prst="rect">
            <a:avLst/>
          </a:prstGeom>
          <a:noFill/>
          <a:ln>
            <a:noFill/>
          </a:ln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pPr algn="ctr"/>
            <a:r>
              <a:rPr lang="en-US" sz="1600" dirty="0"/>
              <a:t>Lider Técnico</a:t>
            </a:r>
          </a:p>
          <a:p>
            <a:pPr algn="ctr"/>
            <a:r>
              <a:rPr lang="en-US" sz="1600" dirty="0"/>
              <a:t>&amp;</a:t>
            </a:r>
          </a:p>
          <a:p>
            <a:pPr algn="ctr"/>
            <a:r>
              <a:rPr lang="en-US" sz="1600" dirty="0"/>
              <a:t>Back End </a:t>
            </a:r>
          </a:p>
          <a:p>
            <a:pPr algn="ctr"/>
            <a:r>
              <a:rPr lang="en-US" sz="1600" b="0" dirty="0"/>
              <a:t> </a:t>
            </a:r>
            <a:endParaRPr lang="en-US" sz="1600" b="0" dirty="0">
              <a:solidFill>
                <a:schemeClr val="accent2"/>
              </a:solidFill>
            </a:endParaRPr>
          </a:p>
        </p:txBody>
      </p:sp>
      <p:sp>
        <p:nvSpPr>
          <p:cNvPr id="21" name="Google Shape;2776;p36">
            <a:extLst>
              <a:ext uri="{FF2B5EF4-FFF2-40B4-BE49-F238E27FC236}">
                <a16:creationId xmlns:a16="http://schemas.microsoft.com/office/drawing/2014/main" id="{16CB37A1-F020-E98A-9464-8AE9599B7471}"/>
              </a:ext>
            </a:extLst>
          </p:cNvPr>
          <p:cNvSpPr txBox="1">
            <a:spLocks/>
          </p:cNvSpPr>
          <p:nvPr/>
        </p:nvSpPr>
        <p:spPr>
          <a:xfrm>
            <a:off x="5056023" y="3126063"/>
            <a:ext cx="1939602" cy="572700"/>
          </a:xfrm>
          <a:prstGeom prst="rect">
            <a:avLst/>
          </a:prstGeom>
          <a:noFill/>
          <a:ln>
            <a:noFill/>
          </a:ln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pPr algn="ctr"/>
            <a:r>
              <a:rPr lang="en-US" sz="1600" dirty="0"/>
              <a:t>Scrum Master</a:t>
            </a:r>
          </a:p>
          <a:p>
            <a:pPr algn="ctr"/>
            <a:r>
              <a:rPr lang="en-US" sz="1600" dirty="0"/>
              <a:t>&amp;</a:t>
            </a:r>
          </a:p>
          <a:p>
            <a:pPr algn="ctr"/>
            <a:r>
              <a:rPr lang="en-US" sz="1600" dirty="0"/>
              <a:t>Front End / QA</a:t>
            </a:r>
          </a:p>
          <a:p>
            <a:pPr algn="ctr"/>
            <a:r>
              <a:rPr lang="en-US" sz="1600" b="0" dirty="0"/>
              <a:t> </a:t>
            </a:r>
            <a:endParaRPr lang="en-US" sz="1600" b="0"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2F0F9F-31C0-F162-7FEF-E3B61EB4F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100" y="539400"/>
            <a:ext cx="7717800" cy="572700"/>
          </a:xfrm>
        </p:spPr>
        <p:txBody>
          <a:bodyPr wrap="square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s-CL" sz="2700"/>
              <a:t>Carlos Herrera</a:t>
            </a:r>
          </a:p>
        </p:txBody>
      </p:sp>
      <p:graphicFrame>
        <p:nvGraphicFramePr>
          <p:cNvPr id="7" name="Rectangle 2">
            <a:extLst>
              <a:ext uri="{FF2B5EF4-FFF2-40B4-BE49-F238E27FC236}">
                <a16:creationId xmlns:a16="http://schemas.microsoft.com/office/drawing/2014/main" id="{93C99881-F1D5-32FA-D4AC-D92C10E2184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0948890"/>
              </p:ext>
            </p:extLst>
          </p:nvPr>
        </p:nvGraphicFramePr>
        <p:xfrm>
          <a:off x="713100" y="1302600"/>
          <a:ext cx="7717800" cy="32644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578197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7D0971-6772-25C6-9672-5FA9CCA07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100" y="539400"/>
            <a:ext cx="7717800" cy="572700"/>
          </a:xfrm>
        </p:spPr>
        <p:txBody>
          <a:bodyPr wrap="square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s-CL" sz="2700"/>
              <a:t>Marcelo Escobar</a:t>
            </a:r>
          </a:p>
        </p:txBody>
      </p:sp>
      <p:graphicFrame>
        <p:nvGraphicFramePr>
          <p:cNvPr id="7" name="Rectangle 2">
            <a:extLst>
              <a:ext uri="{FF2B5EF4-FFF2-40B4-BE49-F238E27FC236}">
                <a16:creationId xmlns:a16="http://schemas.microsoft.com/office/drawing/2014/main" id="{9BCB19F5-E6E1-172A-5049-1620F75A83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48228839"/>
              </p:ext>
            </p:extLst>
          </p:nvPr>
        </p:nvGraphicFramePr>
        <p:xfrm>
          <a:off x="713100" y="1302600"/>
          <a:ext cx="7717800" cy="32644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273147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6" name="Google Shape;2776;p36"/>
          <p:cNvSpPr txBox="1">
            <a:spLocks noGrp="1"/>
          </p:cNvSpPr>
          <p:nvPr>
            <p:ph type="title"/>
          </p:nvPr>
        </p:nvSpPr>
        <p:spPr>
          <a:xfrm>
            <a:off x="713100" y="824976"/>
            <a:ext cx="7717800" cy="572700"/>
          </a:xfrm>
          <a:prstGeom prst="rect">
            <a:avLst/>
          </a:prstGeom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/>
              <a:t>DESCRIPCIONES DEL </a:t>
            </a:r>
            <a:r>
              <a:rPr lang="en" sz="3200" dirty="0">
                <a:solidFill>
                  <a:schemeClr val="accent2"/>
                </a:solidFill>
              </a:rPr>
              <a:t>PROYECTO</a:t>
            </a:r>
            <a:endParaRPr sz="3200" dirty="0">
              <a:solidFill>
                <a:schemeClr val="accent2"/>
              </a:solidFill>
            </a:endParaRPr>
          </a:p>
        </p:txBody>
      </p:sp>
      <p:sp>
        <p:nvSpPr>
          <p:cNvPr id="2778" name="Google Shape;2778;p36"/>
          <p:cNvSpPr txBox="1">
            <a:spLocks noGrp="1"/>
          </p:cNvSpPr>
          <p:nvPr>
            <p:ph type="subTitle" idx="1"/>
          </p:nvPr>
        </p:nvSpPr>
        <p:spPr>
          <a:xfrm>
            <a:off x="776549" y="2823576"/>
            <a:ext cx="3477397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Falta o ausencia de trazabilidad de servicios y reparaciones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Mala administración de clientes y vehículos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Dificultades para realizar tareas internas del taller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Baja eficiencia en la comunicación con los clientes</a:t>
            </a:r>
          </a:p>
        </p:txBody>
      </p:sp>
      <p:sp>
        <p:nvSpPr>
          <p:cNvPr id="2779" name="Google Shape;2779;p36"/>
          <p:cNvSpPr txBox="1">
            <a:spLocks noGrp="1"/>
          </p:cNvSpPr>
          <p:nvPr>
            <p:ph type="title" idx="3"/>
          </p:nvPr>
        </p:nvSpPr>
        <p:spPr>
          <a:xfrm>
            <a:off x="1054845" y="1490693"/>
            <a:ext cx="2920807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PROBLEMAS </a:t>
            </a:r>
            <a:endParaRPr sz="2400" dirty="0"/>
          </a:p>
        </p:txBody>
      </p:sp>
      <p:sp>
        <p:nvSpPr>
          <p:cNvPr id="2785" name="Google Shape;2785;p36"/>
          <p:cNvSpPr txBox="1">
            <a:spLocks noGrp="1"/>
          </p:cNvSpPr>
          <p:nvPr>
            <p:ph type="title" idx="9"/>
          </p:nvPr>
        </p:nvSpPr>
        <p:spPr>
          <a:xfrm>
            <a:off x="5410455" y="1489925"/>
            <a:ext cx="26787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SOLUCIÓN</a:t>
            </a:r>
            <a:endParaRPr sz="2400" dirty="0"/>
          </a:p>
        </p:txBody>
      </p:sp>
      <p:grpSp>
        <p:nvGrpSpPr>
          <p:cNvPr id="2795" name="Google Shape;2795;p36"/>
          <p:cNvGrpSpPr/>
          <p:nvPr/>
        </p:nvGrpSpPr>
        <p:grpSpPr>
          <a:xfrm>
            <a:off x="7812807" y="997962"/>
            <a:ext cx="1520982" cy="302065"/>
            <a:chOff x="5642557" y="-150670"/>
            <a:chExt cx="1520982" cy="302065"/>
          </a:xfrm>
        </p:grpSpPr>
        <p:sp>
          <p:nvSpPr>
            <p:cNvPr id="2796" name="Google Shape;2796;p36"/>
            <p:cNvSpPr/>
            <p:nvPr/>
          </p:nvSpPr>
          <p:spPr>
            <a:xfrm>
              <a:off x="5736006" y="-104304"/>
              <a:ext cx="1335611" cy="209364"/>
            </a:xfrm>
            <a:custGeom>
              <a:avLst/>
              <a:gdLst/>
              <a:ahLst/>
              <a:cxnLst/>
              <a:rect l="l" t="t" r="r" b="b"/>
              <a:pathLst>
                <a:path w="42863" h="6719" fill="none" extrusionOk="0">
                  <a:moveTo>
                    <a:pt x="1" y="0"/>
                  </a:moveTo>
                  <a:lnTo>
                    <a:pt x="19064" y="0"/>
                  </a:lnTo>
                  <a:lnTo>
                    <a:pt x="25782" y="6718"/>
                  </a:lnTo>
                  <a:lnTo>
                    <a:pt x="42862" y="6718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7" name="Google Shape;2797;p36"/>
            <p:cNvSpPr/>
            <p:nvPr/>
          </p:nvSpPr>
          <p:spPr>
            <a:xfrm>
              <a:off x="7071586" y="59442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2950" y="1463"/>
                  </a:moveTo>
                  <a:cubicBezTo>
                    <a:pt x="2950" y="2281"/>
                    <a:pt x="2281" y="2951"/>
                    <a:pt x="1463" y="2951"/>
                  </a:cubicBezTo>
                  <a:cubicBezTo>
                    <a:pt x="645" y="2951"/>
                    <a:pt x="0" y="2281"/>
                    <a:pt x="0" y="1463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8" name="Google Shape;2798;p36"/>
            <p:cNvSpPr/>
            <p:nvPr/>
          </p:nvSpPr>
          <p:spPr>
            <a:xfrm>
              <a:off x="7095517" y="84152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5" y="1"/>
                  </a:moveTo>
                  <a:cubicBezTo>
                    <a:pt x="323" y="1"/>
                    <a:pt x="1" y="298"/>
                    <a:pt x="1" y="670"/>
                  </a:cubicBezTo>
                  <a:cubicBezTo>
                    <a:pt x="1" y="1067"/>
                    <a:pt x="323" y="1364"/>
                    <a:pt x="695" y="1364"/>
                  </a:cubicBezTo>
                  <a:cubicBezTo>
                    <a:pt x="1091" y="1364"/>
                    <a:pt x="1389" y="1067"/>
                    <a:pt x="1389" y="670"/>
                  </a:cubicBezTo>
                  <a:cubicBezTo>
                    <a:pt x="1389" y="298"/>
                    <a:pt x="1091" y="1"/>
                    <a:pt x="69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9" name="Google Shape;2799;p36"/>
            <p:cNvSpPr/>
            <p:nvPr/>
          </p:nvSpPr>
          <p:spPr>
            <a:xfrm>
              <a:off x="5642557" y="-150670"/>
              <a:ext cx="91953" cy="92732"/>
            </a:xfrm>
            <a:custGeom>
              <a:avLst/>
              <a:gdLst/>
              <a:ahLst/>
              <a:cxnLst/>
              <a:rect l="l" t="t" r="r" b="b"/>
              <a:pathLst>
                <a:path w="2951" h="2976" fill="none" extrusionOk="0">
                  <a:moveTo>
                    <a:pt x="2950" y="1488"/>
                  </a:moveTo>
                  <a:cubicBezTo>
                    <a:pt x="2950" y="2306"/>
                    <a:pt x="2281" y="2976"/>
                    <a:pt x="1463" y="2976"/>
                  </a:cubicBezTo>
                  <a:cubicBezTo>
                    <a:pt x="645" y="2976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0" name="Google Shape;2800;p36"/>
            <p:cNvSpPr/>
            <p:nvPr/>
          </p:nvSpPr>
          <p:spPr>
            <a:xfrm>
              <a:off x="5666488" y="-125929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322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2" y="1388"/>
                    <a:pt x="1389" y="1066"/>
                    <a:pt x="1389" y="694"/>
                  </a:cubicBezTo>
                  <a:cubicBezTo>
                    <a:pt x="1389" y="322"/>
                    <a:pt x="1092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2758;p34">
            <a:extLst>
              <a:ext uri="{FF2B5EF4-FFF2-40B4-BE49-F238E27FC236}">
                <a16:creationId xmlns:a16="http://schemas.microsoft.com/office/drawing/2014/main" id="{694E1198-FD9C-7F4C-2044-E13390DA7EE9}"/>
              </a:ext>
            </a:extLst>
          </p:cNvPr>
          <p:cNvSpPr txBox="1">
            <a:spLocks/>
          </p:cNvSpPr>
          <p:nvPr/>
        </p:nvSpPr>
        <p:spPr>
          <a:xfrm>
            <a:off x="601662" y="-653318"/>
            <a:ext cx="2211021" cy="19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2000" dirty="0">
                <a:solidFill>
                  <a:schemeClr val="accent2"/>
                </a:solidFill>
              </a:rPr>
              <a:t>MechaGestionEX</a:t>
            </a:r>
            <a:endParaRPr lang="en-US" sz="1800" dirty="0"/>
          </a:p>
        </p:txBody>
      </p:sp>
      <p:pic>
        <p:nvPicPr>
          <p:cNvPr id="3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A01001EE-D4B2-39D1-2D46-8885F66442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5697" y="282579"/>
            <a:ext cx="2114268" cy="528567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Google Shape;2778;p36">
            <a:extLst>
              <a:ext uri="{FF2B5EF4-FFF2-40B4-BE49-F238E27FC236}">
                <a16:creationId xmlns:a16="http://schemas.microsoft.com/office/drawing/2014/main" id="{58353FAF-D4C8-F36D-E29D-949BF7E7765C}"/>
              </a:ext>
            </a:extLst>
          </p:cNvPr>
          <p:cNvSpPr txBox="1">
            <a:spLocks/>
          </p:cNvSpPr>
          <p:nvPr/>
        </p:nvSpPr>
        <p:spPr>
          <a:xfrm>
            <a:off x="5011106" y="2823576"/>
            <a:ext cx="3477397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/>
              <a:t>Registro y administración de clientes y vehículos 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/>
              <a:t>Control de atenciones informativas y con detalle para taller y clientes 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/>
              <a:t>Seguimiento de estados de reparación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/>
              <a:t>Procesos automatizados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/>
              <a:t>Registro de inventario para posibles auditorías de repuestos.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215B697-B6DF-2408-2064-9135C73D3C3F}"/>
              </a:ext>
            </a:extLst>
          </p:cNvPr>
          <p:cNvCxnSpPr>
            <a:stCxn id="2779" idx="3"/>
            <a:endCxn id="2785" idx="1"/>
          </p:cNvCxnSpPr>
          <p:nvPr/>
        </p:nvCxnSpPr>
        <p:spPr>
          <a:xfrm flipV="1">
            <a:off x="3975652" y="1732325"/>
            <a:ext cx="1434803" cy="768"/>
          </a:xfrm>
          <a:prstGeom prst="straightConnector1">
            <a:avLst/>
          </a:prstGeom>
          <a:ln w="762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5" name="Google Shape;2805;p37"/>
          <p:cNvSpPr txBox="1">
            <a:spLocks noGrp="1"/>
          </p:cNvSpPr>
          <p:nvPr>
            <p:ph type="title"/>
          </p:nvPr>
        </p:nvSpPr>
        <p:spPr>
          <a:xfrm>
            <a:off x="1015163" y="1307063"/>
            <a:ext cx="4401600" cy="119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OBJETIVO </a:t>
            </a:r>
            <a:r>
              <a:rPr lang="en" dirty="0">
                <a:solidFill>
                  <a:schemeClr val="accent2"/>
                </a:solidFill>
              </a:rPr>
              <a:t>GENERAL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2806" name="Google Shape;2806;p37"/>
          <p:cNvSpPr txBox="1">
            <a:spLocks noGrp="1"/>
          </p:cNvSpPr>
          <p:nvPr>
            <p:ph type="subTitle" idx="1"/>
          </p:nvPr>
        </p:nvSpPr>
        <p:spPr>
          <a:xfrm>
            <a:off x="1015163" y="2576125"/>
            <a:ext cx="4401600" cy="16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Desarrollar una plataforma web robusta y optimizada para talleres mecánicos, automatizando procesos claves y mejorando la trazabilidad de la información.</a:t>
            </a:r>
          </a:p>
        </p:txBody>
      </p:sp>
      <p:pic>
        <p:nvPicPr>
          <p:cNvPr id="2807" name="Google Shape;2807;p37"/>
          <p:cNvPicPr preferRelativeResize="0"/>
          <p:nvPr/>
        </p:nvPicPr>
        <p:blipFill rotWithShape="1">
          <a:blip r:embed="rId3">
            <a:alphaModFix/>
          </a:blip>
          <a:srcRect l="15592" r="15598"/>
          <a:stretch/>
        </p:blipFill>
        <p:spPr>
          <a:xfrm>
            <a:off x="5474725" y="1307063"/>
            <a:ext cx="2727600" cy="2730300"/>
          </a:xfrm>
          <a:prstGeom prst="ellipse">
            <a:avLst/>
          </a:prstGeom>
          <a:noFill/>
          <a:ln>
            <a:noFill/>
          </a:ln>
          <a:effectLst>
            <a:outerShdw blurRad="657225" algn="bl" rotWithShape="0">
              <a:schemeClr val="accent2">
                <a:alpha val="40000"/>
              </a:schemeClr>
            </a:outerShdw>
          </a:effectLst>
        </p:spPr>
      </p:pic>
      <p:sp>
        <p:nvSpPr>
          <p:cNvPr id="2808" name="Google Shape;2808;p37"/>
          <p:cNvSpPr/>
          <p:nvPr/>
        </p:nvSpPr>
        <p:spPr>
          <a:xfrm>
            <a:off x="-1414555" y="4201465"/>
            <a:ext cx="1994700" cy="6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lt2"/>
              </a:gs>
              <a:gs pos="100000">
                <a:schemeClr val="accent2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9" name="Google Shape;2809;p37"/>
          <p:cNvSpPr/>
          <p:nvPr/>
        </p:nvSpPr>
        <p:spPr>
          <a:xfrm>
            <a:off x="-1111455" y="3922165"/>
            <a:ext cx="1994700" cy="6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lt2"/>
              </a:gs>
              <a:gs pos="100000">
                <a:schemeClr val="accent2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10" name="Google Shape;2810;p37"/>
          <p:cNvGrpSpPr/>
          <p:nvPr/>
        </p:nvGrpSpPr>
        <p:grpSpPr>
          <a:xfrm rot="10800000">
            <a:off x="7471439" y="3616978"/>
            <a:ext cx="883262" cy="242091"/>
            <a:chOff x="2300350" y="2601250"/>
            <a:chExt cx="2275275" cy="623625"/>
          </a:xfrm>
        </p:grpSpPr>
        <p:sp>
          <p:nvSpPr>
            <p:cNvPr id="2811" name="Google Shape;2811;p37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2" name="Google Shape;2812;p37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3" name="Google Shape;2813;p37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4" name="Google Shape;2814;p37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5" name="Google Shape;2815;p37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6" name="Google Shape;2816;p37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17" name="Google Shape;2817;p37"/>
          <p:cNvGrpSpPr/>
          <p:nvPr/>
        </p:nvGrpSpPr>
        <p:grpSpPr>
          <a:xfrm rot="5400000">
            <a:off x="2345200" y="185400"/>
            <a:ext cx="98902" cy="553090"/>
            <a:chOff x="4898850" y="4820550"/>
            <a:chExt cx="98902" cy="553090"/>
          </a:xfrm>
        </p:grpSpPr>
        <p:sp>
          <p:nvSpPr>
            <p:cNvPr id="2818" name="Google Shape;2818;p37"/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9" name="Google Shape;2819;p37"/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0" name="Google Shape;2820;p37"/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1" name="Google Shape;2821;p37"/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2" name="Google Shape;2822;p37"/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23" name="Google Shape;2823;p37"/>
          <p:cNvGrpSpPr/>
          <p:nvPr/>
        </p:nvGrpSpPr>
        <p:grpSpPr>
          <a:xfrm>
            <a:off x="2596239" y="4297878"/>
            <a:ext cx="883262" cy="242091"/>
            <a:chOff x="2300350" y="2601250"/>
            <a:chExt cx="2275275" cy="623625"/>
          </a:xfrm>
        </p:grpSpPr>
        <p:sp>
          <p:nvSpPr>
            <p:cNvPr id="2824" name="Google Shape;2824;p37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5" name="Google Shape;2825;p37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6" name="Google Shape;2826;p37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7" name="Google Shape;2827;p37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8" name="Google Shape;2828;p37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9" name="Google Shape;2829;p37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30" name="Google Shape;2830;p37"/>
          <p:cNvGrpSpPr/>
          <p:nvPr/>
        </p:nvGrpSpPr>
        <p:grpSpPr>
          <a:xfrm>
            <a:off x="4762192" y="4297866"/>
            <a:ext cx="1105976" cy="133969"/>
            <a:chOff x="8183182" y="663852"/>
            <a:chExt cx="1475028" cy="178673"/>
          </a:xfrm>
        </p:grpSpPr>
        <p:grpSp>
          <p:nvGrpSpPr>
            <p:cNvPr id="2831" name="Google Shape;2831;p37"/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2832" name="Google Shape;2832;p37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3" name="Google Shape;2833;p37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4" name="Google Shape;2834;p37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5" name="Google Shape;2835;p37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6" name="Google Shape;2836;p37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7" name="Google Shape;2837;p37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8" name="Google Shape;2838;p37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9" name="Google Shape;2839;p37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0" name="Google Shape;2840;p37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1" name="Google Shape;2841;p37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842" name="Google Shape;2842;p37"/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2843" name="Google Shape;2843;p37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4" name="Google Shape;2844;p37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5" name="Google Shape;2845;p37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6" name="Google Shape;2846;p37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7" name="Google Shape;2847;p37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8" name="Google Shape;2848;p37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9" name="Google Shape;2849;p37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0" name="Google Shape;2850;p37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1" name="Google Shape;2851;p37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2" name="Google Shape;2852;p37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6" name="Google Shape;2758;p34">
            <a:extLst>
              <a:ext uri="{FF2B5EF4-FFF2-40B4-BE49-F238E27FC236}">
                <a16:creationId xmlns:a16="http://schemas.microsoft.com/office/drawing/2014/main" id="{5B2C6EDE-5C2D-64ED-8CC1-1B2E612355A5}"/>
              </a:ext>
            </a:extLst>
          </p:cNvPr>
          <p:cNvSpPr txBox="1">
            <a:spLocks/>
          </p:cNvSpPr>
          <p:nvPr/>
        </p:nvSpPr>
        <p:spPr>
          <a:xfrm>
            <a:off x="303311" y="-223761"/>
            <a:ext cx="2211021" cy="19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2000" dirty="0">
                <a:solidFill>
                  <a:schemeClr val="accent2"/>
                </a:solidFill>
              </a:rPr>
              <a:t>MechaGestionEX</a:t>
            </a:r>
            <a:endParaRPr lang="en-US" sz="1800" dirty="0"/>
          </a:p>
        </p:txBody>
      </p:sp>
      <p:pic>
        <p:nvPicPr>
          <p:cNvPr id="7" name="Picture 6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17A59E34-94C8-CBB7-9403-AC5D0599C0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4326" y="741023"/>
            <a:ext cx="2114268" cy="528567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4">
          <a:extLst>
            <a:ext uri="{FF2B5EF4-FFF2-40B4-BE49-F238E27FC236}">
              <a16:creationId xmlns:a16="http://schemas.microsoft.com/office/drawing/2014/main" id="{74CCAB04-6642-E176-76B4-4A4847087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07" name="Google Shape;2807;p37">
            <a:extLst>
              <a:ext uri="{FF2B5EF4-FFF2-40B4-BE49-F238E27FC236}">
                <a16:creationId xmlns:a16="http://schemas.microsoft.com/office/drawing/2014/main" id="{62EA5AD8-F0C5-EBA5-953D-EECAB758E6F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5592" r="15598"/>
          <a:stretch/>
        </p:blipFill>
        <p:spPr>
          <a:xfrm>
            <a:off x="5474725" y="1307063"/>
            <a:ext cx="2727600" cy="2730300"/>
          </a:xfrm>
          <a:prstGeom prst="ellipse">
            <a:avLst/>
          </a:prstGeom>
          <a:noFill/>
          <a:ln>
            <a:noFill/>
          </a:ln>
          <a:effectLst>
            <a:outerShdw blurRad="657225" algn="bl" rotWithShape="0">
              <a:schemeClr val="accent2">
                <a:alpha val="40000"/>
              </a:schemeClr>
            </a:outerShdw>
          </a:effectLst>
        </p:spPr>
      </p:pic>
      <p:sp>
        <p:nvSpPr>
          <p:cNvPr id="2808" name="Google Shape;2808;p37">
            <a:extLst>
              <a:ext uri="{FF2B5EF4-FFF2-40B4-BE49-F238E27FC236}">
                <a16:creationId xmlns:a16="http://schemas.microsoft.com/office/drawing/2014/main" id="{2D5053ED-892E-B7BE-E5E1-F6A8AA26B3D7}"/>
              </a:ext>
            </a:extLst>
          </p:cNvPr>
          <p:cNvSpPr/>
          <p:nvPr/>
        </p:nvSpPr>
        <p:spPr>
          <a:xfrm>
            <a:off x="-1414555" y="4201465"/>
            <a:ext cx="1994700" cy="6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lt2"/>
              </a:gs>
              <a:gs pos="100000">
                <a:schemeClr val="accent2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9" name="Google Shape;2809;p37">
            <a:extLst>
              <a:ext uri="{FF2B5EF4-FFF2-40B4-BE49-F238E27FC236}">
                <a16:creationId xmlns:a16="http://schemas.microsoft.com/office/drawing/2014/main" id="{74ED60BD-18DD-1A4D-48A0-819C47ED33E2}"/>
              </a:ext>
            </a:extLst>
          </p:cNvPr>
          <p:cNvSpPr/>
          <p:nvPr/>
        </p:nvSpPr>
        <p:spPr>
          <a:xfrm>
            <a:off x="-1111455" y="3922165"/>
            <a:ext cx="1994700" cy="6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lt2"/>
              </a:gs>
              <a:gs pos="100000">
                <a:schemeClr val="accent2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10" name="Google Shape;2810;p37">
            <a:extLst>
              <a:ext uri="{FF2B5EF4-FFF2-40B4-BE49-F238E27FC236}">
                <a16:creationId xmlns:a16="http://schemas.microsoft.com/office/drawing/2014/main" id="{F09872A7-5B3D-CD61-D0E1-11236F93E729}"/>
              </a:ext>
            </a:extLst>
          </p:cNvPr>
          <p:cNvGrpSpPr/>
          <p:nvPr/>
        </p:nvGrpSpPr>
        <p:grpSpPr>
          <a:xfrm rot="10800000">
            <a:off x="7471439" y="3616978"/>
            <a:ext cx="883262" cy="242091"/>
            <a:chOff x="2300350" y="2601250"/>
            <a:chExt cx="2275275" cy="623625"/>
          </a:xfrm>
        </p:grpSpPr>
        <p:sp>
          <p:nvSpPr>
            <p:cNvPr id="2811" name="Google Shape;2811;p37">
              <a:extLst>
                <a:ext uri="{FF2B5EF4-FFF2-40B4-BE49-F238E27FC236}">
                  <a16:creationId xmlns:a16="http://schemas.microsoft.com/office/drawing/2014/main" id="{66C22C8E-2F0C-E9DC-919F-22BADFDCCE94}"/>
                </a:ext>
              </a:extLst>
            </p:cNvPr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2" name="Google Shape;2812;p37">
              <a:extLst>
                <a:ext uri="{FF2B5EF4-FFF2-40B4-BE49-F238E27FC236}">
                  <a16:creationId xmlns:a16="http://schemas.microsoft.com/office/drawing/2014/main" id="{03379D57-8AB9-52B1-EF28-B4479682CEA8}"/>
                </a:ext>
              </a:extLst>
            </p:cNvPr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3" name="Google Shape;2813;p37">
              <a:extLst>
                <a:ext uri="{FF2B5EF4-FFF2-40B4-BE49-F238E27FC236}">
                  <a16:creationId xmlns:a16="http://schemas.microsoft.com/office/drawing/2014/main" id="{58D3180F-A14B-32EA-2803-8B1D20EC383C}"/>
                </a:ext>
              </a:extLst>
            </p:cNvPr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4" name="Google Shape;2814;p37">
              <a:extLst>
                <a:ext uri="{FF2B5EF4-FFF2-40B4-BE49-F238E27FC236}">
                  <a16:creationId xmlns:a16="http://schemas.microsoft.com/office/drawing/2014/main" id="{0F015486-D82F-F136-D18A-F54FF811EF1E}"/>
                </a:ext>
              </a:extLst>
            </p:cNvPr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5" name="Google Shape;2815;p37">
              <a:extLst>
                <a:ext uri="{FF2B5EF4-FFF2-40B4-BE49-F238E27FC236}">
                  <a16:creationId xmlns:a16="http://schemas.microsoft.com/office/drawing/2014/main" id="{719B97EC-D56B-93F7-DB87-84A0EC72DFD5}"/>
                </a:ext>
              </a:extLst>
            </p:cNvPr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6" name="Google Shape;2816;p37">
              <a:extLst>
                <a:ext uri="{FF2B5EF4-FFF2-40B4-BE49-F238E27FC236}">
                  <a16:creationId xmlns:a16="http://schemas.microsoft.com/office/drawing/2014/main" id="{BFE42A28-E358-96A6-55A3-9DE15DB5F7BD}"/>
                </a:ext>
              </a:extLst>
            </p:cNvPr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17" name="Google Shape;2817;p37">
            <a:extLst>
              <a:ext uri="{FF2B5EF4-FFF2-40B4-BE49-F238E27FC236}">
                <a16:creationId xmlns:a16="http://schemas.microsoft.com/office/drawing/2014/main" id="{AD909986-B2CB-B4DD-AA18-FA21431C28D7}"/>
              </a:ext>
            </a:extLst>
          </p:cNvPr>
          <p:cNvGrpSpPr/>
          <p:nvPr/>
        </p:nvGrpSpPr>
        <p:grpSpPr>
          <a:xfrm rot="5400000">
            <a:off x="2345200" y="185400"/>
            <a:ext cx="98902" cy="553090"/>
            <a:chOff x="4898850" y="4820550"/>
            <a:chExt cx="98902" cy="553090"/>
          </a:xfrm>
        </p:grpSpPr>
        <p:sp>
          <p:nvSpPr>
            <p:cNvPr id="2818" name="Google Shape;2818;p37">
              <a:extLst>
                <a:ext uri="{FF2B5EF4-FFF2-40B4-BE49-F238E27FC236}">
                  <a16:creationId xmlns:a16="http://schemas.microsoft.com/office/drawing/2014/main" id="{8AF58BDF-B81D-D38F-D356-DC2384B48B3C}"/>
                </a:ext>
              </a:extLst>
            </p:cNvPr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9" name="Google Shape;2819;p37">
              <a:extLst>
                <a:ext uri="{FF2B5EF4-FFF2-40B4-BE49-F238E27FC236}">
                  <a16:creationId xmlns:a16="http://schemas.microsoft.com/office/drawing/2014/main" id="{FA9661BB-AC13-DEFA-85D4-167B36A88370}"/>
                </a:ext>
              </a:extLst>
            </p:cNvPr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0" name="Google Shape;2820;p37">
              <a:extLst>
                <a:ext uri="{FF2B5EF4-FFF2-40B4-BE49-F238E27FC236}">
                  <a16:creationId xmlns:a16="http://schemas.microsoft.com/office/drawing/2014/main" id="{12F9C85A-49E2-7716-E998-3B68A7F421A2}"/>
                </a:ext>
              </a:extLst>
            </p:cNvPr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1" name="Google Shape;2821;p37">
              <a:extLst>
                <a:ext uri="{FF2B5EF4-FFF2-40B4-BE49-F238E27FC236}">
                  <a16:creationId xmlns:a16="http://schemas.microsoft.com/office/drawing/2014/main" id="{0233EAC8-37CA-F88F-D288-C09A751FC1AB}"/>
                </a:ext>
              </a:extLst>
            </p:cNvPr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2" name="Google Shape;2822;p37">
              <a:extLst>
                <a:ext uri="{FF2B5EF4-FFF2-40B4-BE49-F238E27FC236}">
                  <a16:creationId xmlns:a16="http://schemas.microsoft.com/office/drawing/2014/main" id="{2F5105A5-4D84-71AE-A8B8-56C91CD9C3A4}"/>
                </a:ext>
              </a:extLst>
            </p:cNvPr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23" name="Google Shape;2823;p37">
            <a:extLst>
              <a:ext uri="{FF2B5EF4-FFF2-40B4-BE49-F238E27FC236}">
                <a16:creationId xmlns:a16="http://schemas.microsoft.com/office/drawing/2014/main" id="{9F4A4992-42C4-783C-D544-06E7F55B78EB}"/>
              </a:ext>
            </a:extLst>
          </p:cNvPr>
          <p:cNvGrpSpPr/>
          <p:nvPr/>
        </p:nvGrpSpPr>
        <p:grpSpPr>
          <a:xfrm>
            <a:off x="2596239" y="4297878"/>
            <a:ext cx="883262" cy="242091"/>
            <a:chOff x="2300350" y="2601250"/>
            <a:chExt cx="2275275" cy="623625"/>
          </a:xfrm>
        </p:grpSpPr>
        <p:sp>
          <p:nvSpPr>
            <p:cNvPr id="2824" name="Google Shape;2824;p37">
              <a:extLst>
                <a:ext uri="{FF2B5EF4-FFF2-40B4-BE49-F238E27FC236}">
                  <a16:creationId xmlns:a16="http://schemas.microsoft.com/office/drawing/2014/main" id="{4A3EC6DC-4AB2-BB3F-CC80-A35448962529}"/>
                </a:ext>
              </a:extLst>
            </p:cNvPr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5" name="Google Shape;2825;p37">
              <a:extLst>
                <a:ext uri="{FF2B5EF4-FFF2-40B4-BE49-F238E27FC236}">
                  <a16:creationId xmlns:a16="http://schemas.microsoft.com/office/drawing/2014/main" id="{43692D8B-6F4B-2978-C3D1-5368D3A75715}"/>
                </a:ext>
              </a:extLst>
            </p:cNvPr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6" name="Google Shape;2826;p37">
              <a:extLst>
                <a:ext uri="{FF2B5EF4-FFF2-40B4-BE49-F238E27FC236}">
                  <a16:creationId xmlns:a16="http://schemas.microsoft.com/office/drawing/2014/main" id="{232A68C2-4CC1-DB9C-A6D0-C7AC2682C367}"/>
                </a:ext>
              </a:extLst>
            </p:cNvPr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7" name="Google Shape;2827;p37">
              <a:extLst>
                <a:ext uri="{FF2B5EF4-FFF2-40B4-BE49-F238E27FC236}">
                  <a16:creationId xmlns:a16="http://schemas.microsoft.com/office/drawing/2014/main" id="{AF06A410-4AC9-375E-D06D-5B1BBD45638A}"/>
                </a:ext>
              </a:extLst>
            </p:cNvPr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8" name="Google Shape;2828;p37">
              <a:extLst>
                <a:ext uri="{FF2B5EF4-FFF2-40B4-BE49-F238E27FC236}">
                  <a16:creationId xmlns:a16="http://schemas.microsoft.com/office/drawing/2014/main" id="{2561B9B0-8B36-88A8-0BF8-86BBA0232ECC}"/>
                </a:ext>
              </a:extLst>
            </p:cNvPr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9" name="Google Shape;2829;p37">
              <a:extLst>
                <a:ext uri="{FF2B5EF4-FFF2-40B4-BE49-F238E27FC236}">
                  <a16:creationId xmlns:a16="http://schemas.microsoft.com/office/drawing/2014/main" id="{94F5280B-45FD-C710-D7BE-B6CB511259DC}"/>
                </a:ext>
              </a:extLst>
            </p:cNvPr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30" name="Google Shape;2830;p37">
            <a:extLst>
              <a:ext uri="{FF2B5EF4-FFF2-40B4-BE49-F238E27FC236}">
                <a16:creationId xmlns:a16="http://schemas.microsoft.com/office/drawing/2014/main" id="{6ADDA1A6-D478-7529-E86E-FF26E223B5EE}"/>
              </a:ext>
            </a:extLst>
          </p:cNvPr>
          <p:cNvGrpSpPr/>
          <p:nvPr/>
        </p:nvGrpSpPr>
        <p:grpSpPr>
          <a:xfrm>
            <a:off x="4762192" y="4297866"/>
            <a:ext cx="1105976" cy="133969"/>
            <a:chOff x="8183182" y="663852"/>
            <a:chExt cx="1475028" cy="178673"/>
          </a:xfrm>
        </p:grpSpPr>
        <p:grpSp>
          <p:nvGrpSpPr>
            <p:cNvPr id="2831" name="Google Shape;2831;p37">
              <a:extLst>
                <a:ext uri="{FF2B5EF4-FFF2-40B4-BE49-F238E27FC236}">
                  <a16:creationId xmlns:a16="http://schemas.microsoft.com/office/drawing/2014/main" id="{439D7929-2200-5271-17B8-8A09BFBE6EEF}"/>
                </a:ext>
              </a:extLst>
            </p:cNvPr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2832" name="Google Shape;2832;p37">
                <a:extLst>
                  <a:ext uri="{FF2B5EF4-FFF2-40B4-BE49-F238E27FC236}">
                    <a16:creationId xmlns:a16="http://schemas.microsoft.com/office/drawing/2014/main" id="{9FF48948-C574-CDE7-C80E-3F53DB290D8D}"/>
                  </a:ext>
                </a:extLst>
              </p:cNvPr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3" name="Google Shape;2833;p37">
                <a:extLst>
                  <a:ext uri="{FF2B5EF4-FFF2-40B4-BE49-F238E27FC236}">
                    <a16:creationId xmlns:a16="http://schemas.microsoft.com/office/drawing/2014/main" id="{BE9C64F5-C28D-91B6-CFAD-31599530DC98}"/>
                  </a:ext>
                </a:extLst>
              </p:cNvPr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4" name="Google Shape;2834;p37">
                <a:extLst>
                  <a:ext uri="{FF2B5EF4-FFF2-40B4-BE49-F238E27FC236}">
                    <a16:creationId xmlns:a16="http://schemas.microsoft.com/office/drawing/2014/main" id="{2FD205AB-E4FE-3A9F-1401-B9F51A9760DD}"/>
                  </a:ext>
                </a:extLst>
              </p:cNvPr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5" name="Google Shape;2835;p37">
                <a:extLst>
                  <a:ext uri="{FF2B5EF4-FFF2-40B4-BE49-F238E27FC236}">
                    <a16:creationId xmlns:a16="http://schemas.microsoft.com/office/drawing/2014/main" id="{E976B26C-63A6-B7B3-4305-C057C4F02037}"/>
                  </a:ext>
                </a:extLst>
              </p:cNvPr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6" name="Google Shape;2836;p37">
                <a:extLst>
                  <a:ext uri="{FF2B5EF4-FFF2-40B4-BE49-F238E27FC236}">
                    <a16:creationId xmlns:a16="http://schemas.microsoft.com/office/drawing/2014/main" id="{E1EE9442-0AB6-0004-3610-54E8B70E1519}"/>
                  </a:ext>
                </a:extLst>
              </p:cNvPr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7" name="Google Shape;2837;p37">
                <a:extLst>
                  <a:ext uri="{FF2B5EF4-FFF2-40B4-BE49-F238E27FC236}">
                    <a16:creationId xmlns:a16="http://schemas.microsoft.com/office/drawing/2014/main" id="{F3449465-3256-1265-9A89-35A9A5AB30D4}"/>
                  </a:ext>
                </a:extLst>
              </p:cNvPr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8" name="Google Shape;2838;p37">
                <a:extLst>
                  <a:ext uri="{FF2B5EF4-FFF2-40B4-BE49-F238E27FC236}">
                    <a16:creationId xmlns:a16="http://schemas.microsoft.com/office/drawing/2014/main" id="{DAA589A8-5993-7CA5-04A3-21E321B0CA30}"/>
                  </a:ext>
                </a:extLst>
              </p:cNvPr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9" name="Google Shape;2839;p37">
                <a:extLst>
                  <a:ext uri="{FF2B5EF4-FFF2-40B4-BE49-F238E27FC236}">
                    <a16:creationId xmlns:a16="http://schemas.microsoft.com/office/drawing/2014/main" id="{C09FE56A-587C-E2B3-B770-4B83C278B3C8}"/>
                  </a:ext>
                </a:extLst>
              </p:cNvPr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0" name="Google Shape;2840;p37">
                <a:extLst>
                  <a:ext uri="{FF2B5EF4-FFF2-40B4-BE49-F238E27FC236}">
                    <a16:creationId xmlns:a16="http://schemas.microsoft.com/office/drawing/2014/main" id="{9678022D-BBC5-0AA6-BA05-2A00075BEFE3}"/>
                  </a:ext>
                </a:extLst>
              </p:cNvPr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1" name="Google Shape;2841;p37">
                <a:extLst>
                  <a:ext uri="{FF2B5EF4-FFF2-40B4-BE49-F238E27FC236}">
                    <a16:creationId xmlns:a16="http://schemas.microsoft.com/office/drawing/2014/main" id="{B384E1B0-0157-3B1F-8CEA-AEB59793FDC7}"/>
                  </a:ext>
                </a:extLst>
              </p:cNvPr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842" name="Google Shape;2842;p37">
              <a:extLst>
                <a:ext uri="{FF2B5EF4-FFF2-40B4-BE49-F238E27FC236}">
                  <a16:creationId xmlns:a16="http://schemas.microsoft.com/office/drawing/2014/main" id="{5452C31B-5CD2-B399-5DF1-2FD2F8C79002}"/>
                </a:ext>
              </a:extLst>
            </p:cNvPr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2843" name="Google Shape;2843;p37">
                <a:extLst>
                  <a:ext uri="{FF2B5EF4-FFF2-40B4-BE49-F238E27FC236}">
                    <a16:creationId xmlns:a16="http://schemas.microsoft.com/office/drawing/2014/main" id="{73CA2297-A544-C28D-BC87-546F0900B392}"/>
                  </a:ext>
                </a:extLst>
              </p:cNvPr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4" name="Google Shape;2844;p37">
                <a:extLst>
                  <a:ext uri="{FF2B5EF4-FFF2-40B4-BE49-F238E27FC236}">
                    <a16:creationId xmlns:a16="http://schemas.microsoft.com/office/drawing/2014/main" id="{4DD47EA6-4784-CBB5-F345-52678A862BF0}"/>
                  </a:ext>
                </a:extLst>
              </p:cNvPr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5" name="Google Shape;2845;p37">
                <a:extLst>
                  <a:ext uri="{FF2B5EF4-FFF2-40B4-BE49-F238E27FC236}">
                    <a16:creationId xmlns:a16="http://schemas.microsoft.com/office/drawing/2014/main" id="{EAD087BD-811B-0482-D1A2-A6CC6765B469}"/>
                  </a:ext>
                </a:extLst>
              </p:cNvPr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6" name="Google Shape;2846;p37">
                <a:extLst>
                  <a:ext uri="{FF2B5EF4-FFF2-40B4-BE49-F238E27FC236}">
                    <a16:creationId xmlns:a16="http://schemas.microsoft.com/office/drawing/2014/main" id="{598BF706-2090-D1E7-59BE-BD4CE09FA957}"/>
                  </a:ext>
                </a:extLst>
              </p:cNvPr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7" name="Google Shape;2847;p37">
                <a:extLst>
                  <a:ext uri="{FF2B5EF4-FFF2-40B4-BE49-F238E27FC236}">
                    <a16:creationId xmlns:a16="http://schemas.microsoft.com/office/drawing/2014/main" id="{D4EF11CD-76BB-F238-FC3B-0FF5C3B3DFC2}"/>
                  </a:ext>
                </a:extLst>
              </p:cNvPr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8" name="Google Shape;2848;p37">
                <a:extLst>
                  <a:ext uri="{FF2B5EF4-FFF2-40B4-BE49-F238E27FC236}">
                    <a16:creationId xmlns:a16="http://schemas.microsoft.com/office/drawing/2014/main" id="{E2189958-30B4-F342-1D69-0EA35218D754}"/>
                  </a:ext>
                </a:extLst>
              </p:cNvPr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9" name="Google Shape;2849;p37">
                <a:extLst>
                  <a:ext uri="{FF2B5EF4-FFF2-40B4-BE49-F238E27FC236}">
                    <a16:creationId xmlns:a16="http://schemas.microsoft.com/office/drawing/2014/main" id="{54263303-702C-97F2-5DE7-79F6DEC671E9}"/>
                  </a:ext>
                </a:extLst>
              </p:cNvPr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0" name="Google Shape;2850;p37">
                <a:extLst>
                  <a:ext uri="{FF2B5EF4-FFF2-40B4-BE49-F238E27FC236}">
                    <a16:creationId xmlns:a16="http://schemas.microsoft.com/office/drawing/2014/main" id="{A6ACD6D6-83E7-125D-7439-C095B620F77C}"/>
                  </a:ext>
                </a:extLst>
              </p:cNvPr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1" name="Google Shape;2851;p37">
                <a:extLst>
                  <a:ext uri="{FF2B5EF4-FFF2-40B4-BE49-F238E27FC236}">
                    <a16:creationId xmlns:a16="http://schemas.microsoft.com/office/drawing/2014/main" id="{1E77B93A-4ECE-3172-7339-AA13E3E03BC1}"/>
                  </a:ext>
                </a:extLst>
              </p:cNvPr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2" name="Google Shape;2852;p37">
                <a:extLst>
                  <a:ext uri="{FF2B5EF4-FFF2-40B4-BE49-F238E27FC236}">
                    <a16:creationId xmlns:a16="http://schemas.microsoft.com/office/drawing/2014/main" id="{8F6DF537-BE11-B8FF-C103-BB4D7F6E0FB2}"/>
                  </a:ext>
                </a:extLst>
              </p:cNvPr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" name="Google Shape;2805;p37">
            <a:extLst>
              <a:ext uri="{FF2B5EF4-FFF2-40B4-BE49-F238E27FC236}">
                <a16:creationId xmlns:a16="http://schemas.microsoft.com/office/drawing/2014/main" id="{F94DDE92-A6D2-DBB6-65E5-4B1509548BE9}"/>
              </a:ext>
            </a:extLst>
          </p:cNvPr>
          <p:cNvSpPr txBox="1">
            <a:spLocks/>
          </p:cNvSpPr>
          <p:nvPr/>
        </p:nvSpPr>
        <p:spPr>
          <a:xfrm>
            <a:off x="618357" y="490088"/>
            <a:ext cx="5609951" cy="1198800"/>
          </a:xfrm>
          <a:prstGeom prst="rect">
            <a:avLst/>
          </a:prstGeom>
          <a:noFill/>
          <a:ln>
            <a:noFill/>
          </a:ln>
          <a:effectLst>
            <a:outerShdw blurRad="157163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dirty="0"/>
              <a:t>OBJETIVOS </a:t>
            </a:r>
            <a:r>
              <a:rPr lang="en-US" dirty="0">
                <a:solidFill>
                  <a:schemeClr val="accent2"/>
                </a:solidFill>
              </a:rPr>
              <a:t>ESPECÍFICOS</a:t>
            </a:r>
          </a:p>
        </p:txBody>
      </p:sp>
      <p:sp>
        <p:nvSpPr>
          <p:cNvPr id="5" name="Google Shape;2806;p37">
            <a:extLst>
              <a:ext uri="{FF2B5EF4-FFF2-40B4-BE49-F238E27FC236}">
                <a16:creationId xmlns:a16="http://schemas.microsoft.com/office/drawing/2014/main" id="{FAE0A594-1423-D595-C2E2-F310027020C3}"/>
              </a:ext>
            </a:extLst>
          </p:cNvPr>
          <p:cNvSpPr txBox="1">
            <a:spLocks/>
          </p:cNvSpPr>
          <p:nvPr/>
        </p:nvSpPr>
        <p:spPr>
          <a:xfrm>
            <a:off x="562544" y="1720735"/>
            <a:ext cx="4990462" cy="16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Implementación de módulos para registro y gestión de clientes y vehículos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Desarrollar un sistema de administración de servicios y atenciones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Integración de roles y perfiles a los clientes y funcionarios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Crear una interfaz segura, intuitiva y fácil de usar mediante ASP.NET (MVC), Bootstrap 5 y </a:t>
            </a:r>
            <a:r>
              <a:rPr lang="es-ES" dirty="0" err="1"/>
              <a:t>Entity</a:t>
            </a:r>
            <a:r>
              <a:rPr lang="es-ES" dirty="0"/>
              <a:t> Framework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Mejora de la eficiencia operativa de los talleres mediante automatización y centralización de los datos</a:t>
            </a:r>
          </a:p>
        </p:txBody>
      </p:sp>
      <p:sp>
        <p:nvSpPr>
          <p:cNvPr id="10" name="Google Shape;2758;p34">
            <a:extLst>
              <a:ext uri="{FF2B5EF4-FFF2-40B4-BE49-F238E27FC236}">
                <a16:creationId xmlns:a16="http://schemas.microsoft.com/office/drawing/2014/main" id="{143579C1-A388-CFB5-1B6E-28719FF80DD2}"/>
              </a:ext>
            </a:extLst>
          </p:cNvPr>
          <p:cNvSpPr txBox="1">
            <a:spLocks/>
          </p:cNvSpPr>
          <p:nvPr/>
        </p:nvSpPr>
        <p:spPr>
          <a:xfrm>
            <a:off x="303311" y="-223761"/>
            <a:ext cx="2211021" cy="19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2000" dirty="0">
                <a:solidFill>
                  <a:schemeClr val="accent2"/>
                </a:solidFill>
              </a:rPr>
              <a:t>MechaGestionEX</a:t>
            </a:r>
            <a:endParaRPr lang="en-US" sz="1800" dirty="0"/>
          </a:p>
        </p:txBody>
      </p:sp>
      <p:pic>
        <p:nvPicPr>
          <p:cNvPr id="11" name="Picture 10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726CE8AF-0E84-1E33-9A53-0034E86BD8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4326" y="746649"/>
            <a:ext cx="2114268" cy="528567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24486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7" name="Google Shape;2857;p38"/>
          <p:cNvSpPr txBox="1">
            <a:spLocks noGrp="1"/>
          </p:cNvSpPr>
          <p:nvPr>
            <p:ph type="title"/>
          </p:nvPr>
        </p:nvSpPr>
        <p:spPr>
          <a:xfrm>
            <a:off x="1657633" y="940979"/>
            <a:ext cx="5830200" cy="116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ALCANCES Y LIMITACIONES</a:t>
            </a:r>
            <a:br>
              <a:rPr lang="en" sz="2400" dirty="0"/>
            </a:br>
            <a:r>
              <a:rPr lang="en" sz="2400" dirty="0"/>
              <a:t> </a:t>
            </a:r>
            <a:r>
              <a:rPr lang="en" sz="2400" dirty="0">
                <a:solidFill>
                  <a:schemeClr val="accent2"/>
                </a:solidFill>
              </a:rPr>
              <a:t>DEL PROYECTO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2858" name="Google Shape;2858;p38"/>
          <p:cNvSpPr txBox="1">
            <a:spLocks noGrp="1"/>
          </p:cNvSpPr>
          <p:nvPr>
            <p:ph type="subTitle" idx="1"/>
          </p:nvPr>
        </p:nvSpPr>
        <p:spPr>
          <a:xfrm>
            <a:off x="764017" y="2123497"/>
            <a:ext cx="4018368" cy="142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</a:pPr>
            <a:r>
              <a:rPr lang="es-ES" b="1" dirty="0"/>
              <a:t>ALCANCES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</a:pPr>
            <a:endParaRPr lang="es-ES" b="1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Gestión completa de clientes y vehículos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Administración de atenciones, bitácoras y servicios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Sistema de roles como cliente y funcionario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Módulo de </a:t>
            </a:r>
            <a:r>
              <a:rPr lang="es-ES" dirty="0" err="1"/>
              <a:t>Login</a:t>
            </a:r>
            <a:r>
              <a:rPr lang="es-ES" dirty="0"/>
              <a:t> con validaciones seguras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Base de datos integrada desde SQL Server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Arquitectura MVC utilizando ASP.NET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Integración de </a:t>
            </a:r>
            <a:r>
              <a:rPr lang="es-ES" dirty="0" err="1"/>
              <a:t>Chatbot</a:t>
            </a:r>
            <a:r>
              <a:rPr lang="es-ES" dirty="0"/>
              <a:t> </a:t>
            </a:r>
          </a:p>
        </p:txBody>
      </p:sp>
      <p:grpSp>
        <p:nvGrpSpPr>
          <p:cNvPr id="2859" name="Google Shape;2859;p38"/>
          <p:cNvGrpSpPr/>
          <p:nvPr/>
        </p:nvGrpSpPr>
        <p:grpSpPr>
          <a:xfrm flipH="1">
            <a:off x="4130364" y="4335404"/>
            <a:ext cx="883262" cy="242091"/>
            <a:chOff x="2300350" y="2601250"/>
            <a:chExt cx="2275275" cy="623625"/>
          </a:xfrm>
        </p:grpSpPr>
        <p:sp>
          <p:nvSpPr>
            <p:cNvPr id="2860" name="Google Shape;2860;p38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1" name="Google Shape;2861;p38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2" name="Google Shape;2862;p38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3" name="Google Shape;2863;p38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4" name="Google Shape;2864;p38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5" name="Google Shape;2865;p38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66" name="Google Shape;2866;p38"/>
          <p:cNvGrpSpPr/>
          <p:nvPr/>
        </p:nvGrpSpPr>
        <p:grpSpPr>
          <a:xfrm>
            <a:off x="6397851" y="1075319"/>
            <a:ext cx="1252897" cy="51000"/>
            <a:chOff x="2915381" y="4104819"/>
            <a:chExt cx="1252897" cy="51000"/>
          </a:xfrm>
        </p:grpSpPr>
        <p:sp>
          <p:nvSpPr>
            <p:cNvPr id="2867" name="Google Shape;2867;p38"/>
            <p:cNvSpPr/>
            <p:nvPr/>
          </p:nvSpPr>
          <p:spPr>
            <a:xfrm>
              <a:off x="2915381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8" name="Google Shape;2868;p38"/>
            <p:cNvSpPr/>
            <p:nvPr/>
          </p:nvSpPr>
          <p:spPr>
            <a:xfrm>
              <a:off x="3007850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9" name="Google Shape;2869;p38"/>
            <p:cNvSpPr/>
            <p:nvPr/>
          </p:nvSpPr>
          <p:spPr>
            <a:xfrm>
              <a:off x="3100319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0" name="Google Shape;2870;p38"/>
            <p:cNvSpPr/>
            <p:nvPr/>
          </p:nvSpPr>
          <p:spPr>
            <a:xfrm>
              <a:off x="3192788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1" name="Google Shape;2871;p38"/>
            <p:cNvSpPr/>
            <p:nvPr/>
          </p:nvSpPr>
          <p:spPr>
            <a:xfrm>
              <a:off x="328525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2" name="Google Shape;2872;p38"/>
            <p:cNvSpPr/>
            <p:nvPr/>
          </p:nvSpPr>
          <p:spPr>
            <a:xfrm>
              <a:off x="3377726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3" name="Google Shape;2873;p38"/>
            <p:cNvSpPr/>
            <p:nvPr/>
          </p:nvSpPr>
          <p:spPr>
            <a:xfrm>
              <a:off x="3470195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4" name="Google Shape;2874;p38"/>
            <p:cNvSpPr/>
            <p:nvPr/>
          </p:nvSpPr>
          <p:spPr>
            <a:xfrm>
              <a:off x="3562664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5" name="Google Shape;2875;p38"/>
            <p:cNvSpPr/>
            <p:nvPr/>
          </p:nvSpPr>
          <p:spPr>
            <a:xfrm>
              <a:off x="3655133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6" name="Google Shape;2876;p38"/>
            <p:cNvSpPr/>
            <p:nvPr/>
          </p:nvSpPr>
          <p:spPr>
            <a:xfrm>
              <a:off x="3747602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7" name="Google Shape;2877;p38"/>
            <p:cNvSpPr/>
            <p:nvPr/>
          </p:nvSpPr>
          <p:spPr>
            <a:xfrm>
              <a:off x="38400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8" name="Google Shape;2878;p38"/>
            <p:cNvSpPr/>
            <p:nvPr/>
          </p:nvSpPr>
          <p:spPr>
            <a:xfrm>
              <a:off x="39324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9" name="Google Shape;2879;p38"/>
            <p:cNvSpPr/>
            <p:nvPr/>
          </p:nvSpPr>
          <p:spPr>
            <a:xfrm>
              <a:off x="40248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0" name="Google Shape;2880;p38"/>
            <p:cNvSpPr/>
            <p:nvPr/>
          </p:nvSpPr>
          <p:spPr>
            <a:xfrm>
              <a:off x="41172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81" name="Google Shape;2881;p38"/>
          <p:cNvGrpSpPr/>
          <p:nvPr/>
        </p:nvGrpSpPr>
        <p:grpSpPr>
          <a:xfrm rot="5400000">
            <a:off x="7822000" y="3988625"/>
            <a:ext cx="98902" cy="553090"/>
            <a:chOff x="4898850" y="4820550"/>
            <a:chExt cx="98902" cy="553090"/>
          </a:xfrm>
        </p:grpSpPr>
        <p:sp>
          <p:nvSpPr>
            <p:cNvPr id="2882" name="Google Shape;2882;p38"/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3" name="Google Shape;2883;p38"/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4" name="Google Shape;2884;p38"/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5" name="Google Shape;2885;p38"/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6" name="Google Shape;2886;p38"/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87" name="Google Shape;2887;p38"/>
          <p:cNvGrpSpPr/>
          <p:nvPr/>
        </p:nvGrpSpPr>
        <p:grpSpPr>
          <a:xfrm>
            <a:off x="1632103" y="4389467"/>
            <a:ext cx="1105976" cy="133969"/>
            <a:chOff x="8183182" y="663852"/>
            <a:chExt cx="1475028" cy="178673"/>
          </a:xfrm>
        </p:grpSpPr>
        <p:grpSp>
          <p:nvGrpSpPr>
            <p:cNvPr id="2888" name="Google Shape;2888;p38"/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2889" name="Google Shape;2889;p38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0" name="Google Shape;2890;p38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1" name="Google Shape;2891;p38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2" name="Google Shape;2892;p38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3" name="Google Shape;2893;p38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4" name="Google Shape;2894;p38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5" name="Google Shape;2895;p38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6" name="Google Shape;2896;p38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7" name="Google Shape;2897;p38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8" name="Google Shape;2898;p38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899" name="Google Shape;2899;p38"/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2900" name="Google Shape;2900;p38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1" name="Google Shape;2901;p38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2" name="Google Shape;2902;p38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3" name="Google Shape;2903;p38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4" name="Google Shape;2904;p38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5" name="Google Shape;2905;p38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6" name="Google Shape;2906;p38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7" name="Google Shape;2907;p38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8" name="Google Shape;2908;p38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9" name="Google Shape;2909;p38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Google Shape;2758;p34">
            <a:extLst>
              <a:ext uri="{FF2B5EF4-FFF2-40B4-BE49-F238E27FC236}">
                <a16:creationId xmlns:a16="http://schemas.microsoft.com/office/drawing/2014/main" id="{7B2EE0EB-3AA5-1107-68DF-021F14F3154C}"/>
              </a:ext>
            </a:extLst>
          </p:cNvPr>
          <p:cNvSpPr txBox="1">
            <a:spLocks/>
          </p:cNvSpPr>
          <p:nvPr/>
        </p:nvSpPr>
        <p:spPr>
          <a:xfrm>
            <a:off x="1211630" y="-58321"/>
            <a:ext cx="2211021" cy="19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2000" dirty="0">
                <a:solidFill>
                  <a:schemeClr val="accent2"/>
                </a:solidFill>
              </a:rPr>
              <a:t>MechaGestionEX</a:t>
            </a:r>
            <a:endParaRPr lang="en-US" sz="1800" dirty="0"/>
          </a:p>
        </p:txBody>
      </p:sp>
      <p:pic>
        <p:nvPicPr>
          <p:cNvPr id="3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9A0C06F9-F702-B4AE-27F3-24450652EE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938" y="300312"/>
            <a:ext cx="2114268" cy="528567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2858;p38">
            <a:extLst>
              <a:ext uri="{FF2B5EF4-FFF2-40B4-BE49-F238E27FC236}">
                <a16:creationId xmlns:a16="http://schemas.microsoft.com/office/drawing/2014/main" id="{C2C04E13-E1A2-743B-7F2F-C90A102E3D04}"/>
              </a:ext>
            </a:extLst>
          </p:cNvPr>
          <p:cNvSpPr txBox="1">
            <a:spLocks/>
          </p:cNvSpPr>
          <p:nvPr/>
        </p:nvSpPr>
        <p:spPr>
          <a:xfrm>
            <a:off x="4758543" y="2110379"/>
            <a:ext cx="4018368" cy="142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0" indent="0"/>
            <a:r>
              <a:rPr lang="es-ES" b="1" dirty="0"/>
              <a:t>LIMITACIONES</a:t>
            </a:r>
          </a:p>
          <a:p>
            <a:pPr marL="0" indent="0"/>
            <a:endParaRPr lang="es-ES" b="1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/>
              <a:t>No se incluye facturación electrónica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/>
              <a:t>No se contempla integración con proveedores externos para los repuestos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/>
              <a:t>Notificaciones por correo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/>
              <a:t>No se incluye módulo de SII ni Transbank.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9" name="Google Shape;3039;p42"/>
          <p:cNvSpPr txBox="1">
            <a:spLocks noGrp="1"/>
          </p:cNvSpPr>
          <p:nvPr>
            <p:ph type="title"/>
          </p:nvPr>
        </p:nvSpPr>
        <p:spPr>
          <a:xfrm>
            <a:off x="1118477" y="1197431"/>
            <a:ext cx="6907045" cy="572700"/>
          </a:xfrm>
          <a:prstGeom prst="rect">
            <a:avLst/>
          </a:prstGeom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-US" sz="2800" dirty="0"/>
              <a:t>METODOLOGÍA DE TRABAJO PARA EL DESARROLLO DEL PROYECTO</a:t>
            </a:r>
            <a:br>
              <a:rPr lang="es-CL" sz="1050" dirty="0"/>
            </a:b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3041" name="Google Shape;3041;p42"/>
          <p:cNvSpPr txBox="1">
            <a:spLocks noGrp="1"/>
          </p:cNvSpPr>
          <p:nvPr>
            <p:ph type="subTitle" idx="1"/>
          </p:nvPr>
        </p:nvSpPr>
        <p:spPr>
          <a:xfrm>
            <a:off x="4846682" y="3123896"/>
            <a:ext cx="1752642" cy="110713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Reajustes y correcciones según las necesidades del sistema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3046" name="Google Shape;3046;p42"/>
          <p:cNvGrpSpPr/>
          <p:nvPr/>
        </p:nvGrpSpPr>
        <p:grpSpPr>
          <a:xfrm>
            <a:off x="5419567" y="4501791"/>
            <a:ext cx="1105976" cy="133969"/>
            <a:chOff x="8183182" y="663852"/>
            <a:chExt cx="1475028" cy="178673"/>
          </a:xfrm>
        </p:grpSpPr>
        <p:grpSp>
          <p:nvGrpSpPr>
            <p:cNvPr id="3047" name="Google Shape;3047;p42"/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3048" name="Google Shape;3048;p42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9" name="Google Shape;3049;p42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0" name="Google Shape;3050;p42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1" name="Google Shape;3051;p42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2" name="Google Shape;3052;p42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3" name="Google Shape;3053;p42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4" name="Google Shape;3054;p42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5" name="Google Shape;3055;p42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6" name="Google Shape;3056;p42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7" name="Google Shape;3057;p42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058" name="Google Shape;3058;p42"/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3059" name="Google Shape;3059;p42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0" name="Google Shape;3060;p42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1" name="Google Shape;3061;p42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2" name="Google Shape;3062;p42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3" name="Google Shape;3063;p42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4" name="Google Shape;3064;p42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5" name="Google Shape;3065;p42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6" name="Google Shape;3066;p42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7" name="Google Shape;3067;p42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8" name="Google Shape;3068;p42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69" name="Google Shape;3069;p42"/>
          <p:cNvGrpSpPr/>
          <p:nvPr/>
        </p:nvGrpSpPr>
        <p:grpSpPr>
          <a:xfrm>
            <a:off x="5265831" y="2101769"/>
            <a:ext cx="854980" cy="750308"/>
            <a:chOff x="7547949" y="2761477"/>
            <a:chExt cx="417348" cy="366254"/>
          </a:xfrm>
        </p:grpSpPr>
        <p:sp>
          <p:nvSpPr>
            <p:cNvPr id="3070" name="Google Shape;3070;p42"/>
            <p:cNvSpPr/>
            <p:nvPr/>
          </p:nvSpPr>
          <p:spPr>
            <a:xfrm>
              <a:off x="7744686" y="2908824"/>
              <a:ext cx="23889" cy="23889"/>
            </a:xfrm>
            <a:custGeom>
              <a:avLst/>
              <a:gdLst/>
              <a:ahLst/>
              <a:cxnLst/>
              <a:rect l="l" t="t" r="r" b="b"/>
              <a:pathLst>
                <a:path w="668" h="668" extrusionOk="0">
                  <a:moveTo>
                    <a:pt x="334" y="1"/>
                  </a:moveTo>
                  <a:cubicBezTo>
                    <a:pt x="144" y="1"/>
                    <a:pt x="1" y="143"/>
                    <a:pt x="1" y="334"/>
                  </a:cubicBezTo>
                  <a:cubicBezTo>
                    <a:pt x="1" y="525"/>
                    <a:pt x="144" y="667"/>
                    <a:pt x="334" y="667"/>
                  </a:cubicBezTo>
                  <a:cubicBezTo>
                    <a:pt x="525" y="667"/>
                    <a:pt x="668" y="525"/>
                    <a:pt x="668" y="334"/>
                  </a:cubicBezTo>
                  <a:cubicBezTo>
                    <a:pt x="668" y="143"/>
                    <a:pt x="525" y="1"/>
                    <a:pt x="33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1" name="Google Shape;3071;p42"/>
            <p:cNvSpPr/>
            <p:nvPr/>
          </p:nvSpPr>
          <p:spPr>
            <a:xfrm>
              <a:off x="7669761" y="3070654"/>
              <a:ext cx="173770" cy="57077"/>
            </a:xfrm>
            <a:custGeom>
              <a:avLst/>
              <a:gdLst/>
              <a:ahLst/>
              <a:cxnLst/>
              <a:rect l="l" t="t" r="r" b="b"/>
              <a:pathLst>
                <a:path w="4859" h="1596" extrusionOk="0">
                  <a:moveTo>
                    <a:pt x="1405" y="0"/>
                  </a:moveTo>
                  <a:lnTo>
                    <a:pt x="1405" y="905"/>
                  </a:lnTo>
                  <a:lnTo>
                    <a:pt x="334" y="905"/>
                  </a:lnTo>
                  <a:cubicBezTo>
                    <a:pt x="167" y="905"/>
                    <a:pt x="0" y="1072"/>
                    <a:pt x="0" y="1262"/>
                  </a:cubicBezTo>
                  <a:cubicBezTo>
                    <a:pt x="0" y="1429"/>
                    <a:pt x="167" y="1596"/>
                    <a:pt x="334" y="1596"/>
                  </a:cubicBezTo>
                  <a:lnTo>
                    <a:pt x="4525" y="1596"/>
                  </a:lnTo>
                  <a:cubicBezTo>
                    <a:pt x="4692" y="1596"/>
                    <a:pt x="4858" y="1429"/>
                    <a:pt x="4858" y="1262"/>
                  </a:cubicBezTo>
                  <a:cubicBezTo>
                    <a:pt x="4858" y="1072"/>
                    <a:pt x="4692" y="905"/>
                    <a:pt x="4525" y="905"/>
                  </a:cubicBezTo>
                  <a:lnTo>
                    <a:pt x="3453" y="905"/>
                  </a:lnTo>
                  <a:lnTo>
                    <a:pt x="345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2" name="Google Shape;3072;p42"/>
            <p:cNvSpPr/>
            <p:nvPr/>
          </p:nvSpPr>
          <p:spPr>
            <a:xfrm>
              <a:off x="7547949" y="2761477"/>
              <a:ext cx="417348" cy="284491"/>
            </a:xfrm>
            <a:custGeom>
              <a:avLst/>
              <a:gdLst/>
              <a:ahLst/>
              <a:cxnLst/>
              <a:rect l="l" t="t" r="r" b="b"/>
              <a:pathLst>
                <a:path w="11670" h="7955" extrusionOk="0">
                  <a:moveTo>
                    <a:pt x="6800" y="3150"/>
                  </a:moveTo>
                  <a:cubicBezTo>
                    <a:pt x="6889" y="3150"/>
                    <a:pt x="6978" y="3180"/>
                    <a:pt x="7050" y="3239"/>
                  </a:cubicBezTo>
                  <a:cubicBezTo>
                    <a:pt x="7169" y="3382"/>
                    <a:pt x="7169" y="3597"/>
                    <a:pt x="7050" y="3740"/>
                  </a:cubicBezTo>
                  <a:lnTo>
                    <a:pt x="6764" y="4002"/>
                  </a:lnTo>
                  <a:cubicBezTo>
                    <a:pt x="6812" y="4144"/>
                    <a:pt x="6859" y="4287"/>
                    <a:pt x="6859" y="4454"/>
                  </a:cubicBezTo>
                  <a:cubicBezTo>
                    <a:pt x="6859" y="5026"/>
                    <a:pt x="6407" y="5478"/>
                    <a:pt x="5835" y="5478"/>
                  </a:cubicBezTo>
                  <a:cubicBezTo>
                    <a:pt x="5264" y="5478"/>
                    <a:pt x="4811" y="5026"/>
                    <a:pt x="4811" y="4454"/>
                  </a:cubicBezTo>
                  <a:cubicBezTo>
                    <a:pt x="4811" y="3882"/>
                    <a:pt x="5264" y="3430"/>
                    <a:pt x="5835" y="3430"/>
                  </a:cubicBezTo>
                  <a:cubicBezTo>
                    <a:pt x="6002" y="3430"/>
                    <a:pt x="6145" y="3454"/>
                    <a:pt x="6288" y="3525"/>
                  </a:cubicBezTo>
                  <a:lnTo>
                    <a:pt x="6550" y="3239"/>
                  </a:lnTo>
                  <a:cubicBezTo>
                    <a:pt x="6621" y="3180"/>
                    <a:pt x="6710" y="3150"/>
                    <a:pt x="6800" y="3150"/>
                  </a:cubicBezTo>
                  <a:close/>
                  <a:moveTo>
                    <a:pt x="5835" y="918"/>
                  </a:moveTo>
                  <a:cubicBezTo>
                    <a:pt x="6740" y="918"/>
                    <a:pt x="7645" y="1263"/>
                    <a:pt x="8336" y="1953"/>
                  </a:cubicBezTo>
                  <a:cubicBezTo>
                    <a:pt x="9717" y="3335"/>
                    <a:pt x="9717" y="5573"/>
                    <a:pt x="8336" y="6955"/>
                  </a:cubicBezTo>
                  <a:cubicBezTo>
                    <a:pt x="8264" y="7026"/>
                    <a:pt x="8175" y="7062"/>
                    <a:pt x="8089" y="7062"/>
                  </a:cubicBezTo>
                  <a:cubicBezTo>
                    <a:pt x="8002" y="7062"/>
                    <a:pt x="7919" y="7026"/>
                    <a:pt x="7859" y="6955"/>
                  </a:cubicBezTo>
                  <a:lnTo>
                    <a:pt x="7312" y="6431"/>
                  </a:lnTo>
                  <a:cubicBezTo>
                    <a:pt x="7193" y="6288"/>
                    <a:pt x="7193" y="6073"/>
                    <a:pt x="7312" y="5930"/>
                  </a:cubicBezTo>
                  <a:cubicBezTo>
                    <a:pt x="7383" y="5871"/>
                    <a:pt x="7472" y="5841"/>
                    <a:pt x="7562" y="5841"/>
                  </a:cubicBezTo>
                  <a:cubicBezTo>
                    <a:pt x="7651" y="5841"/>
                    <a:pt x="7740" y="5871"/>
                    <a:pt x="7812" y="5930"/>
                  </a:cubicBezTo>
                  <a:lnTo>
                    <a:pt x="8074" y="6216"/>
                  </a:lnTo>
                  <a:cubicBezTo>
                    <a:pt x="8407" y="5811"/>
                    <a:pt x="8621" y="5311"/>
                    <a:pt x="8669" y="4787"/>
                  </a:cubicBezTo>
                  <a:lnTo>
                    <a:pt x="8169" y="4787"/>
                  </a:lnTo>
                  <a:cubicBezTo>
                    <a:pt x="7978" y="4787"/>
                    <a:pt x="7836" y="4645"/>
                    <a:pt x="7836" y="4454"/>
                  </a:cubicBezTo>
                  <a:cubicBezTo>
                    <a:pt x="7836" y="4263"/>
                    <a:pt x="7978" y="4121"/>
                    <a:pt x="8169" y="4121"/>
                  </a:cubicBezTo>
                  <a:lnTo>
                    <a:pt x="8669" y="4121"/>
                  </a:lnTo>
                  <a:cubicBezTo>
                    <a:pt x="8621" y="3597"/>
                    <a:pt x="8407" y="3097"/>
                    <a:pt x="8074" y="2692"/>
                  </a:cubicBezTo>
                  <a:lnTo>
                    <a:pt x="7812" y="2978"/>
                  </a:lnTo>
                  <a:cubicBezTo>
                    <a:pt x="7740" y="3037"/>
                    <a:pt x="7651" y="3067"/>
                    <a:pt x="7562" y="3067"/>
                  </a:cubicBezTo>
                  <a:cubicBezTo>
                    <a:pt x="7472" y="3067"/>
                    <a:pt x="7383" y="3037"/>
                    <a:pt x="7312" y="2978"/>
                  </a:cubicBezTo>
                  <a:cubicBezTo>
                    <a:pt x="7193" y="2835"/>
                    <a:pt x="7193" y="2620"/>
                    <a:pt x="7312" y="2477"/>
                  </a:cubicBezTo>
                  <a:lnTo>
                    <a:pt x="7597" y="2215"/>
                  </a:lnTo>
                  <a:cubicBezTo>
                    <a:pt x="7193" y="1882"/>
                    <a:pt x="6693" y="1668"/>
                    <a:pt x="6169" y="1620"/>
                  </a:cubicBezTo>
                  <a:lnTo>
                    <a:pt x="6169" y="2120"/>
                  </a:lnTo>
                  <a:cubicBezTo>
                    <a:pt x="6169" y="2311"/>
                    <a:pt x="6026" y="2454"/>
                    <a:pt x="5835" y="2454"/>
                  </a:cubicBezTo>
                  <a:cubicBezTo>
                    <a:pt x="5645" y="2454"/>
                    <a:pt x="5502" y="2311"/>
                    <a:pt x="5502" y="2120"/>
                  </a:cubicBezTo>
                  <a:lnTo>
                    <a:pt x="5502" y="1620"/>
                  </a:lnTo>
                  <a:cubicBezTo>
                    <a:pt x="4978" y="1668"/>
                    <a:pt x="4478" y="1882"/>
                    <a:pt x="4073" y="2215"/>
                  </a:cubicBezTo>
                  <a:lnTo>
                    <a:pt x="4359" y="2477"/>
                  </a:lnTo>
                  <a:cubicBezTo>
                    <a:pt x="4478" y="2620"/>
                    <a:pt x="4478" y="2835"/>
                    <a:pt x="4359" y="2978"/>
                  </a:cubicBezTo>
                  <a:cubicBezTo>
                    <a:pt x="4287" y="3037"/>
                    <a:pt x="4198" y="3067"/>
                    <a:pt x="4109" y="3067"/>
                  </a:cubicBezTo>
                  <a:cubicBezTo>
                    <a:pt x="4019" y="3067"/>
                    <a:pt x="3930" y="3037"/>
                    <a:pt x="3859" y="2978"/>
                  </a:cubicBezTo>
                  <a:lnTo>
                    <a:pt x="3597" y="2692"/>
                  </a:lnTo>
                  <a:cubicBezTo>
                    <a:pt x="3263" y="3097"/>
                    <a:pt x="3049" y="3597"/>
                    <a:pt x="3001" y="4121"/>
                  </a:cubicBezTo>
                  <a:lnTo>
                    <a:pt x="3501" y="4121"/>
                  </a:lnTo>
                  <a:cubicBezTo>
                    <a:pt x="3692" y="4121"/>
                    <a:pt x="3835" y="4263"/>
                    <a:pt x="3835" y="4454"/>
                  </a:cubicBezTo>
                  <a:cubicBezTo>
                    <a:pt x="3835" y="4645"/>
                    <a:pt x="3692" y="4787"/>
                    <a:pt x="3501" y="4787"/>
                  </a:cubicBezTo>
                  <a:lnTo>
                    <a:pt x="3001" y="4787"/>
                  </a:lnTo>
                  <a:cubicBezTo>
                    <a:pt x="3049" y="5311"/>
                    <a:pt x="3263" y="5811"/>
                    <a:pt x="3597" y="6216"/>
                  </a:cubicBezTo>
                  <a:lnTo>
                    <a:pt x="3859" y="5930"/>
                  </a:lnTo>
                  <a:cubicBezTo>
                    <a:pt x="3930" y="5871"/>
                    <a:pt x="4019" y="5841"/>
                    <a:pt x="4109" y="5841"/>
                  </a:cubicBezTo>
                  <a:cubicBezTo>
                    <a:pt x="4198" y="5841"/>
                    <a:pt x="4287" y="5871"/>
                    <a:pt x="4359" y="5930"/>
                  </a:cubicBezTo>
                  <a:cubicBezTo>
                    <a:pt x="4478" y="6073"/>
                    <a:pt x="4478" y="6288"/>
                    <a:pt x="4359" y="6431"/>
                  </a:cubicBezTo>
                  <a:lnTo>
                    <a:pt x="3811" y="6955"/>
                  </a:lnTo>
                  <a:cubicBezTo>
                    <a:pt x="3751" y="7026"/>
                    <a:pt x="3662" y="7062"/>
                    <a:pt x="3573" y="7062"/>
                  </a:cubicBezTo>
                  <a:cubicBezTo>
                    <a:pt x="3484" y="7062"/>
                    <a:pt x="3394" y="7026"/>
                    <a:pt x="3335" y="6955"/>
                  </a:cubicBezTo>
                  <a:cubicBezTo>
                    <a:pt x="1953" y="5573"/>
                    <a:pt x="1953" y="3335"/>
                    <a:pt x="3335" y="1953"/>
                  </a:cubicBezTo>
                  <a:cubicBezTo>
                    <a:pt x="4025" y="1263"/>
                    <a:pt x="4930" y="918"/>
                    <a:pt x="5835" y="918"/>
                  </a:cubicBezTo>
                  <a:close/>
                  <a:moveTo>
                    <a:pt x="358" y="1"/>
                  </a:moveTo>
                  <a:cubicBezTo>
                    <a:pt x="167" y="1"/>
                    <a:pt x="1" y="167"/>
                    <a:pt x="1" y="334"/>
                  </a:cubicBezTo>
                  <a:lnTo>
                    <a:pt x="1" y="7621"/>
                  </a:lnTo>
                  <a:cubicBezTo>
                    <a:pt x="1" y="7812"/>
                    <a:pt x="167" y="7955"/>
                    <a:pt x="358" y="7955"/>
                  </a:cubicBezTo>
                  <a:lnTo>
                    <a:pt x="11313" y="7955"/>
                  </a:lnTo>
                  <a:cubicBezTo>
                    <a:pt x="11503" y="7955"/>
                    <a:pt x="11670" y="7812"/>
                    <a:pt x="11670" y="7621"/>
                  </a:cubicBezTo>
                  <a:lnTo>
                    <a:pt x="11670" y="334"/>
                  </a:lnTo>
                  <a:cubicBezTo>
                    <a:pt x="11670" y="167"/>
                    <a:pt x="11503" y="1"/>
                    <a:pt x="1131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77" name="Google Shape;3077;p42"/>
          <p:cNvGrpSpPr/>
          <p:nvPr/>
        </p:nvGrpSpPr>
        <p:grpSpPr>
          <a:xfrm>
            <a:off x="1320054" y="2010527"/>
            <a:ext cx="748683" cy="750289"/>
            <a:chOff x="4722040" y="1437111"/>
            <a:chExt cx="416490" cy="417360"/>
          </a:xfrm>
        </p:grpSpPr>
        <p:sp>
          <p:nvSpPr>
            <p:cNvPr id="3078" name="Google Shape;3078;p42"/>
            <p:cNvSpPr/>
            <p:nvPr/>
          </p:nvSpPr>
          <p:spPr>
            <a:xfrm>
              <a:off x="4785056" y="1586997"/>
              <a:ext cx="298975" cy="179742"/>
            </a:xfrm>
            <a:custGeom>
              <a:avLst/>
              <a:gdLst/>
              <a:ahLst/>
              <a:cxnLst/>
              <a:rect l="l" t="t" r="r" b="b"/>
              <a:pathLst>
                <a:path w="8360" h="5026" extrusionOk="0">
                  <a:moveTo>
                    <a:pt x="4192" y="810"/>
                  </a:moveTo>
                  <a:cubicBezTo>
                    <a:pt x="5002" y="810"/>
                    <a:pt x="5787" y="1120"/>
                    <a:pt x="6359" y="1692"/>
                  </a:cubicBezTo>
                  <a:cubicBezTo>
                    <a:pt x="6478" y="1834"/>
                    <a:pt x="6478" y="2049"/>
                    <a:pt x="6359" y="2192"/>
                  </a:cubicBezTo>
                  <a:cubicBezTo>
                    <a:pt x="6287" y="2251"/>
                    <a:pt x="6198" y="2281"/>
                    <a:pt x="6112" y="2281"/>
                  </a:cubicBezTo>
                  <a:cubicBezTo>
                    <a:pt x="6026" y="2281"/>
                    <a:pt x="5942" y="2251"/>
                    <a:pt x="5883" y="2192"/>
                  </a:cubicBezTo>
                  <a:cubicBezTo>
                    <a:pt x="5430" y="1739"/>
                    <a:pt x="4811" y="1477"/>
                    <a:pt x="4192" y="1477"/>
                  </a:cubicBezTo>
                  <a:cubicBezTo>
                    <a:pt x="3549" y="1477"/>
                    <a:pt x="2953" y="1739"/>
                    <a:pt x="2501" y="2192"/>
                  </a:cubicBezTo>
                  <a:cubicBezTo>
                    <a:pt x="2430" y="2251"/>
                    <a:pt x="2340" y="2281"/>
                    <a:pt x="2254" y="2281"/>
                  </a:cubicBezTo>
                  <a:cubicBezTo>
                    <a:pt x="2168" y="2281"/>
                    <a:pt x="2084" y="2251"/>
                    <a:pt x="2025" y="2192"/>
                  </a:cubicBezTo>
                  <a:cubicBezTo>
                    <a:pt x="1882" y="2049"/>
                    <a:pt x="1882" y="1834"/>
                    <a:pt x="2025" y="1692"/>
                  </a:cubicBezTo>
                  <a:cubicBezTo>
                    <a:pt x="2596" y="1120"/>
                    <a:pt x="3358" y="810"/>
                    <a:pt x="4192" y="810"/>
                  </a:cubicBezTo>
                  <a:close/>
                  <a:moveTo>
                    <a:pt x="4192" y="2168"/>
                  </a:moveTo>
                  <a:cubicBezTo>
                    <a:pt x="4644" y="2168"/>
                    <a:pt x="5073" y="2335"/>
                    <a:pt x="5383" y="2668"/>
                  </a:cubicBezTo>
                  <a:cubicBezTo>
                    <a:pt x="5525" y="2811"/>
                    <a:pt x="5525" y="3025"/>
                    <a:pt x="5383" y="3144"/>
                  </a:cubicBezTo>
                  <a:cubicBezTo>
                    <a:pt x="5323" y="3216"/>
                    <a:pt x="5240" y="3251"/>
                    <a:pt x="5153" y="3251"/>
                  </a:cubicBezTo>
                  <a:cubicBezTo>
                    <a:pt x="5067" y="3251"/>
                    <a:pt x="4978" y="3216"/>
                    <a:pt x="4906" y="3144"/>
                  </a:cubicBezTo>
                  <a:cubicBezTo>
                    <a:pt x="4716" y="2954"/>
                    <a:pt x="4454" y="2858"/>
                    <a:pt x="4192" y="2858"/>
                  </a:cubicBezTo>
                  <a:cubicBezTo>
                    <a:pt x="3906" y="2858"/>
                    <a:pt x="3644" y="2954"/>
                    <a:pt x="3454" y="3144"/>
                  </a:cubicBezTo>
                  <a:cubicBezTo>
                    <a:pt x="3394" y="3216"/>
                    <a:pt x="3311" y="3251"/>
                    <a:pt x="3224" y="3251"/>
                  </a:cubicBezTo>
                  <a:cubicBezTo>
                    <a:pt x="3138" y="3251"/>
                    <a:pt x="3049" y="3216"/>
                    <a:pt x="2977" y="3144"/>
                  </a:cubicBezTo>
                  <a:cubicBezTo>
                    <a:pt x="2834" y="3025"/>
                    <a:pt x="2834" y="2811"/>
                    <a:pt x="2977" y="2668"/>
                  </a:cubicBezTo>
                  <a:cubicBezTo>
                    <a:pt x="3311" y="2335"/>
                    <a:pt x="3739" y="2168"/>
                    <a:pt x="4192" y="2168"/>
                  </a:cubicBezTo>
                  <a:close/>
                  <a:moveTo>
                    <a:pt x="4192" y="3525"/>
                  </a:moveTo>
                  <a:cubicBezTo>
                    <a:pt x="4382" y="3525"/>
                    <a:pt x="4525" y="3692"/>
                    <a:pt x="4525" y="3882"/>
                  </a:cubicBezTo>
                  <a:cubicBezTo>
                    <a:pt x="4525" y="4049"/>
                    <a:pt x="4382" y="4216"/>
                    <a:pt x="4192" y="4216"/>
                  </a:cubicBezTo>
                  <a:cubicBezTo>
                    <a:pt x="4001" y="4216"/>
                    <a:pt x="3835" y="4049"/>
                    <a:pt x="3835" y="3882"/>
                  </a:cubicBezTo>
                  <a:cubicBezTo>
                    <a:pt x="3835" y="3692"/>
                    <a:pt x="4001" y="3525"/>
                    <a:pt x="4192" y="3525"/>
                  </a:cubicBezTo>
                  <a:close/>
                  <a:moveTo>
                    <a:pt x="334" y="1"/>
                  </a:moveTo>
                  <a:cubicBezTo>
                    <a:pt x="143" y="1"/>
                    <a:pt x="0" y="144"/>
                    <a:pt x="0" y="310"/>
                  </a:cubicBezTo>
                  <a:lnTo>
                    <a:pt x="0" y="5026"/>
                  </a:lnTo>
                  <a:lnTo>
                    <a:pt x="8359" y="5026"/>
                  </a:lnTo>
                  <a:lnTo>
                    <a:pt x="8359" y="310"/>
                  </a:lnTo>
                  <a:cubicBezTo>
                    <a:pt x="8359" y="144"/>
                    <a:pt x="8216" y="1"/>
                    <a:pt x="802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9" name="Google Shape;3079;p42"/>
            <p:cNvSpPr/>
            <p:nvPr/>
          </p:nvSpPr>
          <p:spPr>
            <a:xfrm>
              <a:off x="4756946" y="1791422"/>
              <a:ext cx="356051" cy="63049"/>
            </a:xfrm>
            <a:custGeom>
              <a:avLst/>
              <a:gdLst/>
              <a:ahLst/>
              <a:cxnLst/>
              <a:rect l="l" t="t" r="r" b="b"/>
              <a:pathLst>
                <a:path w="9956" h="1763" extrusionOk="0">
                  <a:moveTo>
                    <a:pt x="334" y="0"/>
                  </a:moveTo>
                  <a:cubicBezTo>
                    <a:pt x="143" y="0"/>
                    <a:pt x="1" y="143"/>
                    <a:pt x="1" y="310"/>
                  </a:cubicBezTo>
                  <a:lnTo>
                    <a:pt x="1" y="476"/>
                  </a:lnTo>
                  <a:cubicBezTo>
                    <a:pt x="1" y="1191"/>
                    <a:pt x="572" y="1762"/>
                    <a:pt x="1263" y="1762"/>
                  </a:cubicBezTo>
                  <a:lnTo>
                    <a:pt x="8669" y="1762"/>
                  </a:lnTo>
                  <a:cubicBezTo>
                    <a:pt x="9383" y="1762"/>
                    <a:pt x="9955" y="1191"/>
                    <a:pt x="9955" y="476"/>
                  </a:cubicBezTo>
                  <a:lnTo>
                    <a:pt x="9955" y="310"/>
                  </a:lnTo>
                  <a:cubicBezTo>
                    <a:pt x="9955" y="143"/>
                    <a:pt x="9788" y="0"/>
                    <a:pt x="962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0" name="Google Shape;3080;p42"/>
            <p:cNvSpPr/>
            <p:nvPr/>
          </p:nvSpPr>
          <p:spPr>
            <a:xfrm>
              <a:off x="4722040" y="1437111"/>
              <a:ext cx="416490" cy="235103"/>
            </a:xfrm>
            <a:custGeom>
              <a:avLst/>
              <a:gdLst/>
              <a:ahLst/>
              <a:cxnLst/>
              <a:rect l="l" t="t" r="r" b="b"/>
              <a:pathLst>
                <a:path w="11646" h="6574" extrusionOk="0">
                  <a:moveTo>
                    <a:pt x="5811" y="0"/>
                  </a:moveTo>
                  <a:cubicBezTo>
                    <a:pt x="5525" y="0"/>
                    <a:pt x="5239" y="72"/>
                    <a:pt x="4977" y="167"/>
                  </a:cubicBezTo>
                  <a:cubicBezTo>
                    <a:pt x="4358" y="405"/>
                    <a:pt x="3858" y="858"/>
                    <a:pt x="3596" y="1453"/>
                  </a:cubicBezTo>
                  <a:cubicBezTo>
                    <a:pt x="3382" y="1358"/>
                    <a:pt x="3144" y="1310"/>
                    <a:pt x="2906" y="1310"/>
                  </a:cubicBezTo>
                  <a:cubicBezTo>
                    <a:pt x="2501" y="1310"/>
                    <a:pt x="2120" y="1453"/>
                    <a:pt x="1834" y="1691"/>
                  </a:cubicBezTo>
                  <a:cubicBezTo>
                    <a:pt x="1691" y="1834"/>
                    <a:pt x="1572" y="1977"/>
                    <a:pt x="1477" y="2144"/>
                  </a:cubicBezTo>
                  <a:cubicBezTo>
                    <a:pt x="1334" y="2406"/>
                    <a:pt x="1262" y="2715"/>
                    <a:pt x="1286" y="3025"/>
                  </a:cubicBezTo>
                  <a:cubicBezTo>
                    <a:pt x="596" y="3263"/>
                    <a:pt x="95" y="3882"/>
                    <a:pt x="0" y="4620"/>
                  </a:cubicBezTo>
                  <a:cubicBezTo>
                    <a:pt x="0" y="4692"/>
                    <a:pt x="0" y="4763"/>
                    <a:pt x="0" y="4859"/>
                  </a:cubicBezTo>
                  <a:cubicBezTo>
                    <a:pt x="0" y="5454"/>
                    <a:pt x="286" y="6002"/>
                    <a:pt x="715" y="6359"/>
                  </a:cubicBezTo>
                  <a:cubicBezTo>
                    <a:pt x="834" y="6430"/>
                    <a:pt x="953" y="6526"/>
                    <a:pt x="1072" y="6573"/>
                  </a:cubicBezTo>
                  <a:lnTo>
                    <a:pt x="1072" y="4501"/>
                  </a:lnTo>
                  <a:cubicBezTo>
                    <a:pt x="1072" y="3954"/>
                    <a:pt x="1524" y="3501"/>
                    <a:pt x="2096" y="3501"/>
                  </a:cubicBezTo>
                  <a:lnTo>
                    <a:pt x="9788" y="3501"/>
                  </a:lnTo>
                  <a:cubicBezTo>
                    <a:pt x="10359" y="3501"/>
                    <a:pt x="10788" y="3954"/>
                    <a:pt x="10788" y="4501"/>
                  </a:cubicBezTo>
                  <a:lnTo>
                    <a:pt x="10788" y="6430"/>
                  </a:lnTo>
                  <a:cubicBezTo>
                    <a:pt x="10883" y="6383"/>
                    <a:pt x="10955" y="6335"/>
                    <a:pt x="11026" y="6264"/>
                  </a:cubicBezTo>
                  <a:cubicBezTo>
                    <a:pt x="11407" y="5906"/>
                    <a:pt x="11645" y="5406"/>
                    <a:pt x="11645" y="4859"/>
                  </a:cubicBezTo>
                  <a:cubicBezTo>
                    <a:pt x="11645" y="4763"/>
                    <a:pt x="11645" y="4692"/>
                    <a:pt x="11622" y="4620"/>
                  </a:cubicBezTo>
                  <a:cubicBezTo>
                    <a:pt x="11550" y="3882"/>
                    <a:pt x="11026" y="3263"/>
                    <a:pt x="10359" y="3025"/>
                  </a:cubicBezTo>
                  <a:cubicBezTo>
                    <a:pt x="10383" y="2715"/>
                    <a:pt x="10288" y="2406"/>
                    <a:pt x="10169" y="2144"/>
                  </a:cubicBezTo>
                  <a:cubicBezTo>
                    <a:pt x="9883" y="1644"/>
                    <a:pt x="9359" y="1310"/>
                    <a:pt x="8740" y="1310"/>
                  </a:cubicBezTo>
                  <a:cubicBezTo>
                    <a:pt x="8597" y="1310"/>
                    <a:pt x="8478" y="1310"/>
                    <a:pt x="8359" y="1358"/>
                  </a:cubicBezTo>
                  <a:cubicBezTo>
                    <a:pt x="8240" y="1382"/>
                    <a:pt x="8145" y="1405"/>
                    <a:pt x="8026" y="1453"/>
                  </a:cubicBezTo>
                  <a:cubicBezTo>
                    <a:pt x="7954" y="1263"/>
                    <a:pt x="7835" y="1072"/>
                    <a:pt x="7692" y="905"/>
                  </a:cubicBezTo>
                  <a:cubicBezTo>
                    <a:pt x="7264" y="358"/>
                    <a:pt x="6573" y="0"/>
                    <a:pt x="581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2758;p34">
            <a:extLst>
              <a:ext uri="{FF2B5EF4-FFF2-40B4-BE49-F238E27FC236}">
                <a16:creationId xmlns:a16="http://schemas.microsoft.com/office/drawing/2014/main" id="{808B731C-49E2-A545-CC8F-12548CA31FF4}"/>
              </a:ext>
            </a:extLst>
          </p:cNvPr>
          <p:cNvSpPr txBox="1">
            <a:spLocks/>
          </p:cNvSpPr>
          <p:nvPr/>
        </p:nvSpPr>
        <p:spPr>
          <a:xfrm>
            <a:off x="713100" y="-599783"/>
            <a:ext cx="2211021" cy="19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2000" dirty="0">
                <a:solidFill>
                  <a:schemeClr val="accent2"/>
                </a:solidFill>
              </a:rPr>
              <a:t>MechaGestionEX</a:t>
            </a:r>
            <a:endParaRPr lang="en-US" sz="1800" dirty="0"/>
          </a:p>
        </p:txBody>
      </p:sp>
      <p:pic>
        <p:nvPicPr>
          <p:cNvPr id="3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C93F6C1B-7EEA-74CE-423C-1465D88551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7992" y="269653"/>
            <a:ext cx="2114268" cy="528567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3041;p42">
            <a:extLst>
              <a:ext uri="{FF2B5EF4-FFF2-40B4-BE49-F238E27FC236}">
                <a16:creationId xmlns:a16="http://schemas.microsoft.com/office/drawing/2014/main" id="{EA1B8D85-610B-84E2-F5B0-F154BEFC9EA6}"/>
              </a:ext>
            </a:extLst>
          </p:cNvPr>
          <p:cNvSpPr txBox="1">
            <a:spLocks/>
          </p:cNvSpPr>
          <p:nvPr/>
        </p:nvSpPr>
        <p:spPr>
          <a:xfrm>
            <a:off x="6777992" y="3189533"/>
            <a:ext cx="1752642" cy="75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0" indent="0"/>
            <a:r>
              <a:rPr lang="es-ES" dirty="0"/>
              <a:t>Pruebas continuas a medida que se agregan los módulos.</a:t>
            </a:r>
          </a:p>
        </p:txBody>
      </p:sp>
      <p:sp>
        <p:nvSpPr>
          <p:cNvPr id="5" name="Google Shape;3041;p42">
            <a:extLst>
              <a:ext uri="{FF2B5EF4-FFF2-40B4-BE49-F238E27FC236}">
                <a16:creationId xmlns:a16="http://schemas.microsoft.com/office/drawing/2014/main" id="{A0A7B29F-F616-3C49-C40B-F3F62915FE39}"/>
              </a:ext>
            </a:extLst>
          </p:cNvPr>
          <p:cNvSpPr txBox="1">
            <a:spLocks/>
          </p:cNvSpPr>
          <p:nvPr/>
        </p:nvSpPr>
        <p:spPr>
          <a:xfrm>
            <a:off x="2915373" y="3189533"/>
            <a:ext cx="1752642" cy="75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0" indent="0"/>
            <a:r>
              <a:rPr lang="es-ES" dirty="0"/>
              <a:t>Priorización por funcionalidades (MVP)</a:t>
            </a:r>
          </a:p>
          <a:p>
            <a:pPr marL="0" indent="0"/>
            <a:endParaRPr lang="es-ES" dirty="0"/>
          </a:p>
        </p:txBody>
      </p:sp>
      <p:sp>
        <p:nvSpPr>
          <p:cNvPr id="6" name="Google Shape;3041;p42">
            <a:extLst>
              <a:ext uri="{FF2B5EF4-FFF2-40B4-BE49-F238E27FC236}">
                <a16:creationId xmlns:a16="http://schemas.microsoft.com/office/drawing/2014/main" id="{75520EC8-6E32-1602-4CC8-A1E34C4C575B}"/>
              </a:ext>
            </a:extLst>
          </p:cNvPr>
          <p:cNvSpPr txBox="1">
            <a:spLocks/>
          </p:cNvSpPr>
          <p:nvPr/>
        </p:nvSpPr>
        <p:spPr>
          <a:xfrm>
            <a:off x="825730" y="3189533"/>
            <a:ext cx="1752642" cy="75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0" indent="0"/>
            <a:r>
              <a:rPr lang="es-ES" dirty="0"/>
              <a:t>Iteraciones semanales de desarrollo</a:t>
            </a:r>
          </a:p>
          <a:p>
            <a:pPr marL="0" indent="0"/>
            <a:endParaRPr lang="es-ES" dirty="0"/>
          </a:p>
        </p:txBody>
      </p:sp>
      <p:grpSp>
        <p:nvGrpSpPr>
          <p:cNvPr id="21" name="Google Shape;3613;p52">
            <a:extLst>
              <a:ext uri="{FF2B5EF4-FFF2-40B4-BE49-F238E27FC236}">
                <a16:creationId xmlns:a16="http://schemas.microsoft.com/office/drawing/2014/main" id="{43D34374-4514-2CCF-4876-4BD64E150829}"/>
              </a:ext>
            </a:extLst>
          </p:cNvPr>
          <p:cNvGrpSpPr/>
          <p:nvPr/>
        </p:nvGrpSpPr>
        <p:grpSpPr>
          <a:xfrm>
            <a:off x="7273835" y="2101774"/>
            <a:ext cx="748683" cy="750301"/>
            <a:chOff x="4002330" y="1437755"/>
            <a:chExt cx="417385" cy="415849"/>
          </a:xfrm>
        </p:grpSpPr>
        <p:sp>
          <p:nvSpPr>
            <p:cNvPr id="22" name="Google Shape;3614;p52">
              <a:extLst>
                <a:ext uri="{FF2B5EF4-FFF2-40B4-BE49-F238E27FC236}">
                  <a16:creationId xmlns:a16="http://schemas.microsoft.com/office/drawing/2014/main" id="{B5FBF13D-3808-9012-E237-31409BA0E664}"/>
                </a:ext>
              </a:extLst>
            </p:cNvPr>
            <p:cNvSpPr/>
            <p:nvPr/>
          </p:nvSpPr>
          <p:spPr>
            <a:xfrm>
              <a:off x="4014276" y="1530777"/>
              <a:ext cx="405439" cy="322828"/>
            </a:xfrm>
            <a:custGeom>
              <a:avLst/>
              <a:gdLst/>
              <a:ahLst/>
              <a:cxnLst/>
              <a:rect l="l" t="t" r="r" b="b"/>
              <a:pathLst>
                <a:path w="11337" h="9027" extrusionOk="0">
                  <a:moveTo>
                    <a:pt x="5287" y="7002"/>
                  </a:moveTo>
                  <a:cubicBezTo>
                    <a:pt x="5478" y="7002"/>
                    <a:pt x="5621" y="7145"/>
                    <a:pt x="5621" y="7336"/>
                  </a:cubicBezTo>
                  <a:cubicBezTo>
                    <a:pt x="5621" y="7526"/>
                    <a:pt x="5478" y="7669"/>
                    <a:pt x="5287" y="7669"/>
                  </a:cubicBezTo>
                  <a:cubicBezTo>
                    <a:pt x="5097" y="7669"/>
                    <a:pt x="4954" y="7526"/>
                    <a:pt x="4954" y="7336"/>
                  </a:cubicBezTo>
                  <a:cubicBezTo>
                    <a:pt x="4954" y="7145"/>
                    <a:pt x="5097" y="7002"/>
                    <a:pt x="5287" y="7002"/>
                  </a:cubicBezTo>
                  <a:close/>
                  <a:moveTo>
                    <a:pt x="6692" y="7002"/>
                  </a:moveTo>
                  <a:cubicBezTo>
                    <a:pt x="6883" y="7002"/>
                    <a:pt x="7026" y="7145"/>
                    <a:pt x="7026" y="7336"/>
                  </a:cubicBezTo>
                  <a:cubicBezTo>
                    <a:pt x="7026" y="7526"/>
                    <a:pt x="6883" y="7669"/>
                    <a:pt x="6692" y="7669"/>
                  </a:cubicBezTo>
                  <a:cubicBezTo>
                    <a:pt x="6502" y="7669"/>
                    <a:pt x="6359" y="7526"/>
                    <a:pt x="6359" y="7336"/>
                  </a:cubicBezTo>
                  <a:cubicBezTo>
                    <a:pt x="6359" y="7145"/>
                    <a:pt x="6502" y="7002"/>
                    <a:pt x="6692" y="7002"/>
                  </a:cubicBezTo>
                  <a:close/>
                  <a:moveTo>
                    <a:pt x="9788" y="7002"/>
                  </a:moveTo>
                  <a:cubicBezTo>
                    <a:pt x="9979" y="7002"/>
                    <a:pt x="10122" y="7145"/>
                    <a:pt x="10122" y="7336"/>
                  </a:cubicBezTo>
                  <a:cubicBezTo>
                    <a:pt x="10122" y="7526"/>
                    <a:pt x="9979" y="7669"/>
                    <a:pt x="9788" y="7669"/>
                  </a:cubicBezTo>
                  <a:lnTo>
                    <a:pt x="8216" y="7669"/>
                  </a:lnTo>
                  <a:cubicBezTo>
                    <a:pt x="8026" y="7669"/>
                    <a:pt x="7859" y="7526"/>
                    <a:pt x="7859" y="7336"/>
                  </a:cubicBezTo>
                  <a:cubicBezTo>
                    <a:pt x="7859" y="7145"/>
                    <a:pt x="8026" y="7002"/>
                    <a:pt x="8216" y="7002"/>
                  </a:cubicBezTo>
                  <a:close/>
                  <a:moveTo>
                    <a:pt x="9526" y="1"/>
                  </a:moveTo>
                  <a:cubicBezTo>
                    <a:pt x="9074" y="1"/>
                    <a:pt x="8693" y="287"/>
                    <a:pt x="8550" y="692"/>
                  </a:cubicBezTo>
                  <a:lnTo>
                    <a:pt x="7073" y="692"/>
                  </a:lnTo>
                  <a:cubicBezTo>
                    <a:pt x="7073" y="573"/>
                    <a:pt x="7049" y="453"/>
                    <a:pt x="7026" y="334"/>
                  </a:cubicBezTo>
                  <a:lnTo>
                    <a:pt x="4978" y="334"/>
                  </a:lnTo>
                  <a:cubicBezTo>
                    <a:pt x="5025" y="834"/>
                    <a:pt x="5025" y="1382"/>
                    <a:pt x="4978" y="1882"/>
                  </a:cubicBezTo>
                  <a:lnTo>
                    <a:pt x="7026" y="1882"/>
                  </a:lnTo>
                  <a:cubicBezTo>
                    <a:pt x="7049" y="1716"/>
                    <a:pt x="7073" y="1549"/>
                    <a:pt x="7097" y="1358"/>
                  </a:cubicBezTo>
                  <a:lnTo>
                    <a:pt x="8550" y="1358"/>
                  </a:lnTo>
                  <a:cubicBezTo>
                    <a:pt x="8669" y="1668"/>
                    <a:pt x="8883" y="1882"/>
                    <a:pt x="9193" y="2001"/>
                  </a:cubicBezTo>
                  <a:lnTo>
                    <a:pt x="9193" y="5621"/>
                  </a:lnTo>
                  <a:lnTo>
                    <a:pt x="4382" y="5621"/>
                  </a:lnTo>
                  <a:cubicBezTo>
                    <a:pt x="3954" y="5621"/>
                    <a:pt x="3573" y="6002"/>
                    <a:pt x="3573" y="6431"/>
                  </a:cubicBezTo>
                  <a:lnTo>
                    <a:pt x="3573" y="7145"/>
                  </a:lnTo>
                  <a:lnTo>
                    <a:pt x="2620" y="7145"/>
                  </a:lnTo>
                  <a:cubicBezTo>
                    <a:pt x="2501" y="6860"/>
                    <a:pt x="2287" y="6621"/>
                    <a:pt x="1977" y="6526"/>
                  </a:cubicBezTo>
                  <a:lnTo>
                    <a:pt x="1977" y="4526"/>
                  </a:lnTo>
                  <a:cubicBezTo>
                    <a:pt x="2120" y="4573"/>
                    <a:pt x="2263" y="4621"/>
                    <a:pt x="2406" y="4669"/>
                  </a:cubicBezTo>
                  <a:cubicBezTo>
                    <a:pt x="2096" y="4049"/>
                    <a:pt x="1953" y="3240"/>
                    <a:pt x="1858" y="2549"/>
                  </a:cubicBezTo>
                  <a:lnTo>
                    <a:pt x="0" y="2549"/>
                  </a:lnTo>
                  <a:cubicBezTo>
                    <a:pt x="262" y="3216"/>
                    <a:pt x="739" y="3764"/>
                    <a:pt x="1310" y="4168"/>
                  </a:cubicBezTo>
                  <a:lnTo>
                    <a:pt x="1310" y="6526"/>
                  </a:lnTo>
                  <a:cubicBezTo>
                    <a:pt x="905" y="6669"/>
                    <a:pt x="620" y="7050"/>
                    <a:pt x="620" y="7502"/>
                  </a:cubicBezTo>
                  <a:cubicBezTo>
                    <a:pt x="620" y="8050"/>
                    <a:pt x="1072" y="8503"/>
                    <a:pt x="1644" y="8503"/>
                  </a:cubicBezTo>
                  <a:cubicBezTo>
                    <a:pt x="2096" y="8503"/>
                    <a:pt x="2477" y="8241"/>
                    <a:pt x="2620" y="7836"/>
                  </a:cubicBezTo>
                  <a:lnTo>
                    <a:pt x="3573" y="7836"/>
                  </a:lnTo>
                  <a:lnTo>
                    <a:pt x="3573" y="8217"/>
                  </a:lnTo>
                  <a:cubicBezTo>
                    <a:pt x="3573" y="8669"/>
                    <a:pt x="3954" y="9027"/>
                    <a:pt x="4382" y="9027"/>
                  </a:cubicBezTo>
                  <a:lnTo>
                    <a:pt x="10526" y="9027"/>
                  </a:lnTo>
                  <a:cubicBezTo>
                    <a:pt x="10979" y="9027"/>
                    <a:pt x="11336" y="8669"/>
                    <a:pt x="11336" y="8217"/>
                  </a:cubicBezTo>
                  <a:lnTo>
                    <a:pt x="11336" y="6431"/>
                  </a:lnTo>
                  <a:cubicBezTo>
                    <a:pt x="11336" y="6002"/>
                    <a:pt x="10979" y="5621"/>
                    <a:pt x="10526" y="5621"/>
                  </a:cubicBezTo>
                  <a:lnTo>
                    <a:pt x="9860" y="5621"/>
                  </a:lnTo>
                  <a:lnTo>
                    <a:pt x="9860" y="2001"/>
                  </a:lnTo>
                  <a:cubicBezTo>
                    <a:pt x="10264" y="1858"/>
                    <a:pt x="10550" y="1477"/>
                    <a:pt x="10550" y="1025"/>
                  </a:cubicBezTo>
                  <a:cubicBezTo>
                    <a:pt x="10550" y="453"/>
                    <a:pt x="10098" y="1"/>
                    <a:pt x="952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3615;p52">
              <a:extLst>
                <a:ext uri="{FF2B5EF4-FFF2-40B4-BE49-F238E27FC236}">
                  <a16:creationId xmlns:a16="http://schemas.microsoft.com/office/drawing/2014/main" id="{AB44C095-4435-EC96-27C0-14E53D46DBF4}"/>
                </a:ext>
              </a:extLst>
            </p:cNvPr>
            <p:cNvSpPr/>
            <p:nvPr/>
          </p:nvSpPr>
          <p:spPr>
            <a:xfrm>
              <a:off x="4105402" y="1621938"/>
              <a:ext cx="60510" cy="80287"/>
            </a:xfrm>
            <a:custGeom>
              <a:avLst/>
              <a:gdLst/>
              <a:ahLst/>
              <a:cxnLst/>
              <a:rect l="l" t="t" r="r" b="b"/>
              <a:pathLst>
                <a:path w="1692" h="2245" extrusionOk="0">
                  <a:moveTo>
                    <a:pt x="0" y="0"/>
                  </a:moveTo>
                  <a:cubicBezTo>
                    <a:pt x="72" y="595"/>
                    <a:pt x="286" y="1786"/>
                    <a:pt x="715" y="2191"/>
                  </a:cubicBezTo>
                  <a:cubicBezTo>
                    <a:pt x="751" y="2227"/>
                    <a:pt x="798" y="2245"/>
                    <a:pt x="846" y="2245"/>
                  </a:cubicBezTo>
                  <a:cubicBezTo>
                    <a:pt x="894" y="2245"/>
                    <a:pt x="941" y="2227"/>
                    <a:pt x="977" y="2191"/>
                  </a:cubicBezTo>
                  <a:cubicBezTo>
                    <a:pt x="1406" y="1786"/>
                    <a:pt x="1620" y="595"/>
                    <a:pt x="169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3616;p52">
              <a:extLst>
                <a:ext uri="{FF2B5EF4-FFF2-40B4-BE49-F238E27FC236}">
                  <a16:creationId xmlns:a16="http://schemas.microsoft.com/office/drawing/2014/main" id="{CD5F081A-B42B-9A57-54BB-EE5F97C1C007}"/>
                </a:ext>
              </a:extLst>
            </p:cNvPr>
            <p:cNvSpPr/>
            <p:nvPr/>
          </p:nvSpPr>
          <p:spPr>
            <a:xfrm>
              <a:off x="4170992" y="1621938"/>
              <a:ext cx="86903" cy="75816"/>
            </a:xfrm>
            <a:custGeom>
              <a:avLst/>
              <a:gdLst/>
              <a:ahLst/>
              <a:cxnLst/>
              <a:rect l="l" t="t" r="r" b="b"/>
              <a:pathLst>
                <a:path w="2430" h="2120" extrusionOk="0">
                  <a:moveTo>
                    <a:pt x="548" y="0"/>
                  </a:moveTo>
                  <a:cubicBezTo>
                    <a:pt x="477" y="572"/>
                    <a:pt x="381" y="1096"/>
                    <a:pt x="238" y="1524"/>
                  </a:cubicBezTo>
                  <a:cubicBezTo>
                    <a:pt x="167" y="1762"/>
                    <a:pt x="95" y="1953"/>
                    <a:pt x="0" y="2120"/>
                  </a:cubicBezTo>
                  <a:cubicBezTo>
                    <a:pt x="1096" y="1810"/>
                    <a:pt x="1977" y="1024"/>
                    <a:pt x="242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3617;p52">
              <a:extLst>
                <a:ext uri="{FF2B5EF4-FFF2-40B4-BE49-F238E27FC236}">
                  <a16:creationId xmlns:a16="http://schemas.microsoft.com/office/drawing/2014/main" id="{AF52581E-31DC-6CC0-2A96-02A34F0634FF}"/>
                </a:ext>
              </a:extLst>
            </p:cNvPr>
            <p:cNvSpPr/>
            <p:nvPr/>
          </p:nvSpPr>
          <p:spPr>
            <a:xfrm>
              <a:off x="4013417" y="1442226"/>
              <a:ext cx="86903" cy="75817"/>
            </a:xfrm>
            <a:custGeom>
              <a:avLst/>
              <a:gdLst/>
              <a:ahLst/>
              <a:cxnLst/>
              <a:rect l="l" t="t" r="r" b="b"/>
              <a:pathLst>
                <a:path w="2430" h="2120" extrusionOk="0">
                  <a:moveTo>
                    <a:pt x="2430" y="0"/>
                  </a:moveTo>
                  <a:lnTo>
                    <a:pt x="2430" y="0"/>
                  </a:lnTo>
                  <a:cubicBezTo>
                    <a:pt x="1334" y="310"/>
                    <a:pt x="453" y="1096"/>
                    <a:pt x="1" y="2120"/>
                  </a:cubicBezTo>
                  <a:lnTo>
                    <a:pt x="1882" y="2120"/>
                  </a:lnTo>
                  <a:cubicBezTo>
                    <a:pt x="1953" y="1453"/>
                    <a:pt x="2120" y="619"/>
                    <a:pt x="243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3618;p52">
              <a:extLst>
                <a:ext uri="{FF2B5EF4-FFF2-40B4-BE49-F238E27FC236}">
                  <a16:creationId xmlns:a16="http://schemas.microsoft.com/office/drawing/2014/main" id="{7D45B277-B2A6-EFC9-7950-52A233EFBD99}"/>
                </a:ext>
              </a:extLst>
            </p:cNvPr>
            <p:cNvSpPr/>
            <p:nvPr/>
          </p:nvSpPr>
          <p:spPr>
            <a:xfrm>
              <a:off x="4105402" y="1437755"/>
              <a:ext cx="60510" cy="80287"/>
            </a:xfrm>
            <a:custGeom>
              <a:avLst/>
              <a:gdLst/>
              <a:ahLst/>
              <a:cxnLst/>
              <a:rect l="l" t="t" r="r" b="b"/>
              <a:pathLst>
                <a:path w="1692" h="2245" extrusionOk="0">
                  <a:moveTo>
                    <a:pt x="846" y="0"/>
                  </a:moveTo>
                  <a:cubicBezTo>
                    <a:pt x="798" y="0"/>
                    <a:pt x="751" y="18"/>
                    <a:pt x="715" y="54"/>
                  </a:cubicBezTo>
                  <a:cubicBezTo>
                    <a:pt x="286" y="459"/>
                    <a:pt x="72" y="1649"/>
                    <a:pt x="0" y="2245"/>
                  </a:cubicBezTo>
                  <a:lnTo>
                    <a:pt x="1691" y="2245"/>
                  </a:lnTo>
                  <a:cubicBezTo>
                    <a:pt x="1620" y="1649"/>
                    <a:pt x="1406" y="459"/>
                    <a:pt x="977" y="54"/>
                  </a:cubicBezTo>
                  <a:cubicBezTo>
                    <a:pt x="941" y="18"/>
                    <a:pt x="894" y="0"/>
                    <a:pt x="84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3619;p52">
              <a:extLst>
                <a:ext uri="{FF2B5EF4-FFF2-40B4-BE49-F238E27FC236}">
                  <a16:creationId xmlns:a16="http://schemas.microsoft.com/office/drawing/2014/main" id="{ED00DA89-B2FD-B18E-CD58-8B73B98039E0}"/>
                </a:ext>
              </a:extLst>
            </p:cNvPr>
            <p:cNvSpPr/>
            <p:nvPr/>
          </p:nvSpPr>
          <p:spPr>
            <a:xfrm>
              <a:off x="4170992" y="1442226"/>
              <a:ext cx="86903" cy="75817"/>
            </a:xfrm>
            <a:custGeom>
              <a:avLst/>
              <a:gdLst/>
              <a:ahLst/>
              <a:cxnLst/>
              <a:rect l="l" t="t" r="r" b="b"/>
              <a:pathLst>
                <a:path w="2430" h="2120" extrusionOk="0">
                  <a:moveTo>
                    <a:pt x="0" y="0"/>
                  </a:moveTo>
                  <a:lnTo>
                    <a:pt x="0" y="0"/>
                  </a:lnTo>
                  <a:cubicBezTo>
                    <a:pt x="310" y="619"/>
                    <a:pt x="477" y="1429"/>
                    <a:pt x="548" y="2120"/>
                  </a:cubicBezTo>
                  <a:lnTo>
                    <a:pt x="2429" y="2120"/>
                  </a:lnTo>
                  <a:cubicBezTo>
                    <a:pt x="1977" y="1096"/>
                    <a:pt x="1096" y="310"/>
                    <a:pt x="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3620;p52">
              <a:extLst>
                <a:ext uri="{FF2B5EF4-FFF2-40B4-BE49-F238E27FC236}">
                  <a16:creationId xmlns:a16="http://schemas.microsoft.com/office/drawing/2014/main" id="{DF937460-214E-3A73-CCAC-EA54A2752C14}"/>
                </a:ext>
              </a:extLst>
            </p:cNvPr>
            <p:cNvSpPr/>
            <p:nvPr/>
          </p:nvSpPr>
          <p:spPr>
            <a:xfrm>
              <a:off x="4002330" y="1542722"/>
              <a:ext cx="76711" cy="55396"/>
            </a:xfrm>
            <a:custGeom>
              <a:avLst/>
              <a:gdLst/>
              <a:ahLst/>
              <a:cxnLst/>
              <a:rect l="l" t="t" r="r" b="b"/>
              <a:pathLst>
                <a:path w="2145" h="1549" extrusionOk="0">
                  <a:moveTo>
                    <a:pt x="96" y="0"/>
                  </a:moveTo>
                  <a:cubicBezTo>
                    <a:pt x="1" y="477"/>
                    <a:pt x="1" y="1024"/>
                    <a:pt x="96" y="1548"/>
                  </a:cubicBezTo>
                  <a:lnTo>
                    <a:pt x="2144" y="1548"/>
                  </a:lnTo>
                  <a:cubicBezTo>
                    <a:pt x="2097" y="1024"/>
                    <a:pt x="2120" y="477"/>
                    <a:pt x="214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3621;p52">
              <a:extLst>
                <a:ext uri="{FF2B5EF4-FFF2-40B4-BE49-F238E27FC236}">
                  <a16:creationId xmlns:a16="http://schemas.microsoft.com/office/drawing/2014/main" id="{C56FD233-1DEC-C1B8-F3EB-C19D21239588}"/>
                </a:ext>
              </a:extLst>
            </p:cNvPr>
            <p:cNvSpPr/>
            <p:nvPr/>
          </p:nvSpPr>
          <p:spPr>
            <a:xfrm>
              <a:off x="4102004" y="1542722"/>
              <a:ext cx="67305" cy="55396"/>
            </a:xfrm>
            <a:custGeom>
              <a:avLst/>
              <a:gdLst/>
              <a:ahLst/>
              <a:cxnLst/>
              <a:rect l="l" t="t" r="r" b="b"/>
              <a:pathLst>
                <a:path w="1882" h="1549" extrusionOk="0">
                  <a:moveTo>
                    <a:pt x="24" y="0"/>
                  </a:moveTo>
                  <a:cubicBezTo>
                    <a:pt x="0" y="500"/>
                    <a:pt x="0" y="1048"/>
                    <a:pt x="24" y="1548"/>
                  </a:cubicBezTo>
                  <a:lnTo>
                    <a:pt x="1858" y="1548"/>
                  </a:lnTo>
                  <a:cubicBezTo>
                    <a:pt x="1882" y="1048"/>
                    <a:pt x="1882" y="500"/>
                    <a:pt x="185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" name="Google Shape;3622;p52">
            <a:extLst>
              <a:ext uri="{FF2B5EF4-FFF2-40B4-BE49-F238E27FC236}">
                <a16:creationId xmlns:a16="http://schemas.microsoft.com/office/drawing/2014/main" id="{565F3959-0FD6-1C64-E3C9-83EE19A323FC}"/>
              </a:ext>
            </a:extLst>
          </p:cNvPr>
          <p:cNvGrpSpPr/>
          <p:nvPr/>
        </p:nvGrpSpPr>
        <p:grpSpPr>
          <a:xfrm>
            <a:off x="3446642" y="2091055"/>
            <a:ext cx="727255" cy="691894"/>
            <a:chOff x="4003189" y="3407083"/>
            <a:chExt cx="416526" cy="416492"/>
          </a:xfrm>
        </p:grpSpPr>
        <p:sp>
          <p:nvSpPr>
            <p:cNvPr id="31" name="Google Shape;3623;p52">
              <a:extLst>
                <a:ext uri="{FF2B5EF4-FFF2-40B4-BE49-F238E27FC236}">
                  <a16:creationId xmlns:a16="http://schemas.microsoft.com/office/drawing/2014/main" id="{5DBDE149-3667-D123-B3E3-EF18B840D7A2}"/>
                </a:ext>
              </a:extLst>
            </p:cNvPr>
            <p:cNvSpPr/>
            <p:nvPr/>
          </p:nvSpPr>
          <p:spPr>
            <a:xfrm>
              <a:off x="4011701" y="3407083"/>
              <a:ext cx="189112" cy="40912"/>
            </a:xfrm>
            <a:custGeom>
              <a:avLst/>
              <a:gdLst/>
              <a:ahLst/>
              <a:cxnLst/>
              <a:rect l="l" t="t" r="r" b="b"/>
              <a:pathLst>
                <a:path w="5288" h="1144" extrusionOk="0">
                  <a:moveTo>
                    <a:pt x="334" y="0"/>
                  </a:moveTo>
                  <a:cubicBezTo>
                    <a:pt x="168" y="0"/>
                    <a:pt x="1" y="143"/>
                    <a:pt x="1" y="333"/>
                  </a:cubicBezTo>
                  <a:lnTo>
                    <a:pt x="1" y="1143"/>
                  </a:lnTo>
                  <a:lnTo>
                    <a:pt x="5288" y="1143"/>
                  </a:lnTo>
                  <a:lnTo>
                    <a:pt x="4669" y="167"/>
                  </a:lnTo>
                  <a:cubicBezTo>
                    <a:pt x="4621" y="71"/>
                    <a:pt x="4502" y="0"/>
                    <a:pt x="438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624;p52">
              <a:extLst>
                <a:ext uri="{FF2B5EF4-FFF2-40B4-BE49-F238E27FC236}">
                  <a16:creationId xmlns:a16="http://schemas.microsoft.com/office/drawing/2014/main" id="{924CF993-53F9-F389-3CE2-FE74B078A334}"/>
                </a:ext>
              </a:extLst>
            </p:cNvPr>
            <p:cNvSpPr/>
            <p:nvPr/>
          </p:nvSpPr>
          <p:spPr>
            <a:xfrm>
              <a:off x="4073035" y="3551855"/>
              <a:ext cx="77533" cy="77533"/>
            </a:xfrm>
            <a:custGeom>
              <a:avLst/>
              <a:gdLst/>
              <a:ahLst/>
              <a:cxnLst/>
              <a:rect l="l" t="t" r="r" b="b"/>
              <a:pathLst>
                <a:path w="2168" h="2168" extrusionOk="0">
                  <a:moveTo>
                    <a:pt x="1" y="0"/>
                  </a:moveTo>
                  <a:lnTo>
                    <a:pt x="1" y="2168"/>
                  </a:lnTo>
                  <a:lnTo>
                    <a:pt x="2168" y="2168"/>
                  </a:lnTo>
                  <a:lnTo>
                    <a:pt x="21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625;p52">
              <a:extLst>
                <a:ext uri="{FF2B5EF4-FFF2-40B4-BE49-F238E27FC236}">
                  <a16:creationId xmlns:a16="http://schemas.microsoft.com/office/drawing/2014/main" id="{C2571C48-DD61-1C52-4AB2-36FC959B862A}"/>
                </a:ext>
              </a:extLst>
            </p:cNvPr>
            <p:cNvSpPr/>
            <p:nvPr/>
          </p:nvSpPr>
          <p:spPr>
            <a:xfrm>
              <a:off x="4003189" y="3471780"/>
              <a:ext cx="416526" cy="351796"/>
            </a:xfrm>
            <a:custGeom>
              <a:avLst/>
              <a:gdLst/>
              <a:ahLst/>
              <a:cxnLst/>
              <a:rect l="l" t="t" r="r" b="b"/>
              <a:pathLst>
                <a:path w="11647" h="9837" extrusionOk="0">
                  <a:moveTo>
                    <a:pt x="10193" y="2311"/>
                  </a:moveTo>
                  <a:cubicBezTo>
                    <a:pt x="10384" y="2311"/>
                    <a:pt x="10527" y="2454"/>
                    <a:pt x="10527" y="2644"/>
                  </a:cubicBezTo>
                  <a:cubicBezTo>
                    <a:pt x="10527" y="2835"/>
                    <a:pt x="10384" y="3002"/>
                    <a:pt x="10193" y="3002"/>
                  </a:cubicBezTo>
                  <a:lnTo>
                    <a:pt x="7026" y="3002"/>
                  </a:lnTo>
                  <a:cubicBezTo>
                    <a:pt x="6859" y="3002"/>
                    <a:pt x="6693" y="2835"/>
                    <a:pt x="6693" y="2644"/>
                  </a:cubicBezTo>
                  <a:cubicBezTo>
                    <a:pt x="6693" y="2454"/>
                    <a:pt x="6859" y="2311"/>
                    <a:pt x="7026" y="2311"/>
                  </a:cubicBezTo>
                  <a:close/>
                  <a:moveTo>
                    <a:pt x="10193" y="3668"/>
                  </a:moveTo>
                  <a:cubicBezTo>
                    <a:pt x="10384" y="3668"/>
                    <a:pt x="10527" y="3835"/>
                    <a:pt x="10527" y="4026"/>
                  </a:cubicBezTo>
                  <a:cubicBezTo>
                    <a:pt x="10527" y="4192"/>
                    <a:pt x="10384" y="4359"/>
                    <a:pt x="10193" y="4359"/>
                  </a:cubicBezTo>
                  <a:lnTo>
                    <a:pt x="7026" y="4359"/>
                  </a:lnTo>
                  <a:cubicBezTo>
                    <a:pt x="6859" y="4359"/>
                    <a:pt x="6693" y="4192"/>
                    <a:pt x="6693" y="4026"/>
                  </a:cubicBezTo>
                  <a:cubicBezTo>
                    <a:pt x="6693" y="3835"/>
                    <a:pt x="6859" y="3668"/>
                    <a:pt x="7026" y="3668"/>
                  </a:cubicBezTo>
                  <a:close/>
                  <a:moveTo>
                    <a:pt x="4502" y="1573"/>
                  </a:moveTo>
                  <a:cubicBezTo>
                    <a:pt x="4668" y="1573"/>
                    <a:pt x="4811" y="1692"/>
                    <a:pt x="4811" y="1882"/>
                  </a:cubicBezTo>
                  <a:lnTo>
                    <a:pt x="4811" y="4788"/>
                  </a:lnTo>
                  <a:cubicBezTo>
                    <a:pt x="4811" y="4954"/>
                    <a:pt x="4668" y="5097"/>
                    <a:pt x="4502" y="5097"/>
                  </a:cubicBezTo>
                  <a:lnTo>
                    <a:pt x="1573" y="5097"/>
                  </a:lnTo>
                  <a:cubicBezTo>
                    <a:pt x="1406" y="5097"/>
                    <a:pt x="1263" y="4954"/>
                    <a:pt x="1263" y="4788"/>
                  </a:cubicBezTo>
                  <a:lnTo>
                    <a:pt x="1263" y="1882"/>
                  </a:lnTo>
                  <a:cubicBezTo>
                    <a:pt x="1263" y="1692"/>
                    <a:pt x="1406" y="1573"/>
                    <a:pt x="1573" y="1573"/>
                  </a:cubicBezTo>
                  <a:close/>
                  <a:moveTo>
                    <a:pt x="239" y="1"/>
                  </a:moveTo>
                  <a:lnTo>
                    <a:pt x="239" y="6312"/>
                  </a:lnTo>
                  <a:cubicBezTo>
                    <a:pt x="239" y="6502"/>
                    <a:pt x="406" y="6645"/>
                    <a:pt x="572" y="6645"/>
                  </a:cubicBezTo>
                  <a:lnTo>
                    <a:pt x="5478" y="6645"/>
                  </a:lnTo>
                  <a:lnTo>
                    <a:pt x="5478" y="7860"/>
                  </a:lnTo>
                  <a:cubicBezTo>
                    <a:pt x="5192" y="7955"/>
                    <a:pt x="4954" y="8193"/>
                    <a:pt x="4859" y="8479"/>
                  </a:cubicBezTo>
                  <a:lnTo>
                    <a:pt x="1977" y="8479"/>
                  </a:lnTo>
                  <a:cubicBezTo>
                    <a:pt x="1858" y="8074"/>
                    <a:pt x="1477" y="7788"/>
                    <a:pt x="1025" y="7788"/>
                  </a:cubicBezTo>
                  <a:cubicBezTo>
                    <a:pt x="453" y="7788"/>
                    <a:pt x="1" y="8241"/>
                    <a:pt x="1" y="8812"/>
                  </a:cubicBezTo>
                  <a:cubicBezTo>
                    <a:pt x="1" y="9384"/>
                    <a:pt x="453" y="9836"/>
                    <a:pt x="1025" y="9836"/>
                  </a:cubicBezTo>
                  <a:cubicBezTo>
                    <a:pt x="1477" y="9836"/>
                    <a:pt x="1858" y="9550"/>
                    <a:pt x="1977" y="9146"/>
                  </a:cubicBezTo>
                  <a:lnTo>
                    <a:pt x="4859" y="9146"/>
                  </a:lnTo>
                  <a:cubicBezTo>
                    <a:pt x="5002" y="9550"/>
                    <a:pt x="5383" y="9836"/>
                    <a:pt x="5811" y="9836"/>
                  </a:cubicBezTo>
                  <a:cubicBezTo>
                    <a:pt x="6264" y="9836"/>
                    <a:pt x="6645" y="9550"/>
                    <a:pt x="6788" y="9146"/>
                  </a:cubicBezTo>
                  <a:lnTo>
                    <a:pt x="9669" y="9146"/>
                  </a:lnTo>
                  <a:cubicBezTo>
                    <a:pt x="9789" y="9550"/>
                    <a:pt x="10170" y="9836"/>
                    <a:pt x="10622" y="9836"/>
                  </a:cubicBezTo>
                  <a:cubicBezTo>
                    <a:pt x="11194" y="9836"/>
                    <a:pt x="11646" y="9384"/>
                    <a:pt x="11646" y="8812"/>
                  </a:cubicBezTo>
                  <a:cubicBezTo>
                    <a:pt x="11646" y="8241"/>
                    <a:pt x="11194" y="7788"/>
                    <a:pt x="10622" y="7788"/>
                  </a:cubicBezTo>
                  <a:cubicBezTo>
                    <a:pt x="10170" y="7788"/>
                    <a:pt x="9789" y="8074"/>
                    <a:pt x="9669" y="8479"/>
                  </a:cubicBezTo>
                  <a:lnTo>
                    <a:pt x="6788" y="8479"/>
                  </a:lnTo>
                  <a:cubicBezTo>
                    <a:pt x="6693" y="8193"/>
                    <a:pt x="6454" y="7955"/>
                    <a:pt x="6169" y="7860"/>
                  </a:cubicBezTo>
                  <a:lnTo>
                    <a:pt x="6169" y="6645"/>
                  </a:lnTo>
                  <a:lnTo>
                    <a:pt x="11074" y="6645"/>
                  </a:lnTo>
                  <a:cubicBezTo>
                    <a:pt x="11241" y="6645"/>
                    <a:pt x="11408" y="6502"/>
                    <a:pt x="11408" y="6312"/>
                  </a:cubicBezTo>
                  <a:lnTo>
                    <a:pt x="11408" y="358"/>
                  </a:lnTo>
                  <a:cubicBezTo>
                    <a:pt x="11408" y="168"/>
                    <a:pt x="11241" y="1"/>
                    <a:pt x="1107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8" name="Google Shape;3648;p53"/>
          <p:cNvSpPr txBox="1">
            <a:spLocks noGrp="1"/>
          </p:cNvSpPr>
          <p:nvPr>
            <p:ph type="title"/>
          </p:nvPr>
        </p:nvSpPr>
        <p:spPr>
          <a:xfrm>
            <a:off x="821343" y="1114980"/>
            <a:ext cx="771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FASES</a:t>
            </a:r>
            <a:r>
              <a:rPr lang="en" dirty="0"/>
              <a:t> DEL DESARROLLO DEL PROYECTO</a:t>
            </a:r>
            <a:endParaRPr dirty="0"/>
          </a:p>
        </p:txBody>
      </p:sp>
      <p:sp>
        <p:nvSpPr>
          <p:cNvPr id="3649" name="Google Shape;3649;p53"/>
          <p:cNvSpPr/>
          <p:nvPr/>
        </p:nvSpPr>
        <p:spPr>
          <a:xfrm>
            <a:off x="4466459" y="3234880"/>
            <a:ext cx="331500" cy="331500"/>
          </a:xfrm>
          <a:prstGeom prst="ellipse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0" name="Google Shape;3650;p53"/>
          <p:cNvSpPr/>
          <p:nvPr/>
        </p:nvSpPr>
        <p:spPr>
          <a:xfrm>
            <a:off x="5216384" y="3877454"/>
            <a:ext cx="1793700" cy="3999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rPr>
              <a:t>4</a:t>
            </a:r>
            <a:endParaRPr sz="1800" b="1" dirty="0">
              <a:solidFill>
                <a:schemeClr val="lt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3651" name="Google Shape;3651;p53"/>
          <p:cNvSpPr txBox="1"/>
          <p:nvPr/>
        </p:nvSpPr>
        <p:spPr>
          <a:xfrm>
            <a:off x="5216383" y="4336454"/>
            <a:ext cx="179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Pruebas</a:t>
            </a:r>
            <a:r>
              <a:rPr lang="en-US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 </a:t>
            </a:r>
            <a:r>
              <a:rPr lang="en-US" dirty="0" err="1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unitarias</a:t>
            </a:r>
            <a:r>
              <a:rPr lang="en-US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 y </a:t>
            </a:r>
            <a:r>
              <a:rPr lang="en-US" dirty="0" err="1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funcionales</a:t>
            </a:r>
            <a:endParaRPr lang="en-US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</p:txBody>
      </p:sp>
      <p:sp>
        <p:nvSpPr>
          <p:cNvPr id="3652" name="Google Shape;3652;p53"/>
          <p:cNvSpPr/>
          <p:nvPr/>
        </p:nvSpPr>
        <p:spPr>
          <a:xfrm>
            <a:off x="2254334" y="3877454"/>
            <a:ext cx="1793700" cy="3999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b="1" dirty="0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rPr>
              <a:t>2</a:t>
            </a:r>
            <a:endParaRPr sz="1800" b="1" dirty="0">
              <a:solidFill>
                <a:schemeClr val="lt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3653" name="Google Shape;3653;p53"/>
          <p:cNvSpPr txBox="1"/>
          <p:nvPr/>
        </p:nvSpPr>
        <p:spPr>
          <a:xfrm>
            <a:off x="2254333" y="4336454"/>
            <a:ext cx="179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Diseño de arquitectura y modelo de datos</a:t>
            </a:r>
          </a:p>
        </p:txBody>
      </p:sp>
      <p:sp>
        <p:nvSpPr>
          <p:cNvPr id="3654" name="Google Shape;3654;p53"/>
          <p:cNvSpPr/>
          <p:nvPr/>
        </p:nvSpPr>
        <p:spPr>
          <a:xfrm>
            <a:off x="773309" y="2513530"/>
            <a:ext cx="1793700" cy="3999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b="1" dirty="0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rPr>
              <a:t>1</a:t>
            </a:r>
            <a:endParaRPr sz="1800" b="1" dirty="0">
              <a:solidFill>
                <a:schemeClr val="lt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3655" name="Google Shape;3655;p53"/>
          <p:cNvSpPr txBox="1"/>
          <p:nvPr/>
        </p:nvSpPr>
        <p:spPr>
          <a:xfrm>
            <a:off x="773308" y="1998754"/>
            <a:ext cx="179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Análisis y levantamiento de requerimientos</a:t>
            </a:r>
          </a:p>
        </p:txBody>
      </p:sp>
      <p:sp>
        <p:nvSpPr>
          <p:cNvPr id="3656" name="Google Shape;3656;p53"/>
          <p:cNvSpPr/>
          <p:nvPr/>
        </p:nvSpPr>
        <p:spPr>
          <a:xfrm>
            <a:off x="6697409" y="2513530"/>
            <a:ext cx="1793700" cy="3999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b="1" dirty="0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rPr>
              <a:t>5</a:t>
            </a:r>
            <a:endParaRPr sz="1800" b="1" dirty="0">
              <a:solidFill>
                <a:schemeClr val="lt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3657" name="Google Shape;3657;p53"/>
          <p:cNvSpPr txBox="1"/>
          <p:nvPr/>
        </p:nvSpPr>
        <p:spPr>
          <a:xfrm>
            <a:off x="6697408" y="1998754"/>
            <a:ext cx="179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Ajustes</a:t>
            </a:r>
            <a:r>
              <a:rPr lang="en-US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 finales</a:t>
            </a:r>
          </a:p>
        </p:txBody>
      </p:sp>
      <p:sp>
        <p:nvSpPr>
          <p:cNvPr id="3658" name="Google Shape;3658;p53"/>
          <p:cNvSpPr/>
          <p:nvPr/>
        </p:nvSpPr>
        <p:spPr>
          <a:xfrm>
            <a:off x="3735359" y="2513530"/>
            <a:ext cx="1793700" cy="3999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b="1" dirty="0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rPr>
              <a:t>3</a:t>
            </a:r>
            <a:endParaRPr sz="1800" b="1" dirty="0">
              <a:solidFill>
                <a:schemeClr val="lt1"/>
              </a:solidFill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3659" name="Google Shape;3659;p53"/>
          <p:cNvSpPr txBox="1"/>
          <p:nvPr/>
        </p:nvSpPr>
        <p:spPr>
          <a:xfrm>
            <a:off x="3735359" y="1998754"/>
            <a:ext cx="179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Desarrollo </a:t>
            </a:r>
            <a:r>
              <a:rPr lang="en-US" dirty="0" err="1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por</a:t>
            </a:r>
            <a:r>
              <a:rPr lang="en-US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 </a:t>
            </a:r>
            <a:r>
              <a:rPr lang="en-US" dirty="0" err="1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módulos</a:t>
            </a:r>
            <a:endParaRPr lang="en-US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</p:txBody>
      </p:sp>
      <p:cxnSp>
        <p:nvCxnSpPr>
          <p:cNvPr id="3660" name="Google Shape;3660;p53"/>
          <p:cNvCxnSpPr>
            <a:stCxn id="3661" idx="6"/>
            <a:endCxn id="3662" idx="2"/>
          </p:cNvCxnSpPr>
          <p:nvPr/>
        </p:nvCxnSpPr>
        <p:spPr>
          <a:xfrm>
            <a:off x="1835309" y="3395443"/>
            <a:ext cx="11499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63" name="Google Shape;3663;p53"/>
          <p:cNvCxnSpPr>
            <a:stCxn id="3662" idx="6"/>
            <a:endCxn id="3649" idx="2"/>
          </p:cNvCxnSpPr>
          <p:nvPr/>
        </p:nvCxnSpPr>
        <p:spPr>
          <a:xfrm>
            <a:off x="3316634" y="3395443"/>
            <a:ext cx="1149900" cy="51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64" name="Google Shape;3664;p53"/>
          <p:cNvCxnSpPr>
            <a:stCxn id="3649" idx="6"/>
            <a:endCxn id="3665" idx="2"/>
          </p:cNvCxnSpPr>
          <p:nvPr/>
        </p:nvCxnSpPr>
        <p:spPr>
          <a:xfrm>
            <a:off x="4797959" y="3400630"/>
            <a:ext cx="11496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66" name="Google Shape;3666;p53"/>
          <p:cNvCxnSpPr>
            <a:stCxn id="3665" idx="6"/>
            <a:endCxn id="3667" idx="2"/>
          </p:cNvCxnSpPr>
          <p:nvPr/>
        </p:nvCxnSpPr>
        <p:spPr>
          <a:xfrm>
            <a:off x="6278984" y="3400630"/>
            <a:ext cx="11496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68" name="Google Shape;3668;p53"/>
          <p:cNvCxnSpPr>
            <a:stCxn id="3661" idx="0"/>
            <a:endCxn id="3654" idx="2"/>
          </p:cNvCxnSpPr>
          <p:nvPr/>
        </p:nvCxnSpPr>
        <p:spPr>
          <a:xfrm rot="10800000" flipH="1">
            <a:off x="1669559" y="2913493"/>
            <a:ext cx="600" cy="316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69" name="Google Shape;3669;p53"/>
          <p:cNvCxnSpPr>
            <a:stCxn id="3649" idx="0"/>
            <a:endCxn id="3658" idx="2"/>
          </p:cNvCxnSpPr>
          <p:nvPr/>
        </p:nvCxnSpPr>
        <p:spPr>
          <a:xfrm rot="10800000">
            <a:off x="4632209" y="2913280"/>
            <a:ext cx="0" cy="3216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70" name="Google Shape;3670;p53"/>
          <p:cNvCxnSpPr>
            <a:stCxn id="3667" idx="0"/>
            <a:endCxn id="3656" idx="2"/>
          </p:cNvCxnSpPr>
          <p:nvPr/>
        </p:nvCxnSpPr>
        <p:spPr>
          <a:xfrm rot="10800000">
            <a:off x="7594259" y="2913280"/>
            <a:ext cx="0" cy="3216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71" name="Google Shape;3671;p53"/>
          <p:cNvCxnSpPr>
            <a:stCxn id="3650" idx="0"/>
            <a:endCxn id="3665" idx="4"/>
          </p:cNvCxnSpPr>
          <p:nvPr/>
        </p:nvCxnSpPr>
        <p:spPr>
          <a:xfrm rot="10800000">
            <a:off x="6113234" y="3566354"/>
            <a:ext cx="0" cy="3111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72" name="Google Shape;3672;p53"/>
          <p:cNvCxnSpPr>
            <a:stCxn id="3652" idx="0"/>
            <a:endCxn id="3662" idx="4"/>
          </p:cNvCxnSpPr>
          <p:nvPr/>
        </p:nvCxnSpPr>
        <p:spPr>
          <a:xfrm rot="10800000">
            <a:off x="3150884" y="3561254"/>
            <a:ext cx="300" cy="316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673" name="Google Shape;3673;p53"/>
          <p:cNvGrpSpPr/>
          <p:nvPr/>
        </p:nvGrpSpPr>
        <p:grpSpPr>
          <a:xfrm rot="10800000">
            <a:off x="933149" y="3822809"/>
            <a:ext cx="883262" cy="242091"/>
            <a:chOff x="2300350" y="2601250"/>
            <a:chExt cx="2275275" cy="623625"/>
          </a:xfrm>
        </p:grpSpPr>
        <p:sp>
          <p:nvSpPr>
            <p:cNvPr id="3674" name="Google Shape;3674;p53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5" name="Google Shape;3675;p53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6" name="Google Shape;3676;p53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7" name="Google Shape;3677;p53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8" name="Google Shape;3678;p53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9" name="Google Shape;3679;p53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80" name="Google Shape;3680;p53"/>
          <p:cNvGrpSpPr/>
          <p:nvPr/>
        </p:nvGrpSpPr>
        <p:grpSpPr>
          <a:xfrm>
            <a:off x="7644195" y="3512791"/>
            <a:ext cx="2297800" cy="347400"/>
            <a:chOff x="7644195" y="3512791"/>
            <a:chExt cx="2297800" cy="347400"/>
          </a:xfrm>
        </p:grpSpPr>
        <p:sp>
          <p:nvSpPr>
            <p:cNvPr id="3681" name="Google Shape;3681;p53"/>
            <p:cNvSpPr/>
            <p:nvPr/>
          </p:nvSpPr>
          <p:spPr>
            <a:xfrm flipH="1">
              <a:off x="7947295" y="3792091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2" name="Google Shape;3682;p53"/>
            <p:cNvSpPr/>
            <p:nvPr/>
          </p:nvSpPr>
          <p:spPr>
            <a:xfrm flipH="1">
              <a:off x="7644195" y="3512791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83" name="Google Shape;3683;p53"/>
          <p:cNvGrpSpPr/>
          <p:nvPr/>
        </p:nvGrpSpPr>
        <p:grpSpPr>
          <a:xfrm rot="5400000">
            <a:off x="3101432" y="1306753"/>
            <a:ext cx="98902" cy="553090"/>
            <a:chOff x="4898850" y="4820550"/>
            <a:chExt cx="98902" cy="553090"/>
          </a:xfrm>
        </p:grpSpPr>
        <p:sp>
          <p:nvSpPr>
            <p:cNvPr id="3684" name="Google Shape;3684;p53"/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5" name="Google Shape;3685;p53"/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6" name="Google Shape;3686;p53"/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7" name="Google Shape;3687;p53"/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8" name="Google Shape;3688;p53"/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89" name="Google Shape;3689;p53"/>
          <p:cNvSpPr/>
          <p:nvPr/>
        </p:nvSpPr>
        <p:spPr>
          <a:xfrm>
            <a:off x="4535910" y="3304331"/>
            <a:ext cx="192600" cy="1926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690" name="Google Shape;3690;p53"/>
          <p:cNvGrpSpPr/>
          <p:nvPr/>
        </p:nvGrpSpPr>
        <p:grpSpPr>
          <a:xfrm>
            <a:off x="2985134" y="3229693"/>
            <a:ext cx="331500" cy="331500"/>
            <a:chOff x="2924924" y="2835362"/>
            <a:chExt cx="331500" cy="331500"/>
          </a:xfrm>
        </p:grpSpPr>
        <p:sp>
          <p:nvSpPr>
            <p:cNvPr id="3691" name="Google Shape;3691;p53"/>
            <p:cNvSpPr/>
            <p:nvPr/>
          </p:nvSpPr>
          <p:spPr>
            <a:xfrm>
              <a:off x="2994675" y="2906923"/>
              <a:ext cx="192600" cy="19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2" name="Google Shape;3662;p53"/>
            <p:cNvSpPr/>
            <p:nvPr/>
          </p:nvSpPr>
          <p:spPr>
            <a:xfrm>
              <a:off x="2924924" y="2835362"/>
              <a:ext cx="331500" cy="331500"/>
            </a:xfrm>
            <a:prstGeom prst="ellipse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92" name="Google Shape;3692;p53"/>
          <p:cNvGrpSpPr/>
          <p:nvPr/>
        </p:nvGrpSpPr>
        <p:grpSpPr>
          <a:xfrm>
            <a:off x="5947484" y="3234880"/>
            <a:ext cx="331500" cy="331500"/>
            <a:chOff x="5887274" y="2840549"/>
            <a:chExt cx="331500" cy="331500"/>
          </a:xfrm>
        </p:grpSpPr>
        <p:sp>
          <p:nvSpPr>
            <p:cNvPr id="3693" name="Google Shape;3693;p53"/>
            <p:cNvSpPr/>
            <p:nvPr/>
          </p:nvSpPr>
          <p:spPr>
            <a:xfrm>
              <a:off x="5956725" y="2906923"/>
              <a:ext cx="192600" cy="19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5" name="Google Shape;3665;p53"/>
            <p:cNvSpPr/>
            <p:nvPr/>
          </p:nvSpPr>
          <p:spPr>
            <a:xfrm>
              <a:off x="5887274" y="2840549"/>
              <a:ext cx="331500" cy="331500"/>
            </a:xfrm>
            <a:prstGeom prst="ellipse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94" name="Google Shape;3694;p53"/>
          <p:cNvGrpSpPr/>
          <p:nvPr/>
        </p:nvGrpSpPr>
        <p:grpSpPr>
          <a:xfrm>
            <a:off x="7428509" y="3234880"/>
            <a:ext cx="331500" cy="331500"/>
            <a:chOff x="7368299" y="2840549"/>
            <a:chExt cx="331500" cy="331500"/>
          </a:xfrm>
        </p:grpSpPr>
        <p:sp>
          <p:nvSpPr>
            <p:cNvPr id="3695" name="Google Shape;3695;p53"/>
            <p:cNvSpPr/>
            <p:nvPr/>
          </p:nvSpPr>
          <p:spPr>
            <a:xfrm>
              <a:off x="7437750" y="2906923"/>
              <a:ext cx="192600" cy="19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7" name="Google Shape;3667;p53"/>
            <p:cNvSpPr/>
            <p:nvPr/>
          </p:nvSpPr>
          <p:spPr>
            <a:xfrm>
              <a:off x="7368299" y="2840549"/>
              <a:ext cx="331500" cy="331500"/>
            </a:xfrm>
            <a:prstGeom prst="ellipse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96" name="Google Shape;3696;p53"/>
          <p:cNvGrpSpPr/>
          <p:nvPr/>
        </p:nvGrpSpPr>
        <p:grpSpPr>
          <a:xfrm>
            <a:off x="1503809" y="3229693"/>
            <a:ext cx="331500" cy="331500"/>
            <a:chOff x="1443599" y="2835362"/>
            <a:chExt cx="331500" cy="331500"/>
          </a:xfrm>
        </p:grpSpPr>
        <p:sp>
          <p:nvSpPr>
            <p:cNvPr id="3697" name="Google Shape;3697;p53"/>
            <p:cNvSpPr/>
            <p:nvPr/>
          </p:nvSpPr>
          <p:spPr>
            <a:xfrm>
              <a:off x="1513650" y="2906923"/>
              <a:ext cx="192000" cy="19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1" name="Google Shape;3661;p53"/>
            <p:cNvSpPr/>
            <p:nvPr/>
          </p:nvSpPr>
          <p:spPr>
            <a:xfrm>
              <a:off x="1443599" y="2835362"/>
              <a:ext cx="331500" cy="331500"/>
            </a:xfrm>
            <a:prstGeom prst="ellipse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2758;p34">
            <a:extLst>
              <a:ext uri="{FF2B5EF4-FFF2-40B4-BE49-F238E27FC236}">
                <a16:creationId xmlns:a16="http://schemas.microsoft.com/office/drawing/2014/main" id="{3A09F703-D9AC-6B11-4EE6-14E300081B95}"/>
              </a:ext>
            </a:extLst>
          </p:cNvPr>
          <p:cNvSpPr txBox="1">
            <a:spLocks/>
          </p:cNvSpPr>
          <p:nvPr/>
        </p:nvSpPr>
        <p:spPr>
          <a:xfrm>
            <a:off x="940162" y="-653757"/>
            <a:ext cx="2211021" cy="19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2000" dirty="0">
                <a:solidFill>
                  <a:schemeClr val="accent2"/>
                </a:solidFill>
              </a:rPr>
              <a:t>MechaGestionEX</a:t>
            </a:r>
            <a:endParaRPr lang="en-US" sz="1800" dirty="0"/>
          </a:p>
        </p:txBody>
      </p:sp>
      <p:pic>
        <p:nvPicPr>
          <p:cNvPr id="3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888DF8D7-1F39-0D96-6F15-0B22BE5DBF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0377" y="359266"/>
            <a:ext cx="2114268" cy="528567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0" name="Google Shape;3450;p50"/>
          <p:cNvSpPr txBox="1">
            <a:spLocks noGrp="1"/>
          </p:cNvSpPr>
          <p:nvPr>
            <p:ph type="title"/>
          </p:nvPr>
        </p:nvSpPr>
        <p:spPr>
          <a:xfrm>
            <a:off x="823337" y="737738"/>
            <a:ext cx="771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/>
              <a:t>CRONOGRAMA PARA EL </a:t>
            </a:r>
            <a:r>
              <a:rPr lang="en" sz="1800" dirty="0">
                <a:solidFill>
                  <a:schemeClr val="accent2"/>
                </a:solidFill>
              </a:rPr>
              <a:t>DESARROLLO</a:t>
            </a:r>
            <a:r>
              <a:rPr lang="en" sz="1800" dirty="0"/>
              <a:t> DEL PROYECTO</a:t>
            </a:r>
            <a:endParaRPr sz="1800" dirty="0"/>
          </a:p>
        </p:txBody>
      </p:sp>
      <p:graphicFrame>
        <p:nvGraphicFramePr>
          <p:cNvPr id="3451" name="Google Shape;3451;p50"/>
          <p:cNvGraphicFramePr/>
          <p:nvPr>
            <p:extLst>
              <p:ext uri="{D42A27DB-BD31-4B8C-83A1-F6EECF244321}">
                <p14:modId xmlns:p14="http://schemas.microsoft.com/office/powerpoint/2010/main" val="1018791189"/>
              </p:ext>
            </p:extLst>
          </p:nvPr>
        </p:nvGraphicFramePr>
        <p:xfrm>
          <a:off x="691262" y="1249895"/>
          <a:ext cx="7613125" cy="3451730"/>
        </p:xfrm>
        <a:graphic>
          <a:graphicData uri="http://schemas.openxmlformats.org/drawingml/2006/table">
            <a:tbl>
              <a:tblPr>
                <a:noFill/>
                <a:tableStyleId>{3DB1271F-E701-484A-95C6-EB249B6E4E4E}</a:tableStyleId>
              </a:tblPr>
              <a:tblGrid>
                <a:gridCol w="12364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35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16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1151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4357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dirty="0">
                          <a:solidFill>
                            <a:schemeClr val="lt1"/>
                          </a:solidFill>
                          <a:latin typeface="PT Sans"/>
                          <a:ea typeface="PT Sans"/>
                          <a:cs typeface="PT Sans"/>
                          <a:sym typeface="PT Sans"/>
                        </a:rPr>
                        <a:t>FASE 1</a:t>
                      </a:r>
                      <a:endParaRPr sz="1200" b="1" dirty="0">
                        <a:solidFill>
                          <a:schemeClr val="lt1"/>
                        </a:solidFill>
                        <a:latin typeface="PT Sans"/>
                        <a:ea typeface="PT Sans"/>
                        <a:cs typeface="PT Sans"/>
                        <a:sym typeface="PT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gradFill>
                      <a:gsLst>
                        <a:gs pos="0">
                          <a:schemeClr val="lt2"/>
                        </a:gs>
                        <a:gs pos="100000">
                          <a:schemeClr val="accent2"/>
                        </a:gs>
                      </a:gsLst>
                      <a:lin ang="2698631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200" b="1" dirty="0">
                          <a:solidFill>
                            <a:schemeClr val="lt1"/>
                          </a:solidFill>
                          <a:latin typeface="PT Sans"/>
                          <a:ea typeface="PT Sans"/>
                          <a:cs typeface="PT Sans"/>
                          <a:sym typeface="PT Sans"/>
                        </a:rPr>
                        <a:t>FASE 2</a:t>
                      </a:r>
                      <a:endParaRPr sz="1050" dirty="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gradFill>
                      <a:gsLst>
                        <a:gs pos="0">
                          <a:schemeClr val="lt2"/>
                        </a:gs>
                        <a:gs pos="100000">
                          <a:schemeClr val="accent2"/>
                        </a:gs>
                      </a:gsLst>
                      <a:lin ang="2698631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200" b="1" dirty="0">
                          <a:solidFill>
                            <a:schemeClr val="lt1"/>
                          </a:solidFill>
                          <a:latin typeface="PT Sans"/>
                          <a:ea typeface="PT Sans"/>
                          <a:cs typeface="PT Sans"/>
                          <a:sym typeface="PT Sans"/>
                        </a:rPr>
                        <a:t>FASE 3</a:t>
                      </a:r>
                      <a:endParaRPr sz="1050" dirty="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gradFill>
                      <a:gsLst>
                        <a:gs pos="0">
                          <a:schemeClr val="lt2"/>
                        </a:gs>
                        <a:gs pos="100000">
                          <a:schemeClr val="accent2"/>
                        </a:gs>
                      </a:gsLst>
                      <a:lin ang="2698631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03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50" b="1" dirty="0" err="1">
                          <a:solidFill>
                            <a:schemeClr val="bg1"/>
                          </a:solidFill>
                          <a:latin typeface="PT Sans"/>
                          <a:ea typeface="PT Sans"/>
                          <a:cs typeface="PT Sans"/>
                          <a:sym typeface="PT Sans"/>
                        </a:rPr>
                        <a:t>Análisis</a:t>
                      </a: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PT Sans"/>
                          <a:ea typeface="PT Sans"/>
                          <a:cs typeface="PT Sans"/>
                          <a:sym typeface="PT Sans"/>
                        </a:rPr>
                        <a:t> y </a:t>
                      </a:r>
                      <a:r>
                        <a:rPr lang="en-US" sz="1050" b="1" dirty="0" err="1">
                          <a:solidFill>
                            <a:schemeClr val="bg1"/>
                          </a:solidFill>
                          <a:latin typeface="PT Sans"/>
                          <a:ea typeface="PT Sans"/>
                          <a:cs typeface="PT Sans"/>
                          <a:sym typeface="PT Sans"/>
                        </a:rPr>
                        <a:t>diseño</a:t>
                      </a: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PT Sans"/>
                          <a:ea typeface="PT Sans"/>
                          <a:cs typeface="PT Sans"/>
                          <a:sym typeface="PT Sans"/>
                        </a:rPr>
                        <a:t> </a:t>
                      </a:r>
                      <a:r>
                        <a:rPr lang="en-US" sz="1050" b="1" dirty="0" err="1">
                          <a:solidFill>
                            <a:schemeClr val="bg1"/>
                          </a:solidFill>
                          <a:latin typeface="PT Sans"/>
                          <a:ea typeface="PT Sans"/>
                          <a:cs typeface="PT Sans"/>
                          <a:sym typeface="PT Sans"/>
                        </a:rPr>
                        <a:t>inicial</a:t>
                      </a:r>
                      <a:endParaRPr lang="en-US" sz="1050" b="1" dirty="0">
                        <a:solidFill>
                          <a:schemeClr val="bg1"/>
                        </a:solidFill>
                        <a:latin typeface="PT Sans"/>
                        <a:ea typeface="PT Sans"/>
                        <a:cs typeface="PT Sans"/>
                        <a:sym typeface="PT Sans"/>
                      </a:endParaRPr>
                    </a:p>
                  </a:txBody>
                  <a:tcPr marL="91425" marR="18287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gradFill>
                      <a:gsLst>
                        <a:gs pos="0">
                          <a:schemeClr val="lt2"/>
                        </a:gs>
                        <a:gs pos="100000">
                          <a:schemeClr val="accent2"/>
                        </a:gs>
                      </a:gsLst>
                      <a:lin ang="2698631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bg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</a:rPr>
                        <a:t>S1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sz="800" dirty="0" err="1">
                          <a:solidFill>
                            <a:schemeClr val="bg1"/>
                          </a:solidFill>
                        </a:rPr>
                        <a:t>Levantamiento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 de </a:t>
                      </a:r>
                      <a:r>
                        <a:rPr lang="en-US" sz="800" dirty="0" err="1">
                          <a:solidFill>
                            <a:schemeClr val="bg1"/>
                          </a:solidFill>
                        </a:rPr>
                        <a:t>requerimientos</a:t>
                      </a:r>
                      <a:endParaRPr lang="en-US" sz="800" dirty="0">
                        <a:solidFill>
                          <a:schemeClr val="bg1"/>
                        </a:solidFill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bg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</a:rPr>
                        <a:t>S2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sz="800" dirty="0" err="1">
                          <a:solidFill>
                            <a:schemeClr val="bg1"/>
                          </a:solidFill>
                        </a:rPr>
                        <a:t>Definición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 de </a:t>
                      </a:r>
                      <a:r>
                        <a:rPr lang="en-US" sz="800" dirty="0" err="1">
                          <a:solidFill>
                            <a:schemeClr val="bg1"/>
                          </a:solidFill>
                        </a:rPr>
                        <a:t>módulos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bg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</a:rPr>
                        <a:t>S3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sz="800" dirty="0" err="1">
                          <a:solidFill>
                            <a:schemeClr val="bg1"/>
                          </a:solidFill>
                        </a:rPr>
                        <a:t>Diseño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 de </a:t>
                      </a:r>
                      <a:r>
                        <a:rPr lang="en-US" sz="800" dirty="0" err="1">
                          <a:solidFill>
                            <a:schemeClr val="bg1"/>
                          </a:solidFill>
                        </a:rPr>
                        <a:t>arquitectura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bg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</a:rPr>
                        <a:t>S4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sz="800" dirty="0" err="1">
                          <a:solidFill>
                            <a:schemeClr val="bg1"/>
                          </a:solidFill>
                        </a:rPr>
                        <a:t>Configuración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 de </a:t>
                      </a:r>
                      <a:r>
                        <a:rPr lang="en-US" sz="800" dirty="0" err="1">
                          <a:solidFill>
                            <a:schemeClr val="bg1"/>
                          </a:solidFill>
                        </a:rPr>
                        <a:t>entorno</a:t>
                      </a:r>
                      <a:endParaRPr lang="en-US" sz="800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/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/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648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50" b="1" dirty="0">
                          <a:solidFill>
                            <a:schemeClr val="lt1"/>
                          </a:solidFill>
                          <a:latin typeface="PT Sans"/>
                          <a:ea typeface="PT Sans"/>
                          <a:cs typeface="PT Sans"/>
                          <a:sym typeface="PT Sans"/>
                        </a:rPr>
                        <a:t> Desarrollo e implementación del sistema</a:t>
                      </a:r>
                    </a:p>
                  </a:txBody>
                  <a:tcPr marL="91425" marR="18287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gradFill>
                      <a:gsLst>
                        <a:gs pos="0">
                          <a:schemeClr val="lt2"/>
                        </a:gs>
                        <a:gs pos="100000">
                          <a:schemeClr val="accent2"/>
                        </a:gs>
                      </a:gsLst>
                      <a:lin ang="2698631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/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bg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S5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Desarrollo del 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módulo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de 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clientes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.</a:t>
                      </a: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bg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S6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Módulo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de 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vehículos</a:t>
                      </a:r>
                      <a:endParaRPr kumimoji="0" lang="en-US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Arial"/>
                        <a:cs typeface="Arial"/>
                        <a:sym typeface="Aria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bg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S7 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Módulo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de 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atenciones</a:t>
                      </a:r>
                      <a:endParaRPr kumimoji="0" lang="en-US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Arial"/>
                        <a:cs typeface="Arial"/>
                        <a:sym typeface="Aria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bg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S8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kumimoji="0" lang="es-E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Gestión de roles y usuarios</a:t>
                      </a: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bg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S9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Integración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base de login</a:t>
                      </a: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bg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S10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 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Construcción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de vistas 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principales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. </a:t>
                      </a: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bg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S11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Conexión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con SQL Server</a:t>
                      </a: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bg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S12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Pruebas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parciales</a:t>
                      </a:r>
                      <a:endParaRPr kumimoji="0" lang="en-US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Arial"/>
                        <a:cs typeface="Arial"/>
                        <a:sym typeface="Aria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bg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S13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kumimoji="0" lang="es-E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Ajustes del sistema y correcciones </a:t>
                      </a: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bg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S14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Documentación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técnica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.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/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102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50" b="1" dirty="0">
                          <a:solidFill>
                            <a:schemeClr val="lt1"/>
                          </a:solidFill>
                          <a:latin typeface="PT Sans"/>
                          <a:ea typeface="PT Sans"/>
                          <a:cs typeface="PT Sans"/>
                          <a:sym typeface="PT Sans"/>
                        </a:rPr>
                        <a:t> </a:t>
                      </a:r>
                      <a:r>
                        <a:rPr lang="en-US" sz="1050" b="1" dirty="0" err="1">
                          <a:solidFill>
                            <a:schemeClr val="lt1"/>
                          </a:solidFill>
                          <a:latin typeface="PT Sans"/>
                          <a:ea typeface="PT Sans"/>
                          <a:cs typeface="PT Sans"/>
                          <a:sym typeface="PT Sans"/>
                        </a:rPr>
                        <a:t>Pruebas</a:t>
                      </a:r>
                      <a:r>
                        <a:rPr lang="en-US" sz="1050" b="1" dirty="0">
                          <a:solidFill>
                            <a:schemeClr val="lt1"/>
                          </a:solidFill>
                          <a:latin typeface="PT Sans"/>
                          <a:ea typeface="PT Sans"/>
                          <a:cs typeface="PT Sans"/>
                          <a:sym typeface="PT Sans"/>
                        </a:rPr>
                        <a:t> finales y </a:t>
                      </a:r>
                      <a:r>
                        <a:rPr lang="en-US" sz="1050" b="1" dirty="0" err="1">
                          <a:solidFill>
                            <a:schemeClr val="lt1"/>
                          </a:solidFill>
                          <a:latin typeface="PT Sans"/>
                          <a:ea typeface="PT Sans"/>
                          <a:cs typeface="PT Sans"/>
                          <a:sym typeface="PT Sans"/>
                        </a:rPr>
                        <a:t>presentación</a:t>
                      </a:r>
                      <a:endParaRPr lang="en-US" sz="1050" b="1" dirty="0">
                        <a:solidFill>
                          <a:schemeClr val="lt1"/>
                        </a:solidFill>
                        <a:latin typeface="PT Sans"/>
                        <a:ea typeface="PT Sans"/>
                        <a:cs typeface="PT Sans"/>
                        <a:sym typeface="PT Sans"/>
                      </a:endParaRPr>
                    </a:p>
                  </a:txBody>
                  <a:tcPr marL="91425" marR="18287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gradFill>
                      <a:gsLst>
                        <a:gs pos="0">
                          <a:schemeClr val="lt2"/>
                        </a:gs>
                        <a:gs pos="100000">
                          <a:schemeClr val="accent2"/>
                        </a:gs>
                      </a:gsLst>
                      <a:lin ang="2698631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/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/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S15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Pruebas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integrales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S16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Correcciones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finales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S17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 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Preparación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ppt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S18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kumimoji="0" 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Preparación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 DEMO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3452" name="Google Shape;3452;p50"/>
          <p:cNvGrpSpPr/>
          <p:nvPr/>
        </p:nvGrpSpPr>
        <p:grpSpPr>
          <a:xfrm rot="-5400000">
            <a:off x="8110314" y="2450703"/>
            <a:ext cx="883262" cy="242091"/>
            <a:chOff x="2300350" y="2601250"/>
            <a:chExt cx="2275275" cy="623625"/>
          </a:xfrm>
        </p:grpSpPr>
        <p:sp>
          <p:nvSpPr>
            <p:cNvPr id="3453" name="Google Shape;3453;p50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4" name="Google Shape;3454;p50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5" name="Google Shape;3455;p50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6" name="Google Shape;3456;p50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7" name="Google Shape;3457;p50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8" name="Google Shape;3458;p50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59" name="Google Shape;3459;p50"/>
          <p:cNvGrpSpPr/>
          <p:nvPr/>
        </p:nvGrpSpPr>
        <p:grpSpPr>
          <a:xfrm>
            <a:off x="5343367" y="251416"/>
            <a:ext cx="1105976" cy="133969"/>
            <a:chOff x="8183182" y="663852"/>
            <a:chExt cx="1475028" cy="178673"/>
          </a:xfrm>
        </p:grpSpPr>
        <p:grpSp>
          <p:nvGrpSpPr>
            <p:cNvPr id="3460" name="Google Shape;3460;p50"/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3461" name="Google Shape;3461;p50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2" name="Google Shape;3462;p50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3" name="Google Shape;3463;p50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4" name="Google Shape;3464;p50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5" name="Google Shape;3465;p50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6" name="Google Shape;3466;p50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7" name="Google Shape;3467;p50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8" name="Google Shape;3468;p50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9" name="Google Shape;3469;p50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0" name="Google Shape;3470;p50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471" name="Google Shape;3471;p50"/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3472" name="Google Shape;3472;p50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3" name="Google Shape;3473;p50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4" name="Google Shape;3474;p50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5" name="Google Shape;3475;p50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6" name="Google Shape;3476;p50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7" name="Google Shape;3477;p50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8" name="Google Shape;3478;p50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9" name="Google Shape;3479;p50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0" name="Google Shape;3480;p50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1" name="Google Shape;3481;p50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82" name="Google Shape;3482;p50"/>
          <p:cNvGrpSpPr/>
          <p:nvPr/>
        </p:nvGrpSpPr>
        <p:grpSpPr>
          <a:xfrm rot="5400000">
            <a:off x="4199250" y="4304299"/>
            <a:ext cx="98902" cy="553090"/>
            <a:chOff x="4898850" y="4820550"/>
            <a:chExt cx="98902" cy="553090"/>
          </a:xfrm>
        </p:grpSpPr>
        <p:sp>
          <p:nvSpPr>
            <p:cNvPr id="3483" name="Google Shape;3483;p50"/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4" name="Google Shape;3484;p50"/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5" name="Google Shape;3485;p50"/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6" name="Google Shape;3486;p50"/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7" name="Google Shape;3487;p50"/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24" name="Google Shape;3524;p50"/>
          <p:cNvGrpSpPr/>
          <p:nvPr/>
        </p:nvGrpSpPr>
        <p:grpSpPr>
          <a:xfrm flipH="1">
            <a:off x="-1562055" y="3490391"/>
            <a:ext cx="2297800" cy="347400"/>
            <a:chOff x="7644195" y="3512791"/>
            <a:chExt cx="2297800" cy="347400"/>
          </a:xfrm>
        </p:grpSpPr>
        <p:sp>
          <p:nvSpPr>
            <p:cNvPr id="3525" name="Google Shape;3525;p50"/>
            <p:cNvSpPr/>
            <p:nvPr/>
          </p:nvSpPr>
          <p:spPr>
            <a:xfrm flipH="1">
              <a:off x="7947295" y="3792091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6" name="Google Shape;3526;p50"/>
            <p:cNvSpPr/>
            <p:nvPr/>
          </p:nvSpPr>
          <p:spPr>
            <a:xfrm flipH="1">
              <a:off x="7644195" y="3512791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2758;p34">
            <a:extLst>
              <a:ext uri="{FF2B5EF4-FFF2-40B4-BE49-F238E27FC236}">
                <a16:creationId xmlns:a16="http://schemas.microsoft.com/office/drawing/2014/main" id="{845C3E9E-862D-A0AF-2210-8ACAE11379F5}"/>
              </a:ext>
            </a:extLst>
          </p:cNvPr>
          <p:cNvSpPr txBox="1">
            <a:spLocks/>
          </p:cNvSpPr>
          <p:nvPr/>
        </p:nvSpPr>
        <p:spPr>
          <a:xfrm>
            <a:off x="627167" y="0"/>
            <a:ext cx="2211021" cy="772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2000" dirty="0">
                <a:solidFill>
                  <a:schemeClr val="accent2"/>
                </a:solidFill>
              </a:rPr>
              <a:t>MechaGestionEX</a:t>
            </a:r>
            <a:endParaRPr lang="en-US" sz="1800" dirty="0"/>
          </a:p>
        </p:txBody>
      </p:sp>
      <p:pic>
        <p:nvPicPr>
          <p:cNvPr id="3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FDD8ED67-6560-10C3-8BDF-5A636951DA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7109" y="118800"/>
            <a:ext cx="2114268" cy="528567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0">
          <a:extLst>
            <a:ext uri="{FF2B5EF4-FFF2-40B4-BE49-F238E27FC236}">
              <a16:creationId xmlns:a16="http://schemas.microsoft.com/office/drawing/2014/main" id="{3B7B7EF6-9828-4523-52D5-2E03B2F45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1" name="Google Shape;4061;p61">
            <a:extLst>
              <a:ext uri="{FF2B5EF4-FFF2-40B4-BE49-F238E27FC236}">
                <a16:creationId xmlns:a16="http://schemas.microsoft.com/office/drawing/2014/main" id="{1633834E-3DAA-FA86-4993-D402669741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100" y="539400"/>
            <a:ext cx="771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ARQUITECTURA DEL </a:t>
            </a:r>
            <a:r>
              <a:rPr lang="en" sz="2400" dirty="0">
                <a:solidFill>
                  <a:schemeClr val="accent2"/>
                </a:solidFill>
              </a:rPr>
              <a:t>SOFTWARE</a:t>
            </a:r>
            <a:endParaRPr sz="2400" dirty="0">
              <a:solidFill>
                <a:schemeClr val="accent2"/>
              </a:solidFill>
            </a:endParaRPr>
          </a:p>
        </p:txBody>
      </p:sp>
      <p:grpSp>
        <p:nvGrpSpPr>
          <p:cNvPr id="4098" name="Google Shape;4098;p61">
            <a:extLst>
              <a:ext uri="{FF2B5EF4-FFF2-40B4-BE49-F238E27FC236}">
                <a16:creationId xmlns:a16="http://schemas.microsoft.com/office/drawing/2014/main" id="{996BE794-8EF1-CB02-A87E-B29157D1FAE6}"/>
              </a:ext>
            </a:extLst>
          </p:cNvPr>
          <p:cNvGrpSpPr/>
          <p:nvPr/>
        </p:nvGrpSpPr>
        <p:grpSpPr>
          <a:xfrm rot="5400000">
            <a:off x="6815450" y="4206050"/>
            <a:ext cx="98902" cy="553090"/>
            <a:chOff x="4898850" y="4820550"/>
            <a:chExt cx="98902" cy="553090"/>
          </a:xfrm>
        </p:grpSpPr>
        <p:sp>
          <p:nvSpPr>
            <p:cNvPr id="4099" name="Google Shape;4099;p61">
              <a:extLst>
                <a:ext uri="{FF2B5EF4-FFF2-40B4-BE49-F238E27FC236}">
                  <a16:creationId xmlns:a16="http://schemas.microsoft.com/office/drawing/2014/main" id="{88FDD71E-5FB2-0D52-8D16-7B17E210391C}"/>
                </a:ext>
              </a:extLst>
            </p:cNvPr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0" name="Google Shape;4100;p61">
              <a:extLst>
                <a:ext uri="{FF2B5EF4-FFF2-40B4-BE49-F238E27FC236}">
                  <a16:creationId xmlns:a16="http://schemas.microsoft.com/office/drawing/2014/main" id="{B2724119-D854-0B2A-B73D-23291D219564}"/>
                </a:ext>
              </a:extLst>
            </p:cNvPr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1" name="Google Shape;4101;p61">
              <a:extLst>
                <a:ext uri="{FF2B5EF4-FFF2-40B4-BE49-F238E27FC236}">
                  <a16:creationId xmlns:a16="http://schemas.microsoft.com/office/drawing/2014/main" id="{EDC800E6-ED7B-D262-789E-511629B330CB}"/>
                </a:ext>
              </a:extLst>
            </p:cNvPr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2" name="Google Shape;4102;p61">
              <a:extLst>
                <a:ext uri="{FF2B5EF4-FFF2-40B4-BE49-F238E27FC236}">
                  <a16:creationId xmlns:a16="http://schemas.microsoft.com/office/drawing/2014/main" id="{8CE6044A-2666-67F8-11A9-2539D7AB4BEF}"/>
                </a:ext>
              </a:extLst>
            </p:cNvPr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3" name="Google Shape;4103;p61">
              <a:extLst>
                <a:ext uri="{FF2B5EF4-FFF2-40B4-BE49-F238E27FC236}">
                  <a16:creationId xmlns:a16="http://schemas.microsoft.com/office/drawing/2014/main" id="{4B681F10-4271-1779-559E-1D7EC5C09202}"/>
                </a:ext>
              </a:extLst>
            </p:cNvPr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04" name="Google Shape;4104;p61">
            <a:extLst>
              <a:ext uri="{FF2B5EF4-FFF2-40B4-BE49-F238E27FC236}">
                <a16:creationId xmlns:a16="http://schemas.microsoft.com/office/drawing/2014/main" id="{E67E6D07-2291-6CF1-CE5E-4EF829497E53}"/>
              </a:ext>
            </a:extLst>
          </p:cNvPr>
          <p:cNvGrpSpPr/>
          <p:nvPr/>
        </p:nvGrpSpPr>
        <p:grpSpPr>
          <a:xfrm rot="-5400000">
            <a:off x="8263914" y="1082628"/>
            <a:ext cx="883262" cy="242091"/>
            <a:chOff x="2300350" y="2601250"/>
            <a:chExt cx="2275275" cy="623625"/>
          </a:xfrm>
        </p:grpSpPr>
        <p:sp>
          <p:nvSpPr>
            <p:cNvPr id="4105" name="Google Shape;4105;p61">
              <a:extLst>
                <a:ext uri="{FF2B5EF4-FFF2-40B4-BE49-F238E27FC236}">
                  <a16:creationId xmlns:a16="http://schemas.microsoft.com/office/drawing/2014/main" id="{EDB13425-FF4B-D93C-07E4-8A852FB9BE1A}"/>
                </a:ext>
              </a:extLst>
            </p:cNvPr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6" name="Google Shape;4106;p61">
              <a:extLst>
                <a:ext uri="{FF2B5EF4-FFF2-40B4-BE49-F238E27FC236}">
                  <a16:creationId xmlns:a16="http://schemas.microsoft.com/office/drawing/2014/main" id="{5073DF8F-54DB-FCDE-3F85-08FBEE7BC0BC}"/>
                </a:ext>
              </a:extLst>
            </p:cNvPr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7" name="Google Shape;4107;p61">
              <a:extLst>
                <a:ext uri="{FF2B5EF4-FFF2-40B4-BE49-F238E27FC236}">
                  <a16:creationId xmlns:a16="http://schemas.microsoft.com/office/drawing/2014/main" id="{8536AAD9-AF93-BA5D-4524-F1E88A8E4533}"/>
                </a:ext>
              </a:extLst>
            </p:cNvPr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8" name="Google Shape;4108;p61">
              <a:extLst>
                <a:ext uri="{FF2B5EF4-FFF2-40B4-BE49-F238E27FC236}">
                  <a16:creationId xmlns:a16="http://schemas.microsoft.com/office/drawing/2014/main" id="{8287CC40-0468-8B3F-F814-BB3A67E3FE10}"/>
                </a:ext>
              </a:extLst>
            </p:cNvPr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9" name="Google Shape;4109;p61">
              <a:extLst>
                <a:ext uri="{FF2B5EF4-FFF2-40B4-BE49-F238E27FC236}">
                  <a16:creationId xmlns:a16="http://schemas.microsoft.com/office/drawing/2014/main" id="{F96D6206-F393-EBEA-9E0C-86E168F1C7E5}"/>
                </a:ext>
              </a:extLst>
            </p:cNvPr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0" name="Google Shape;4110;p61">
              <a:extLst>
                <a:ext uri="{FF2B5EF4-FFF2-40B4-BE49-F238E27FC236}">
                  <a16:creationId xmlns:a16="http://schemas.microsoft.com/office/drawing/2014/main" id="{83FF8E79-C358-D61F-91EC-9567DABAF48F}"/>
                </a:ext>
              </a:extLst>
            </p:cNvPr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11" name="Google Shape;4111;p61">
            <a:extLst>
              <a:ext uri="{FF2B5EF4-FFF2-40B4-BE49-F238E27FC236}">
                <a16:creationId xmlns:a16="http://schemas.microsoft.com/office/drawing/2014/main" id="{344E3B22-D671-787F-28C7-7B91039FD6EF}"/>
              </a:ext>
            </a:extLst>
          </p:cNvPr>
          <p:cNvGrpSpPr/>
          <p:nvPr/>
        </p:nvGrpSpPr>
        <p:grpSpPr>
          <a:xfrm>
            <a:off x="1169392" y="1050642"/>
            <a:ext cx="1105976" cy="133969"/>
            <a:chOff x="8183182" y="663852"/>
            <a:chExt cx="1475028" cy="178673"/>
          </a:xfrm>
        </p:grpSpPr>
        <p:grpSp>
          <p:nvGrpSpPr>
            <p:cNvPr id="4112" name="Google Shape;4112;p61">
              <a:extLst>
                <a:ext uri="{FF2B5EF4-FFF2-40B4-BE49-F238E27FC236}">
                  <a16:creationId xmlns:a16="http://schemas.microsoft.com/office/drawing/2014/main" id="{737D4DB9-E35D-9A20-5A45-AEE2DE2092D0}"/>
                </a:ext>
              </a:extLst>
            </p:cNvPr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4113" name="Google Shape;4113;p61">
                <a:extLst>
                  <a:ext uri="{FF2B5EF4-FFF2-40B4-BE49-F238E27FC236}">
                    <a16:creationId xmlns:a16="http://schemas.microsoft.com/office/drawing/2014/main" id="{819A76C9-4DAA-8F0A-93D1-E5C8E67E0775}"/>
                  </a:ext>
                </a:extLst>
              </p:cNvPr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4" name="Google Shape;4114;p61">
                <a:extLst>
                  <a:ext uri="{FF2B5EF4-FFF2-40B4-BE49-F238E27FC236}">
                    <a16:creationId xmlns:a16="http://schemas.microsoft.com/office/drawing/2014/main" id="{599C1326-2BF7-6751-A1D1-6F9247B05959}"/>
                  </a:ext>
                </a:extLst>
              </p:cNvPr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5" name="Google Shape;4115;p61">
                <a:extLst>
                  <a:ext uri="{FF2B5EF4-FFF2-40B4-BE49-F238E27FC236}">
                    <a16:creationId xmlns:a16="http://schemas.microsoft.com/office/drawing/2014/main" id="{6FFA7CC3-B192-2A3A-7558-900DD809A2FC}"/>
                  </a:ext>
                </a:extLst>
              </p:cNvPr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6" name="Google Shape;4116;p61">
                <a:extLst>
                  <a:ext uri="{FF2B5EF4-FFF2-40B4-BE49-F238E27FC236}">
                    <a16:creationId xmlns:a16="http://schemas.microsoft.com/office/drawing/2014/main" id="{FBFD7EDD-304E-631C-CB33-B0CAAB533D00}"/>
                  </a:ext>
                </a:extLst>
              </p:cNvPr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7" name="Google Shape;4117;p61">
                <a:extLst>
                  <a:ext uri="{FF2B5EF4-FFF2-40B4-BE49-F238E27FC236}">
                    <a16:creationId xmlns:a16="http://schemas.microsoft.com/office/drawing/2014/main" id="{D9263005-DB6D-ED3B-A291-0861F1142474}"/>
                  </a:ext>
                </a:extLst>
              </p:cNvPr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8" name="Google Shape;4118;p61">
                <a:extLst>
                  <a:ext uri="{FF2B5EF4-FFF2-40B4-BE49-F238E27FC236}">
                    <a16:creationId xmlns:a16="http://schemas.microsoft.com/office/drawing/2014/main" id="{0D31497C-F67C-974A-CB45-B21B19CF2951}"/>
                  </a:ext>
                </a:extLst>
              </p:cNvPr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9" name="Google Shape;4119;p61">
                <a:extLst>
                  <a:ext uri="{FF2B5EF4-FFF2-40B4-BE49-F238E27FC236}">
                    <a16:creationId xmlns:a16="http://schemas.microsoft.com/office/drawing/2014/main" id="{C29F06BC-2C5D-2FE7-A8F0-3554338056B2}"/>
                  </a:ext>
                </a:extLst>
              </p:cNvPr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0" name="Google Shape;4120;p61">
                <a:extLst>
                  <a:ext uri="{FF2B5EF4-FFF2-40B4-BE49-F238E27FC236}">
                    <a16:creationId xmlns:a16="http://schemas.microsoft.com/office/drawing/2014/main" id="{BE74CAAC-8E7E-F05D-98D0-E342F4202DC9}"/>
                  </a:ext>
                </a:extLst>
              </p:cNvPr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1" name="Google Shape;4121;p61">
                <a:extLst>
                  <a:ext uri="{FF2B5EF4-FFF2-40B4-BE49-F238E27FC236}">
                    <a16:creationId xmlns:a16="http://schemas.microsoft.com/office/drawing/2014/main" id="{5557D712-57D9-EEB1-067C-763A770A3150}"/>
                  </a:ext>
                </a:extLst>
              </p:cNvPr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2" name="Google Shape;4122;p61">
                <a:extLst>
                  <a:ext uri="{FF2B5EF4-FFF2-40B4-BE49-F238E27FC236}">
                    <a16:creationId xmlns:a16="http://schemas.microsoft.com/office/drawing/2014/main" id="{4EB5B376-53D9-79AC-F49A-E7E34B13821E}"/>
                  </a:ext>
                </a:extLst>
              </p:cNvPr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123" name="Google Shape;4123;p61">
              <a:extLst>
                <a:ext uri="{FF2B5EF4-FFF2-40B4-BE49-F238E27FC236}">
                  <a16:creationId xmlns:a16="http://schemas.microsoft.com/office/drawing/2014/main" id="{EA33501F-DCE4-EB43-2B25-A3A4C372CFDA}"/>
                </a:ext>
              </a:extLst>
            </p:cNvPr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4124" name="Google Shape;4124;p61">
                <a:extLst>
                  <a:ext uri="{FF2B5EF4-FFF2-40B4-BE49-F238E27FC236}">
                    <a16:creationId xmlns:a16="http://schemas.microsoft.com/office/drawing/2014/main" id="{B2701551-82FB-2C81-12BA-2BF82C865521}"/>
                  </a:ext>
                </a:extLst>
              </p:cNvPr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5" name="Google Shape;4125;p61">
                <a:extLst>
                  <a:ext uri="{FF2B5EF4-FFF2-40B4-BE49-F238E27FC236}">
                    <a16:creationId xmlns:a16="http://schemas.microsoft.com/office/drawing/2014/main" id="{18100061-EAF0-8E2E-2B55-6762F56DF238}"/>
                  </a:ext>
                </a:extLst>
              </p:cNvPr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6" name="Google Shape;4126;p61">
                <a:extLst>
                  <a:ext uri="{FF2B5EF4-FFF2-40B4-BE49-F238E27FC236}">
                    <a16:creationId xmlns:a16="http://schemas.microsoft.com/office/drawing/2014/main" id="{EA488E96-6165-8420-D1E9-CDD25A3AE5DA}"/>
                  </a:ext>
                </a:extLst>
              </p:cNvPr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7" name="Google Shape;4127;p61">
                <a:extLst>
                  <a:ext uri="{FF2B5EF4-FFF2-40B4-BE49-F238E27FC236}">
                    <a16:creationId xmlns:a16="http://schemas.microsoft.com/office/drawing/2014/main" id="{5586C00B-8EEB-8B71-E384-7EA5D144FF3A}"/>
                  </a:ext>
                </a:extLst>
              </p:cNvPr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8" name="Google Shape;4128;p61">
                <a:extLst>
                  <a:ext uri="{FF2B5EF4-FFF2-40B4-BE49-F238E27FC236}">
                    <a16:creationId xmlns:a16="http://schemas.microsoft.com/office/drawing/2014/main" id="{9E6D9384-CC57-A791-F7BB-63D9314AFC3E}"/>
                  </a:ext>
                </a:extLst>
              </p:cNvPr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9" name="Google Shape;4129;p61">
                <a:extLst>
                  <a:ext uri="{FF2B5EF4-FFF2-40B4-BE49-F238E27FC236}">
                    <a16:creationId xmlns:a16="http://schemas.microsoft.com/office/drawing/2014/main" id="{E2708F52-B7EC-96B1-5387-6025EAEBB7C1}"/>
                  </a:ext>
                </a:extLst>
              </p:cNvPr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0" name="Google Shape;4130;p61">
                <a:extLst>
                  <a:ext uri="{FF2B5EF4-FFF2-40B4-BE49-F238E27FC236}">
                    <a16:creationId xmlns:a16="http://schemas.microsoft.com/office/drawing/2014/main" id="{3601414E-DFE5-13D4-FEA5-942B4BA01DFA}"/>
                  </a:ext>
                </a:extLst>
              </p:cNvPr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1" name="Google Shape;4131;p61">
                <a:extLst>
                  <a:ext uri="{FF2B5EF4-FFF2-40B4-BE49-F238E27FC236}">
                    <a16:creationId xmlns:a16="http://schemas.microsoft.com/office/drawing/2014/main" id="{BADFA5AA-278B-EA05-3C3A-1A031EA008EA}"/>
                  </a:ext>
                </a:extLst>
              </p:cNvPr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2" name="Google Shape;4132;p61">
                <a:extLst>
                  <a:ext uri="{FF2B5EF4-FFF2-40B4-BE49-F238E27FC236}">
                    <a16:creationId xmlns:a16="http://schemas.microsoft.com/office/drawing/2014/main" id="{26E07267-F9C6-85DD-73C5-FC705151EC15}"/>
                  </a:ext>
                </a:extLst>
              </p:cNvPr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3" name="Google Shape;4133;p61">
                <a:extLst>
                  <a:ext uri="{FF2B5EF4-FFF2-40B4-BE49-F238E27FC236}">
                    <a16:creationId xmlns:a16="http://schemas.microsoft.com/office/drawing/2014/main" id="{9B8410A5-71A4-246D-5B43-AC7260E5352F}"/>
                  </a:ext>
                </a:extLst>
              </p:cNvPr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Google Shape;2758;p34">
            <a:extLst>
              <a:ext uri="{FF2B5EF4-FFF2-40B4-BE49-F238E27FC236}">
                <a16:creationId xmlns:a16="http://schemas.microsoft.com/office/drawing/2014/main" id="{C019AB1F-939E-A1E9-4B98-F7F2F09E2D5B}"/>
              </a:ext>
            </a:extLst>
          </p:cNvPr>
          <p:cNvSpPr txBox="1">
            <a:spLocks/>
          </p:cNvSpPr>
          <p:nvPr/>
        </p:nvSpPr>
        <p:spPr>
          <a:xfrm>
            <a:off x="627167" y="0"/>
            <a:ext cx="2211021" cy="772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2000" dirty="0">
                <a:solidFill>
                  <a:schemeClr val="accent2"/>
                </a:solidFill>
              </a:rPr>
              <a:t>MechaGestionEX</a:t>
            </a:r>
            <a:endParaRPr lang="en-US" sz="1800" dirty="0"/>
          </a:p>
        </p:txBody>
      </p:sp>
      <p:pic>
        <p:nvPicPr>
          <p:cNvPr id="3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491EDBEA-F7CE-7097-1321-E73F48D444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7109" y="118800"/>
            <a:ext cx="2114268" cy="528567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FE6C82F6-F93B-10DB-6FD1-BCECA923F28E}"/>
              </a:ext>
            </a:extLst>
          </p:cNvPr>
          <p:cNvGrpSpPr/>
          <p:nvPr/>
        </p:nvGrpSpPr>
        <p:grpSpPr>
          <a:xfrm>
            <a:off x="4194764" y="1258867"/>
            <a:ext cx="823050" cy="784235"/>
            <a:chOff x="957576" y="1641383"/>
            <a:chExt cx="1016700" cy="1016700"/>
          </a:xfrm>
        </p:grpSpPr>
        <p:sp>
          <p:nvSpPr>
            <p:cNvPr id="4074" name="Google Shape;4074;p61">
              <a:extLst>
                <a:ext uri="{FF2B5EF4-FFF2-40B4-BE49-F238E27FC236}">
                  <a16:creationId xmlns:a16="http://schemas.microsoft.com/office/drawing/2014/main" id="{F66BB907-1D2E-9134-C75D-6A6D69CCA7E4}"/>
                </a:ext>
              </a:extLst>
            </p:cNvPr>
            <p:cNvSpPr/>
            <p:nvPr/>
          </p:nvSpPr>
          <p:spPr>
            <a:xfrm>
              <a:off x="957576" y="1641383"/>
              <a:ext cx="1016700" cy="1016700"/>
            </a:xfrm>
            <a:prstGeom prst="ellipse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4" name="Imagen 24" descr="Icono&#10;&#10;El contenido generado por IA puede ser incorrecto.">
              <a:extLst>
                <a:ext uri="{FF2B5EF4-FFF2-40B4-BE49-F238E27FC236}">
                  <a16:creationId xmlns:a16="http://schemas.microsoft.com/office/drawing/2014/main" id="{5B6F454E-62EC-460F-38E6-2C81CEFC4B0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98050" y="1847855"/>
              <a:ext cx="532376" cy="531370"/>
            </a:xfrm>
            <a:prstGeom prst="rect">
              <a:avLst/>
            </a:prstGeom>
          </p:spPr>
        </p:pic>
      </p:grpSp>
      <p:sp>
        <p:nvSpPr>
          <p:cNvPr id="4075" name="Google Shape;4075;p61">
            <a:extLst>
              <a:ext uri="{FF2B5EF4-FFF2-40B4-BE49-F238E27FC236}">
                <a16:creationId xmlns:a16="http://schemas.microsoft.com/office/drawing/2014/main" id="{BF0F3D58-C811-D163-1952-C328FDA847BF}"/>
              </a:ext>
            </a:extLst>
          </p:cNvPr>
          <p:cNvSpPr/>
          <p:nvPr/>
        </p:nvSpPr>
        <p:spPr>
          <a:xfrm>
            <a:off x="7390209" y="2579816"/>
            <a:ext cx="823050" cy="784235"/>
          </a:xfrm>
          <a:prstGeom prst="ellipse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" name="Imagen 27" descr="Icono&#10;&#10;El contenido generado por IA puede ser incorrecto.">
            <a:extLst>
              <a:ext uri="{FF2B5EF4-FFF2-40B4-BE49-F238E27FC236}">
                <a16:creationId xmlns:a16="http://schemas.microsoft.com/office/drawing/2014/main" id="{862AFD69-502A-B9CD-CBB6-AD85F0C818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7594" y="2731309"/>
            <a:ext cx="466274" cy="466274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FDDE816F-BB51-B3D4-62D0-D8AEF978DCC1}"/>
              </a:ext>
            </a:extLst>
          </p:cNvPr>
          <p:cNvGrpSpPr/>
          <p:nvPr/>
        </p:nvGrpSpPr>
        <p:grpSpPr>
          <a:xfrm>
            <a:off x="1043079" y="2579817"/>
            <a:ext cx="823050" cy="784235"/>
            <a:chOff x="957576" y="3041348"/>
            <a:chExt cx="1016700" cy="1016700"/>
          </a:xfrm>
        </p:grpSpPr>
        <p:sp>
          <p:nvSpPr>
            <p:cNvPr id="4076" name="Google Shape;4076;p61">
              <a:extLst>
                <a:ext uri="{FF2B5EF4-FFF2-40B4-BE49-F238E27FC236}">
                  <a16:creationId xmlns:a16="http://schemas.microsoft.com/office/drawing/2014/main" id="{229BED60-F798-FA32-9F95-A905C873D40E}"/>
                </a:ext>
              </a:extLst>
            </p:cNvPr>
            <p:cNvSpPr/>
            <p:nvPr/>
          </p:nvSpPr>
          <p:spPr>
            <a:xfrm>
              <a:off x="957576" y="3041348"/>
              <a:ext cx="1016700" cy="1016700"/>
            </a:xfrm>
            <a:prstGeom prst="ellipse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" name="Google Shape;3305;p46">
              <a:extLst>
                <a:ext uri="{FF2B5EF4-FFF2-40B4-BE49-F238E27FC236}">
                  <a16:creationId xmlns:a16="http://schemas.microsoft.com/office/drawing/2014/main" id="{899571DD-4F2D-70B5-296A-7E9F4CBC1BB9}"/>
                </a:ext>
              </a:extLst>
            </p:cNvPr>
            <p:cNvGrpSpPr/>
            <p:nvPr/>
          </p:nvGrpSpPr>
          <p:grpSpPr>
            <a:xfrm>
              <a:off x="1217331" y="3286359"/>
              <a:ext cx="493813" cy="493753"/>
              <a:chOff x="2037825" y="3254050"/>
              <a:chExt cx="296175" cy="296175"/>
            </a:xfrm>
          </p:grpSpPr>
          <p:sp>
            <p:nvSpPr>
              <p:cNvPr id="14" name="Google Shape;3306;p46">
                <a:extLst>
                  <a:ext uri="{FF2B5EF4-FFF2-40B4-BE49-F238E27FC236}">
                    <a16:creationId xmlns:a16="http://schemas.microsoft.com/office/drawing/2014/main" id="{FAFD9BA9-E32B-97EB-5661-AF468DD470DB}"/>
                  </a:ext>
                </a:extLst>
              </p:cNvPr>
              <p:cNvSpPr/>
              <p:nvPr/>
            </p:nvSpPr>
            <p:spPr>
              <a:xfrm>
                <a:off x="2063825" y="3254050"/>
                <a:ext cx="86675" cy="86675"/>
              </a:xfrm>
              <a:custGeom>
                <a:avLst/>
                <a:gdLst/>
                <a:ahLst/>
                <a:cxnLst/>
                <a:rect l="l" t="t" r="r" b="b"/>
                <a:pathLst>
                  <a:path w="3467" h="3467" extrusionOk="0">
                    <a:moveTo>
                      <a:pt x="1733" y="1"/>
                    </a:moveTo>
                    <a:cubicBezTo>
                      <a:pt x="788" y="1"/>
                      <a:pt x="1" y="788"/>
                      <a:pt x="1" y="1733"/>
                    </a:cubicBezTo>
                    <a:cubicBezTo>
                      <a:pt x="1" y="2679"/>
                      <a:pt x="788" y="3466"/>
                      <a:pt x="1733" y="3466"/>
                    </a:cubicBezTo>
                    <a:cubicBezTo>
                      <a:pt x="2678" y="3466"/>
                      <a:pt x="3466" y="2679"/>
                      <a:pt x="3466" y="1733"/>
                    </a:cubicBezTo>
                    <a:cubicBezTo>
                      <a:pt x="3466" y="788"/>
                      <a:pt x="2678" y="1"/>
                      <a:pt x="1733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Google Shape;3307;p46">
                <a:extLst>
                  <a:ext uri="{FF2B5EF4-FFF2-40B4-BE49-F238E27FC236}">
                    <a16:creationId xmlns:a16="http://schemas.microsoft.com/office/drawing/2014/main" id="{42470E67-C554-6305-3847-E03B02E0BD2D}"/>
                  </a:ext>
                </a:extLst>
              </p:cNvPr>
              <p:cNvSpPr/>
              <p:nvPr/>
            </p:nvSpPr>
            <p:spPr>
              <a:xfrm>
                <a:off x="2178025" y="3289500"/>
                <a:ext cx="104000" cy="67950"/>
              </a:xfrm>
              <a:custGeom>
                <a:avLst/>
                <a:gdLst/>
                <a:ahLst/>
                <a:cxnLst/>
                <a:rect l="l" t="t" r="r" b="b"/>
                <a:pathLst>
                  <a:path w="4160" h="2718" extrusionOk="0">
                    <a:moveTo>
                      <a:pt x="347" y="0"/>
                    </a:moveTo>
                    <a:cubicBezTo>
                      <a:pt x="158" y="0"/>
                      <a:pt x="1" y="158"/>
                      <a:pt x="1" y="347"/>
                    </a:cubicBezTo>
                    <a:cubicBezTo>
                      <a:pt x="1" y="536"/>
                      <a:pt x="95" y="662"/>
                      <a:pt x="316" y="662"/>
                    </a:cubicBezTo>
                    <a:lnTo>
                      <a:pt x="2395" y="662"/>
                    </a:lnTo>
                    <a:cubicBezTo>
                      <a:pt x="2584" y="662"/>
                      <a:pt x="2742" y="820"/>
                      <a:pt x="2742" y="1009"/>
                    </a:cubicBezTo>
                    <a:lnTo>
                      <a:pt x="2742" y="1576"/>
                    </a:lnTo>
                    <a:lnTo>
                      <a:pt x="2616" y="1450"/>
                    </a:lnTo>
                    <a:cubicBezTo>
                      <a:pt x="2568" y="1387"/>
                      <a:pt x="2482" y="1355"/>
                      <a:pt x="2391" y="1355"/>
                    </a:cubicBezTo>
                    <a:cubicBezTo>
                      <a:pt x="2301" y="1355"/>
                      <a:pt x="2206" y="1387"/>
                      <a:pt x="2143" y="1450"/>
                    </a:cubicBezTo>
                    <a:cubicBezTo>
                      <a:pt x="2049" y="1576"/>
                      <a:pt x="2049" y="1796"/>
                      <a:pt x="2143" y="1922"/>
                    </a:cubicBezTo>
                    <a:lnTo>
                      <a:pt x="2868" y="2647"/>
                    </a:lnTo>
                    <a:cubicBezTo>
                      <a:pt x="2931" y="2694"/>
                      <a:pt x="3017" y="2718"/>
                      <a:pt x="3104" y="2718"/>
                    </a:cubicBezTo>
                    <a:cubicBezTo>
                      <a:pt x="3191" y="2718"/>
                      <a:pt x="3277" y="2694"/>
                      <a:pt x="3340" y="2647"/>
                    </a:cubicBezTo>
                    <a:lnTo>
                      <a:pt x="4033" y="1922"/>
                    </a:lnTo>
                    <a:cubicBezTo>
                      <a:pt x="4159" y="1796"/>
                      <a:pt x="4159" y="1576"/>
                      <a:pt x="4033" y="1450"/>
                    </a:cubicBezTo>
                    <a:cubicBezTo>
                      <a:pt x="3986" y="1387"/>
                      <a:pt x="3899" y="1355"/>
                      <a:pt x="3809" y="1355"/>
                    </a:cubicBezTo>
                    <a:cubicBezTo>
                      <a:pt x="3718" y="1355"/>
                      <a:pt x="3624" y="1387"/>
                      <a:pt x="3561" y="1450"/>
                    </a:cubicBezTo>
                    <a:lnTo>
                      <a:pt x="3466" y="1576"/>
                    </a:lnTo>
                    <a:lnTo>
                      <a:pt x="3466" y="1009"/>
                    </a:lnTo>
                    <a:cubicBezTo>
                      <a:pt x="3466" y="441"/>
                      <a:pt x="2994" y="0"/>
                      <a:pt x="242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Google Shape;3308;p46">
                <a:extLst>
                  <a:ext uri="{FF2B5EF4-FFF2-40B4-BE49-F238E27FC236}">
                    <a16:creationId xmlns:a16="http://schemas.microsoft.com/office/drawing/2014/main" id="{07C7841D-1A0C-4D7B-09A7-E39577FD4C46}"/>
                  </a:ext>
                </a:extLst>
              </p:cNvPr>
              <p:cNvSpPr/>
              <p:nvPr/>
            </p:nvSpPr>
            <p:spPr>
              <a:xfrm>
                <a:off x="2070125" y="3444225"/>
                <a:ext cx="106350" cy="69075"/>
              </a:xfrm>
              <a:custGeom>
                <a:avLst/>
                <a:gdLst/>
                <a:ahLst/>
                <a:cxnLst/>
                <a:rect l="l" t="t" r="r" b="b"/>
                <a:pathLst>
                  <a:path w="4254" h="2763" extrusionOk="0">
                    <a:moveTo>
                      <a:pt x="1095" y="0"/>
                    </a:moveTo>
                    <a:cubicBezTo>
                      <a:pt x="1002" y="0"/>
                      <a:pt x="904" y="28"/>
                      <a:pt x="820" y="112"/>
                    </a:cubicBezTo>
                    <a:lnTo>
                      <a:pt x="127" y="805"/>
                    </a:lnTo>
                    <a:cubicBezTo>
                      <a:pt x="1" y="931"/>
                      <a:pt x="1" y="1184"/>
                      <a:pt x="127" y="1278"/>
                    </a:cubicBezTo>
                    <a:cubicBezTo>
                      <a:pt x="190" y="1341"/>
                      <a:pt x="276" y="1373"/>
                      <a:pt x="363" y="1373"/>
                    </a:cubicBezTo>
                    <a:cubicBezTo>
                      <a:pt x="449" y="1373"/>
                      <a:pt x="536" y="1341"/>
                      <a:pt x="599" y="1278"/>
                    </a:cubicBezTo>
                    <a:lnTo>
                      <a:pt x="725" y="1184"/>
                    </a:lnTo>
                    <a:lnTo>
                      <a:pt x="725" y="1719"/>
                    </a:lnTo>
                    <a:cubicBezTo>
                      <a:pt x="725" y="2318"/>
                      <a:pt x="1198" y="2759"/>
                      <a:pt x="1733" y="2759"/>
                    </a:cubicBezTo>
                    <a:lnTo>
                      <a:pt x="3813" y="2759"/>
                    </a:lnTo>
                    <a:cubicBezTo>
                      <a:pt x="3837" y="2761"/>
                      <a:pt x="3861" y="2763"/>
                      <a:pt x="3883" y="2763"/>
                    </a:cubicBezTo>
                    <a:cubicBezTo>
                      <a:pt x="4122" y="2763"/>
                      <a:pt x="4254" y="2616"/>
                      <a:pt x="4254" y="2444"/>
                    </a:cubicBezTo>
                    <a:cubicBezTo>
                      <a:pt x="4254" y="2223"/>
                      <a:pt x="4096" y="2066"/>
                      <a:pt x="3907" y="2066"/>
                    </a:cubicBezTo>
                    <a:lnTo>
                      <a:pt x="1828" y="2066"/>
                    </a:lnTo>
                    <a:cubicBezTo>
                      <a:pt x="1639" y="2066"/>
                      <a:pt x="1481" y="1908"/>
                      <a:pt x="1481" y="1719"/>
                    </a:cubicBezTo>
                    <a:lnTo>
                      <a:pt x="1481" y="1184"/>
                    </a:lnTo>
                    <a:lnTo>
                      <a:pt x="1576" y="1278"/>
                    </a:lnTo>
                    <a:cubicBezTo>
                      <a:pt x="1639" y="1341"/>
                      <a:pt x="1733" y="1373"/>
                      <a:pt x="1824" y="1373"/>
                    </a:cubicBezTo>
                    <a:cubicBezTo>
                      <a:pt x="1914" y="1373"/>
                      <a:pt x="2001" y="1341"/>
                      <a:pt x="2048" y="1278"/>
                    </a:cubicBezTo>
                    <a:cubicBezTo>
                      <a:pt x="2174" y="1184"/>
                      <a:pt x="2174" y="931"/>
                      <a:pt x="2048" y="805"/>
                    </a:cubicBezTo>
                    <a:lnTo>
                      <a:pt x="1355" y="112"/>
                    </a:lnTo>
                    <a:cubicBezTo>
                      <a:pt x="1292" y="81"/>
                      <a:pt x="1261" y="81"/>
                      <a:pt x="1229" y="18"/>
                    </a:cubicBezTo>
                    <a:cubicBezTo>
                      <a:pt x="1187" y="7"/>
                      <a:pt x="1142" y="0"/>
                      <a:pt x="109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Google Shape;3309;p46">
                <a:extLst>
                  <a:ext uri="{FF2B5EF4-FFF2-40B4-BE49-F238E27FC236}">
                    <a16:creationId xmlns:a16="http://schemas.microsoft.com/office/drawing/2014/main" id="{164AB5C6-5C71-8A4E-C81E-AD0863F7CE08}"/>
                  </a:ext>
                </a:extLst>
              </p:cNvPr>
              <p:cNvSpPr/>
              <p:nvPr/>
            </p:nvSpPr>
            <p:spPr>
              <a:xfrm>
                <a:off x="2219775" y="3375350"/>
                <a:ext cx="89025" cy="85875"/>
              </a:xfrm>
              <a:custGeom>
                <a:avLst/>
                <a:gdLst/>
                <a:ahLst/>
                <a:cxnLst/>
                <a:rect l="l" t="t" r="r" b="b"/>
                <a:pathLst>
                  <a:path w="3561" h="3435" extrusionOk="0">
                    <a:moveTo>
                      <a:pt x="1796" y="0"/>
                    </a:moveTo>
                    <a:cubicBezTo>
                      <a:pt x="788" y="0"/>
                      <a:pt x="0" y="788"/>
                      <a:pt x="0" y="1733"/>
                    </a:cubicBezTo>
                    <a:cubicBezTo>
                      <a:pt x="0" y="2647"/>
                      <a:pt x="788" y="3434"/>
                      <a:pt x="1796" y="3434"/>
                    </a:cubicBezTo>
                    <a:cubicBezTo>
                      <a:pt x="2741" y="3434"/>
                      <a:pt x="3561" y="2647"/>
                      <a:pt x="3561" y="1733"/>
                    </a:cubicBezTo>
                    <a:cubicBezTo>
                      <a:pt x="3561" y="788"/>
                      <a:pt x="2773" y="0"/>
                      <a:pt x="17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Google Shape;3310;p46">
                <a:extLst>
                  <a:ext uri="{FF2B5EF4-FFF2-40B4-BE49-F238E27FC236}">
                    <a16:creationId xmlns:a16="http://schemas.microsoft.com/office/drawing/2014/main" id="{B47ABD6E-8E46-3FAF-B8A8-A4A4F1C85D18}"/>
                  </a:ext>
                </a:extLst>
              </p:cNvPr>
              <p:cNvSpPr/>
              <p:nvPr/>
            </p:nvSpPr>
            <p:spPr>
              <a:xfrm>
                <a:off x="2037825" y="3339125"/>
                <a:ext cx="138650" cy="88225"/>
              </a:xfrm>
              <a:custGeom>
                <a:avLst/>
                <a:gdLst/>
                <a:ahLst/>
                <a:cxnLst/>
                <a:rect l="l" t="t" r="r" b="b"/>
                <a:pathLst>
                  <a:path w="5546" h="3529" extrusionOk="0">
                    <a:moveTo>
                      <a:pt x="1072" y="0"/>
                    </a:moveTo>
                    <a:cubicBezTo>
                      <a:pt x="442" y="536"/>
                      <a:pt x="32" y="1292"/>
                      <a:pt x="32" y="2143"/>
                    </a:cubicBezTo>
                    <a:lnTo>
                      <a:pt x="32" y="3182"/>
                    </a:lnTo>
                    <a:cubicBezTo>
                      <a:pt x="1" y="3371"/>
                      <a:pt x="158" y="3529"/>
                      <a:pt x="347" y="3529"/>
                    </a:cubicBezTo>
                    <a:lnTo>
                      <a:pt x="5199" y="3529"/>
                    </a:lnTo>
                    <a:cubicBezTo>
                      <a:pt x="5388" y="3529"/>
                      <a:pt x="5546" y="3371"/>
                      <a:pt x="5546" y="3182"/>
                    </a:cubicBezTo>
                    <a:lnTo>
                      <a:pt x="5546" y="2143"/>
                    </a:lnTo>
                    <a:cubicBezTo>
                      <a:pt x="5546" y="1292"/>
                      <a:pt x="5168" y="536"/>
                      <a:pt x="4538" y="0"/>
                    </a:cubicBezTo>
                    <a:cubicBezTo>
                      <a:pt x="4096" y="473"/>
                      <a:pt x="3466" y="756"/>
                      <a:pt x="2805" y="756"/>
                    </a:cubicBezTo>
                    <a:cubicBezTo>
                      <a:pt x="2143" y="756"/>
                      <a:pt x="1513" y="504"/>
                      <a:pt x="1072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Google Shape;3311;p46">
                <a:extLst>
                  <a:ext uri="{FF2B5EF4-FFF2-40B4-BE49-F238E27FC236}">
                    <a16:creationId xmlns:a16="http://schemas.microsoft.com/office/drawing/2014/main" id="{05D01A61-45E2-451E-DA6E-300B0746C4DF}"/>
                  </a:ext>
                </a:extLst>
              </p:cNvPr>
              <p:cNvSpPr/>
              <p:nvPr/>
            </p:nvSpPr>
            <p:spPr>
              <a:xfrm>
                <a:off x="2193775" y="3460400"/>
                <a:ext cx="140225" cy="89825"/>
              </a:xfrm>
              <a:custGeom>
                <a:avLst/>
                <a:gdLst/>
                <a:ahLst/>
                <a:cxnLst/>
                <a:rect l="l" t="t" r="r" b="b"/>
                <a:pathLst>
                  <a:path w="5609" h="3593" extrusionOk="0">
                    <a:moveTo>
                      <a:pt x="1009" y="1"/>
                    </a:moveTo>
                    <a:cubicBezTo>
                      <a:pt x="379" y="537"/>
                      <a:pt x="1" y="1261"/>
                      <a:pt x="1" y="2143"/>
                    </a:cubicBezTo>
                    <a:lnTo>
                      <a:pt x="1" y="3246"/>
                    </a:lnTo>
                    <a:cubicBezTo>
                      <a:pt x="1" y="3435"/>
                      <a:pt x="158" y="3592"/>
                      <a:pt x="347" y="3592"/>
                    </a:cubicBezTo>
                    <a:lnTo>
                      <a:pt x="5262" y="3592"/>
                    </a:lnTo>
                    <a:cubicBezTo>
                      <a:pt x="5451" y="3592"/>
                      <a:pt x="5609" y="3435"/>
                      <a:pt x="5609" y="3246"/>
                    </a:cubicBezTo>
                    <a:lnTo>
                      <a:pt x="5609" y="2143"/>
                    </a:lnTo>
                    <a:cubicBezTo>
                      <a:pt x="5577" y="1261"/>
                      <a:pt x="5199" y="537"/>
                      <a:pt x="4569" y="1"/>
                    </a:cubicBezTo>
                    <a:cubicBezTo>
                      <a:pt x="4128" y="474"/>
                      <a:pt x="3498" y="757"/>
                      <a:pt x="2773" y="757"/>
                    </a:cubicBezTo>
                    <a:cubicBezTo>
                      <a:pt x="2080" y="757"/>
                      <a:pt x="1450" y="474"/>
                      <a:pt x="100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F0186D0B-4563-355A-35A2-8A7EA6809A03}"/>
              </a:ext>
            </a:extLst>
          </p:cNvPr>
          <p:cNvGrpSpPr/>
          <p:nvPr/>
        </p:nvGrpSpPr>
        <p:grpSpPr>
          <a:xfrm>
            <a:off x="4215672" y="4224018"/>
            <a:ext cx="823050" cy="784235"/>
            <a:chOff x="2477937" y="3041348"/>
            <a:chExt cx="1016700" cy="1016700"/>
          </a:xfrm>
        </p:grpSpPr>
        <p:sp>
          <p:nvSpPr>
            <p:cNvPr id="4077" name="Google Shape;4077;p61">
              <a:extLst>
                <a:ext uri="{FF2B5EF4-FFF2-40B4-BE49-F238E27FC236}">
                  <a16:creationId xmlns:a16="http://schemas.microsoft.com/office/drawing/2014/main" id="{A96BDD8A-15E1-6926-4FF4-7748CD56F5F5}"/>
                </a:ext>
              </a:extLst>
            </p:cNvPr>
            <p:cNvSpPr/>
            <p:nvPr/>
          </p:nvSpPr>
          <p:spPr>
            <a:xfrm>
              <a:off x="2477937" y="3041348"/>
              <a:ext cx="1016700" cy="1016700"/>
            </a:xfrm>
            <a:prstGeom prst="ellipse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6" name="Imagen 19" descr="Logotipo&#10;&#10;El contenido generado por IA puede ser incorrecto.">
              <a:extLst>
                <a:ext uri="{FF2B5EF4-FFF2-40B4-BE49-F238E27FC236}">
                  <a16:creationId xmlns:a16="http://schemas.microsoft.com/office/drawing/2014/main" id="{4473D8D1-5F6B-E4B8-76CB-3E31044936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64066" y="3623158"/>
              <a:ext cx="468132" cy="312088"/>
            </a:xfrm>
            <a:prstGeom prst="rect">
              <a:avLst/>
            </a:prstGeom>
            <a:solidFill>
              <a:schemeClr val="bg1"/>
            </a:solidFill>
          </p:spPr>
        </p:pic>
        <p:grpSp>
          <p:nvGrpSpPr>
            <p:cNvPr id="7" name="Google Shape;4618;p71">
              <a:extLst>
                <a:ext uri="{FF2B5EF4-FFF2-40B4-BE49-F238E27FC236}">
                  <a16:creationId xmlns:a16="http://schemas.microsoft.com/office/drawing/2014/main" id="{D997C649-0797-712D-DD49-A30EAF357DF0}"/>
                </a:ext>
              </a:extLst>
            </p:cNvPr>
            <p:cNvGrpSpPr/>
            <p:nvPr/>
          </p:nvGrpSpPr>
          <p:grpSpPr>
            <a:xfrm>
              <a:off x="2772958" y="3265010"/>
              <a:ext cx="417357" cy="327056"/>
              <a:chOff x="7547949" y="4154437"/>
              <a:chExt cx="417357" cy="327056"/>
            </a:xfrm>
          </p:grpSpPr>
          <p:sp>
            <p:nvSpPr>
              <p:cNvPr id="8" name="Google Shape;4619;p71">
                <a:extLst>
                  <a:ext uri="{FF2B5EF4-FFF2-40B4-BE49-F238E27FC236}">
                    <a16:creationId xmlns:a16="http://schemas.microsoft.com/office/drawing/2014/main" id="{53089DAE-5C19-4912-EFBD-29FB9F2B3482}"/>
                  </a:ext>
                </a:extLst>
              </p:cNvPr>
              <p:cNvSpPr/>
              <p:nvPr/>
            </p:nvSpPr>
            <p:spPr>
              <a:xfrm>
                <a:off x="7548808" y="4400992"/>
                <a:ext cx="210391" cy="80501"/>
              </a:xfrm>
              <a:custGeom>
                <a:avLst/>
                <a:gdLst/>
                <a:ahLst/>
                <a:cxnLst/>
                <a:rect l="l" t="t" r="r" b="b"/>
                <a:pathLst>
                  <a:path w="5883" h="2251" extrusionOk="0">
                    <a:moveTo>
                      <a:pt x="0" y="0"/>
                    </a:moveTo>
                    <a:lnTo>
                      <a:pt x="0" y="1096"/>
                    </a:lnTo>
                    <a:cubicBezTo>
                      <a:pt x="0" y="1358"/>
                      <a:pt x="167" y="1739"/>
                      <a:pt x="1001" y="2001"/>
                    </a:cubicBezTo>
                    <a:cubicBezTo>
                      <a:pt x="1536" y="2167"/>
                      <a:pt x="2233" y="2251"/>
                      <a:pt x="2933" y="2251"/>
                    </a:cubicBezTo>
                    <a:cubicBezTo>
                      <a:pt x="3632" y="2251"/>
                      <a:pt x="4335" y="2167"/>
                      <a:pt x="4882" y="2001"/>
                    </a:cubicBezTo>
                    <a:cubicBezTo>
                      <a:pt x="5716" y="1739"/>
                      <a:pt x="5883" y="1358"/>
                      <a:pt x="5883" y="1096"/>
                    </a:cubicBezTo>
                    <a:lnTo>
                      <a:pt x="5883" y="0"/>
                    </a:lnTo>
                    <a:cubicBezTo>
                      <a:pt x="5668" y="143"/>
                      <a:pt x="5406" y="262"/>
                      <a:pt x="5097" y="381"/>
                    </a:cubicBezTo>
                    <a:cubicBezTo>
                      <a:pt x="4489" y="572"/>
                      <a:pt x="3716" y="667"/>
                      <a:pt x="2942" y="667"/>
                    </a:cubicBezTo>
                    <a:cubicBezTo>
                      <a:pt x="2168" y="667"/>
                      <a:pt x="1394" y="572"/>
                      <a:pt x="786" y="381"/>
                    </a:cubicBezTo>
                    <a:cubicBezTo>
                      <a:pt x="477" y="262"/>
                      <a:pt x="215" y="143"/>
                      <a:pt x="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" name="Google Shape;4620;p71">
                <a:extLst>
                  <a:ext uri="{FF2B5EF4-FFF2-40B4-BE49-F238E27FC236}">
                    <a16:creationId xmlns:a16="http://schemas.microsoft.com/office/drawing/2014/main" id="{17323B08-9A94-B3D1-7F62-E940EF1422F7}"/>
                  </a:ext>
                </a:extLst>
              </p:cNvPr>
              <p:cNvSpPr/>
              <p:nvPr/>
            </p:nvSpPr>
            <p:spPr>
              <a:xfrm>
                <a:off x="7548808" y="4319237"/>
                <a:ext cx="210391" cy="80823"/>
              </a:xfrm>
              <a:custGeom>
                <a:avLst/>
                <a:gdLst/>
                <a:ahLst/>
                <a:cxnLst/>
                <a:rect l="l" t="t" r="r" b="b"/>
                <a:pathLst>
                  <a:path w="5883" h="2260" extrusionOk="0">
                    <a:moveTo>
                      <a:pt x="0" y="0"/>
                    </a:moveTo>
                    <a:lnTo>
                      <a:pt x="0" y="1096"/>
                    </a:lnTo>
                    <a:cubicBezTo>
                      <a:pt x="0" y="1381"/>
                      <a:pt x="167" y="1739"/>
                      <a:pt x="1001" y="2001"/>
                    </a:cubicBezTo>
                    <a:cubicBezTo>
                      <a:pt x="1546" y="2170"/>
                      <a:pt x="2257" y="2260"/>
                      <a:pt x="2969" y="2260"/>
                    </a:cubicBezTo>
                    <a:cubicBezTo>
                      <a:pt x="3656" y="2260"/>
                      <a:pt x="4344" y="2176"/>
                      <a:pt x="4882" y="2001"/>
                    </a:cubicBezTo>
                    <a:cubicBezTo>
                      <a:pt x="5716" y="1739"/>
                      <a:pt x="5883" y="1381"/>
                      <a:pt x="5883" y="1096"/>
                    </a:cubicBezTo>
                    <a:lnTo>
                      <a:pt x="5883" y="0"/>
                    </a:lnTo>
                    <a:cubicBezTo>
                      <a:pt x="5668" y="167"/>
                      <a:pt x="5406" y="286"/>
                      <a:pt x="5097" y="381"/>
                    </a:cubicBezTo>
                    <a:cubicBezTo>
                      <a:pt x="4489" y="572"/>
                      <a:pt x="3716" y="667"/>
                      <a:pt x="2942" y="667"/>
                    </a:cubicBezTo>
                    <a:cubicBezTo>
                      <a:pt x="2168" y="667"/>
                      <a:pt x="1394" y="572"/>
                      <a:pt x="786" y="381"/>
                    </a:cubicBezTo>
                    <a:cubicBezTo>
                      <a:pt x="477" y="286"/>
                      <a:pt x="215" y="167"/>
                      <a:pt x="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" name="Google Shape;4621;p71">
                <a:extLst>
                  <a:ext uri="{FF2B5EF4-FFF2-40B4-BE49-F238E27FC236}">
                    <a16:creationId xmlns:a16="http://schemas.microsoft.com/office/drawing/2014/main" id="{A4015091-6553-6571-7767-EFF3B5F641F8}"/>
                  </a:ext>
                </a:extLst>
              </p:cNvPr>
              <p:cNvSpPr/>
              <p:nvPr/>
            </p:nvSpPr>
            <p:spPr>
              <a:xfrm>
                <a:off x="7548808" y="4238303"/>
                <a:ext cx="210391" cy="80537"/>
              </a:xfrm>
              <a:custGeom>
                <a:avLst/>
                <a:gdLst/>
                <a:ahLst/>
                <a:cxnLst/>
                <a:rect l="l" t="t" r="r" b="b"/>
                <a:pathLst>
                  <a:path w="5883" h="2252" extrusionOk="0">
                    <a:moveTo>
                      <a:pt x="0" y="1"/>
                    </a:moveTo>
                    <a:lnTo>
                      <a:pt x="0" y="1096"/>
                    </a:lnTo>
                    <a:cubicBezTo>
                      <a:pt x="0" y="1358"/>
                      <a:pt x="167" y="1739"/>
                      <a:pt x="1001" y="2001"/>
                    </a:cubicBezTo>
                    <a:cubicBezTo>
                      <a:pt x="1536" y="2168"/>
                      <a:pt x="2233" y="2251"/>
                      <a:pt x="2933" y="2251"/>
                    </a:cubicBezTo>
                    <a:cubicBezTo>
                      <a:pt x="3632" y="2251"/>
                      <a:pt x="4335" y="2168"/>
                      <a:pt x="4882" y="2001"/>
                    </a:cubicBezTo>
                    <a:cubicBezTo>
                      <a:pt x="5716" y="1739"/>
                      <a:pt x="5883" y="1358"/>
                      <a:pt x="5883" y="1096"/>
                    </a:cubicBezTo>
                    <a:lnTo>
                      <a:pt x="5883" y="1"/>
                    </a:lnTo>
                    <a:cubicBezTo>
                      <a:pt x="5668" y="144"/>
                      <a:pt x="5406" y="263"/>
                      <a:pt x="5097" y="382"/>
                    </a:cubicBezTo>
                    <a:cubicBezTo>
                      <a:pt x="4489" y="572"/>
                      <a:pt x="3716" y="668"/>
                      <a:pt x="2942" y="668"/>
                    </a:cubicBezTo>
                    <a:cubicBezTo>
                      <a:pt x="2168" y="668"/>
                      <a:pt x="1394" y="572"/>
                      <a:pt x="786" y="382"/>
                    </a:cubicBezTo>
                    <a:cubicBezTo>
                      <a:pt x="477" y="263"/>
                      <a:pt x="215" y="144"/>
                      <a:pt x="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" name="Google Shape;4622;p71">
                <a:extLst>
                  <a:ext uri="{FF2B5EF4-FFF2-40B4-BE49-F238E27FC236}">
                    <a16:creationId xmlns:a16="http://schemas.microsoft.com/office/drawing/2014/main" id="{0597C75C-40CF-7F38-C3CB-FB37579DBE0B}"/>
                  </a:ext>
                </a:extLst>
              </p:cNvPr>
              <p:cNvSpPr/>
              <p:nvPr/>
            </p:nvSpPr>
            <p:spPr>
              <a:xfrm>
                <a:off x="7547949" y="4154437"/>
                <a:ext cx="211249" cy="82969"/>
              </a:xfrm>
              <a:custGeom>
                <a:avLst/>
                <a:gdLst/>
                <a:ahLst/>
                <a:cxnLst/>
                <a:rect l="l" t="t" r="r" b="b"/>
                <a:pathLst>
                  <a:path w="5907" h="2320" extrusionOk="0">
                    <a:moveTo>
                      <a:pt x="2974" y="0"/>
                    </a:moveTo>
                    <a:cubicBezTo>
                      <a:pt x="2275" y="0"/>
                      <a:pt x="1572" y="83"/>
                      <a:pt x="1025" y="250"/>
                    </a:cubicBezTo>
                    <a:cubicBezTo>
                      <a:pt x="191" y="512"/>
                      <a:pt x="1" y="893"/>
                      <a:pt x="1" y="1155"/>
                    </a:cubicBezTo>
                    <a:cubicBezTo>
                      <a:pt x="1" y="1441"/>
                      <a:pt x="191" y="1798"/>
                      <a:pt x="1025" y="2060"/>
                    </a:cubicBezTo>
                    <a:cubicBezTo>
                      <a:pt x="1570" y="2230"/>
                      <a:pt x="2281" y="2319"/>
                      <a:pt x="2993" y="2319"/>
                    </a:cubicBezTo>
                    <a:cubicBezTo>
                      <a:pt x="3680" y="2319"/>
                      <a:pt x="4368" y="2236"/>
                      <a:pt x="4906" y="2060"/>
                    </a:cubicBezTo>
                    <a:cubicBezTo>
                      <a:pt x="5740" y="1798"/>
                      <a:pt x="5907" y="1441"/>
                      <a:pt x="5907" y="1155"/>
                    </a:cubicBezTo>
                    <a:cubicBezTo>
                      <a:pt x="5907" y="893"/>
                      <a:pt x="5740" y="512"/>
                      <a:pt x="4906" y="250"/>
                    </a:cubicBezTo>
                    <a:cubicBezTo>
                      <a:pt x="4371" y="83"/>
                      <a:pt x="3674" y="0"/>
                      <a:pt x="297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" name="Google Shape;4623;p71">
                <a:extLst>
                  <a:ext uri="{FF2B5EF4-FFF2-40B4-BE49-F238E27FC236}">
                    <a16:creationId xmlns:a16="http://schemas.microsoft.com/office/drawing/2014/main" id="{3E565694-BDFB-EC62-9907-647E868A61CC}"/>
                  </a:ext>
                </a:extLst>
              </p:cNvPr>
              <p:cNvSpPr/>
              <p:nvPr/>
            </p:nvSpPr>
            <p:spPr>
              <a:xfrm>
                <a:off x="7783883" y="4182941"/>
                <a:ext cx="181423" cy="246189"/>
              </a:xfrm>
              <a:custGeom>
                <a:avLst/>
                <a:gdLst/>
                <a:ahLst/>
                <a:cxnLst/>
                <a:rect l="l" t="t" r="r" b="b"/>
                <a:pathLst>
                  <a:path w="5073" h="6884" extrusionOk="0">
                    <a:moveTo>
                      <a:pt x="2525" y="668"/>
                    </a:moveTo>
                    <a:cubicBezTo>
                      <a:pt x="3263" y="668"/>
                      <a:pt x="3858" y="1263"/>
                      <a:pt x="3858" y="2001"/>
                    </a:cubicBezTo>
                    <a:lnTo>
                      <a:pt x="3858" y="2882"/>
                    </a:lnTo>
                    <a:lnTo>
                      <a:pt x="1215" y="2882"/>
                    </a:lnTo>
                    <a:lnTo>
                      <a:pt x="1215" y="2001"/>
                    </a:lnTo>
                    <a:cubicBezTo>
                      <a:pt x="1215" y="1263"/>
                      <a:pt x="1810" y="668"/>
                      <a:pt x="2525" y="668"/>
                    </a:cubicBezTo>
                    <a:close/>
                    <a:moveTo>
                      <a:pt x="1834" y="4597"/>
                    </a:moveTo>
                    <a:cubicBezTo>
                      <a:pt x="2001" y="4597"/>
                      <a:pt x="2120" y="4716"/>
                      <a:pt x="2120" y="4883"/>
                    </a:cubicBezTo>
                    <a:cubicBezTo>
                      <a:pt x="2120" y="5050"/>
                      <a:pt x="2001" y="5169"/>
                      <a:pt x="1834" y="5169"/>
                    </a:cubicBezTo>
                    <a:cubicBezTo>
                      <a:pt x="1667" y="5169"/>
                      <a:pt x="1548" y="5050"/>
                      <a:pt x="1548" y="4883"/>
                    </a:cubicBezTo>
                    <a:cubicBezTo>
                      <a:pt x="1548" y="4716"/>
                      <a:pt x="1667" y="4597"/>
                      <a:pt x="1834" y="4597"/>
                    </a:cubicBezTo>
                    <a:close/>
                    <a:moveTo>
                      <a:pt x="3239" y="4597"/>
                    </a:moveTo>
                    <a:cubicBezTo>
                      <a:pt x="3382" y="4597"/>
                      <a:pt x="3525" y="4716"/>
                      <a:pt x="3525" y="4883"/>
                    </a:cubicBezTo>
                    <a:cubicBezTo>
                      <a:pt x="3525" y="5050"/>
                      <a:pt x="3382" y="5169"/>
                      <a:pt x="3239" y="5169"/>
                    </a:cubicBezTo>
                    <a:cubicBezTo>
                      <a:pt x="3072" y="5169"/>
                      <a:pt x="2929" y="5050"/>
                      <a:pt x="2929" y="4883"/>
                    </a:cubicBezTo>
                    <a:cubicBezTo>
                      <a:pt x="2929" y="4716"/>
                      <a:pt x="3072" y="4597"/>
                      <a:pt x="3239" y="4597"/>
                    </a:cubicBezTo>
                    <a:close/>
                    <a:moveTo>
                      <a:pt x="2525" y="1"/>
                    </a:moveTo>
                    <a:cubicBezTo>
                      <a:pt x="1429" y="1"/>
                      <a:pt x="524" y="882"/>
                      <a:pt x="524" y="2001"/>
                    </a:cubicBezTo>
                    <a:lnTo>
                      <a:pt x="524" y="2882"/>
                    </a:lnTo>
                    <a:lnTo>
                      <a:pt x="334" y="2882"/>
                    </a:lnTo>
                    <a:cubicBezTo>
                      <a:pt x="167" y="2882"/>
                      <a:pt x="0" y="3049"/>
                      <a:pt x="0" y="3240"/>
                    </a:cubicBezTo>
                    <a:lnTo>
                      <a:pt x="0" y="6526"/>
                    </a:lnTo>
                    <a:cubicBezTo>
                      <a:pt x="0" y="6717"/>
                      <a:pt x="167" y="6883"/>
                      <a:pt x="334" y="6883"/>
                    </a:cubicBezTo>
                    <a:lnTo>
                      <a:pt x="4716" y="6883"/>
                    </a:lnTo>
                    <a:cubicBezTo>
                      <a:pt x="4906" y="6883"/>
                      <a:pt x="5049" y="6717"/>
                      <a:pt x="5049" y="6526"/>
                    </a:cubicBezTo>
                    <a:lnTo>
                      <a:pt x="5049" y="3240"/>
                    </a:lnTo>
                    <a:cubicBezTo>
                      <a:pt x="5073" y="3049"/>
                      <a:pt x="4906" y="2882"/>
                      <a:pt x="4716" y="2882"/>
                    </a:cubicBezTo>
                    <a:lnTo>
                      <a:pt x="4525" y="2882"/>
                    </a:lnTo>
                    <a:lnTo>
                      <a:pt x="4525" y="2001"/>
                    </a:lnTo>
                    <a:cubicBezTo>
                      <a:pt x="4525" y="882"/>
                      <a:pt x="3644" y="1"/>
                      <a:pt x="2525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8" name="Rectángulo: esquinas redondeadas 15">
            <a:extLst>
              <a:ext uri="{FF2B5EF4-FFF2-40B4-BE49-F238E27FC236}">
                <a16:creationId xmlns:a16="http://schemas.microsoft.com/office/drawing/2014/main" id="{7521458D-52D9-C2E1-A875-2AD28E1B27D7}"/>
              </a:ext>
            </a:extLst>
          </p:cNvPr>
          <p:cNvSpPr/>
          <p:nvPr/>
        </p:nvSpPr>
        <p:spPr>
          <a:xfrm>
            <a:off x="2758440" y="2160824"/>
            <a:ext cx="3695699" cy="1443432"/>
          </a:xfrm>
          <a:prstGeom prst="round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sz="105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EE722EF-89A2-D472-FF70-CEA8B62EF18B}"/>
              </a:ext>
            </a:extLst>
          </p:cNvPr>
          <p:cNvCxnSpPr>
            <a:cxnSpLocks/>
          </p:cNvCxnSpPr>
          <p:nvPr/>
        </p:nvCxnSpPr>
        <p:spPr>
          <a:xfrm>
            <a:off x="1934675" y="2882539"/>
            <a:ext cx="745986" cy="0"/>
          </a:xfrm>
          <a:prstGeom prst="straightConnector1">
            <a:avLst/>
          </a:prstGeom>
          <a:ln w="571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2304C6F-ADCB-583A-44EA-E932B740D839}"/>
              </a:ext>
            </a:extLst>
          </p:cNvPr>
          <p:cNvCxnSpPr>
            <a:cxnSpLocks/>
          </p:cNvCxnSpPr>
          <p:nvPr/>
        </p:nvCxnSpPr>
        <p:spPr>
          <a:xfrm>
            <a:off x="6516570" y="2886899"/>
            <a:ext cx="745986" cy="0"/>
          </a:xfrm>
          <a:prstGeom prst="straightConnector1">
            <a:avLst/>
          </a:prstGeom>
          <a:ln w="571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46B0125-B27B-E949-693E-18130E6E55D3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4606290" y="3604256"/>
            <a:ext cx="0" cy="448781"/>
          </a:xfrm>
          <a:prstGeom prst="straightConnector1">
            <a:avLst/>
          </a:prstGeom>
          <a:ln w="571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Google Shape;4061;p61">
            <a:extLst>
              <a:ext uri="{FF2B5EF4-FFF2-40B4-BE49-F238E27FC236}">
                <a16:creationId xmlns:a16="http://schemas.microsoft.com/office/drawing/2014/main" id="{1E7E47EC-6830-1BB9-8AA2-E28FA0515DD3}"/>
              </a:ext>
            </a:extLst>
          </p:cNvPr>
          <p:cNvSpPr txBox="1">
            <a:spLocks/>
          </p:cNvSpPr>
          <p:nvPr/>
        </p:nvSpPr>
        <p:spPr>
          <a:xfrm>
            <a:off x="1584673" y="2431879"/>
            <a:ext cx="1304669" cy="572700"/>
          </a:xfrm>
          <a:prstGeom prst="rect">
            <a:avLst/>
          </a:prstGeom>
          <a:noFill/>
          <a:ln>
            <a:noFill/>
          </a:ln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1400" dirty="0">
                <a:solidFill>
                  <a:schemeClr val="accent2"/>
                </a:solidFill>
              </a:rPr>
              <a:t>HTTP</a:t>
            </a:r>
          </a:p>
        </p:txBody>
      </p:sp>
      <p:sp>
        <p:nvSpPr>
          <p:cNvPr id="37" name="CuadroTexto 16">
            <a:extLst>
              <a:ext uri="{FF2B5EF4-FFF2-40B4-BE49-F238E27FC236}">
                <a16:creationId xmlns:a16="http://schemas.microsoft.com/office/drawing/2014/main" id="{C9F2C2DD-14CE-8687-91F4-5DC63B6CC536}"/>
              </a:ext>
            </a:extLst>
          </p:cNvPr>
          <p:cNvSpPr txBox="1"/>
          <p:nvPr/>
        </p:nvSpPr>
        <p:spPr>
          <a:xfrm>
            <a:off x="2898099" y="2458672"/>
            <a:ext cx="337114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b="1" dirty="0">
                <a:solidFill>
                  <a:schemeClr val="bg1"/>
                </a:solidFill>
              </a:rPr>
              <a:t>Controladores</a:t>
            </a:r>
          </a:p>
          <a:p>
            <a:r>
              <a:rPr lang="es-ES" sz="1000" dirty="0" err="1">
                <a:solidFill>
                  <a:schemeClr val="bg1"/>
                </a:solidFill>
              </a:rPr>
              <a:t>LoginController</a:t>
            </a:r>
            <a:endParaRPr lang="es-ES" sz="1000" dirty="0">
              <a:solidFill>
                <a:schemeClr val="bg1"/>
              </a:solidFill>
            </a:endParaRPr>
          </a:p>
          <a:p>
            <a:r>
              <a:rPr lang="es-ES" sz="1000" dirty="0" err="1">
                <a:solidFill>
                  <a:schemeClr val="bg1"/>
                </a:solidFill>
              </a:rPr>
              <a:t>ViewController</a:t>
            </a:r>
            <a:endParaRPr lang="es-ES" sz="1000" dirty="0">
              <a:solidFill>
                <a:schemeClr val="bg1"/>
              </a:solidFill>
            </a:endParaRPr>
          </a:p>
          <a:p>
            <a:r>
              <a:rPr lang="es-ES" sz="1000" dirty="0" err="1">
                <a:solidFill>
                  <a:schemeClr val="bg1"/>
                </a:solidFill>
              </a:rPr>
              <a:t>Data_Api_Controller</a:t>
            </a:r>
            <a:endParaRPr lang="es-ES" sz="1000" dirty="0">
              <a:solidFill>
                <a:schemeClr val="bg1"/>
              </a:solidFill>
            </a:endParaRPr>
          </a:p>
          <a:p>
            <a:endParaRPr lang="es-ES" sz="800" b="1" dirty="0">
              <a:solidFill>
                <a:schemeClr val="bg1"/>
              </a:solidFill>
            </a:endParaRPr>
          </a:p>
          <a:p>
            <a:r>
              <a:rPr lang="es-ES" sz="1000" b="1" dirty="0">
                <a:solidFill>
                  <a:schemeClr val="bg1"/>
                </a:solidFill>
              </a:rPr>
              <a:t>Servicios			                        </a:t>
            </a:r>
            <a:r>
              <a:rPr lang="es-ES" sz="1000" dirty="0">
                <a:solidFill>
                  <a:schemeClr val="bg1"/>
                </a:solidFill>
              </a:rPr>
              <a:t>Reglas de Aplicación		</a:t>
            </a:r>
          </a:p>
        </p:txBody>
      </p:sp>
      <p:sp>
        <p:nvSpPr>
          <p:cNvPr id="43" name="CuadroTexto 16">
            <a:extLst>
              <a:ext uri="{FF2B5EF4-FFF2-40B4-BE49-F238E27FC236}">
                <a16:creationId xmlns:a16="http://schemas.microsoft.com/office/drawing/2014/main" id="{49BEA260-C0B1-A38D-FF41-C435BE786B5B}"/>
              </a:ext>
            </a:extLst>
          </p:cNvPr>
          <p:cNvSpPr txBox="1"/>
          <p:nvPr/>
        </p:nvSpPr>
        <p:spPr>
          <a:xfrm>
            <a:off x="4628894" y="3191511"/>
            <a:ext cx="337114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b="1" dirty="0">
                <a:solidFill>
                  <a:schemeClr val="bg1"/>
                </a:solidFill>
              </a:rPr>
              <a:t>Modelos			                       </a:t>
            </a:r>
            <a:r>
              <a:rPr lang="es-ES" sz="1000" dirty="0">
                <a:solidFill>
                  <a:schemeClr val="bg1"/>
                </a:solidFill>
              </a:rPr>
              <a:t>Entidades EF Core</a:t>
            </a:r>
          </a:p>
          <a:p>
            <a:r>
              <a:rPr lang="es-ES" sz="1000" dirty="0">
                <a:solidFill>
                  <a:schemeClr val="bg1"/>
                </a:solidFill>
              </a:rPr>
              <a:t>		</a:t>
            </a:r>
          </a:p>
        </p:txBody>
      </p:sp>
      <p:sp>
        <p:nvSpPr>
          <p:cNvPr id="44" name="Google Shape;4061;p61">
            <a:extLst>
              <a:ext uri="{FF2B5EF4-FFF2-40B4-BE49-F238E27FC236}">
                <a16:creationId xmlns:a16="http://schemas.microsoft.com/office/drawing/2014/main" id="{DE2481E4-5B86-F8AB-0E1C-0714691FE074}"/>
              </a:ext>
            </a:extLst>
          </p:cNvPr>
          <p:cNvSpPr txBox="1">
            <a:spLocks/>
          </p:cNvSpPr>
          <p:nvPr/>
        </p:nvSpPr>
        <p:spPr>
          <a:xfrm>
            <a:off x="3106568" y="2067085"/>
            <a:ext cx="2813302" cy="572700"/>
          </a:xfrm>
          <a:prstGeom prst="rect">
            <a:avLst/>
          </a:prstGeom>
          <a:noFill/>
          <a:ln>
            <a:noFill/>
          </a:ln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1100" dirty="0">
                <a:solidFill>
                  <a:schemeClr val="accent2"/>
                </a:solidFill>
              </a:rPr>
              <a:t>Azure </a:t>
            </a:r>
            <a:r>
              <a:rPr lang="es-ES" sz="1100" dirty="0">
                <a:solidFill>
                  <a:schemeClr val="accent2"/>
                </a:solidFill>
              </a:rPr>
              <a:t>App </a:t>
            </a:r>
            <a:r>
              <a:rPr lang="es-ES" sz="1100" dirty="0" err="1">
                <a:solidFill>
                  <a:schemeClr val="accent2"/>
                </a:solidFill>
              </a:rPr>
              <a:t>Service</a:t>
            </a:r>
            <a:endParaRPr lang="es-ES" sz="1100" dirty="0">
              <a:solidFill>
                <a:schemeClr val="accent2"/>
              </a:solidFill>
            </a:endParaRPr>
          </a:p>
          <a:p>
            <a:r>
              <a:rPr lang="es-ES" sz="1100" dirty="0">
                <a:solidFill>
                  <a:schemeClr val="accent2"/>
                </a:solidFill>
              </a:rPr>
              <a:t>(Aplicación ASP.NET MVC)</a:t>
            </a:r>
            <a:r>
              <a:rPr lang="en-US" sz="1100" dirty="0">
                <a:solidFill>
                  <a:schemeClr val="accent2"/>
                </a:solidFill>
              </a:rPr>
              <a:t> </a:t>
            </a:r>
          </a:p>
        </p:txBody>
      </p:sp>
      <p:sp>
        <p:nvSpPr>
          <p:cNvPr id="46" name="Google Shape;4061;p61">
            <a:extLst>
              <a:ext uri="{FF2B5EF4-FFF2-40B4-BE49-F238E27FC236}">
                <a16:creationId xmlns:a16="http://schemas.microsoft.com/office/drawing/2014/main" id="{031047A8-8A03-2FF9-9AAF-723ABD66CAB1}"/>
              </a:ext>
            </a:extLst>
          </p:cNvPr>
          <p:cNvSpPr txBox="1">
            <a:spLocks/>
          </p:cNvSpPr>
          <p:nvPr/>
        </p:nvSpPr>
        <p:spPr>
          <a:xfrm>
            <a:off x="2992445" y="4386449"/>
            <a:ext cx="1304669" cy="572700"/>
          </a:xfrm>
          <a:prstGeom prst="rect">
            <a:avLst/>
          </a:prstGeom>
          <a:noFill/>
          <a:ln>
            <a:noFill/>
          </a:ln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1100" dirty="0" err="1">
                <a:solidFill>
                  <a:schemeClr val="accent2"/>
                </a:solidFill>
              </a:rPr>
              <a:t>Integración</a:t>
            </a:r>
            <a:r>
              <a:rPr lang="en-US" sz="1100" dirty="0">
                <a:solidFill>
                  <a:schemeClr val="accent2"/>
                </a:solidFill>
              </a:rPr>
              <a:t> </a:t>
            </a:r>
          </a:p>
          <a:p>
            <a:r>
              <a:rPr lang="en-US" sz="1100" dirty="0">
                <a:solidFill>
                  <a:schemeClr val="accent2"/>
                </a:solidFill>
              </a:rPr>
              <a:t>API</a:t>
            </a:r>
          </a:p>
        </p:txBody>
      </p:sp>
      <p:sp>
        <p:nvSpPr>
          <p:cNvPr id="47" name="Google Shape;4061;p61">
            <a:extLst>
              <a:ext uri="{FF2B5EF4-FFF2-40B4-BE49-F238E27FC236}">
                <a16:creationId xmlns:a16="http://schemas.microsoft.com/office/drawing/2014/main" id="{EB7E3DF6-2E99-486E-C950-AD722012E42F}"/>
              </a:ext>
            </a:extLst>
          </p:cNvPr>
          <p:cNvSpPr txBox="1">
            <a:spLocks/>
          </p:cNvSpPr>
          <p:nvPr/>
        </p:nvSpPr>
        <p:spPr>
          <a:xfrm>
            <a:off x="7178396" y="3468510"/>
            <a:ext cx="1304669" cy="572700"/>
          </a:xfrm>
          <a:prstGeom prst="rect">
            <a:avLst/>
          </a:prstGeom>
          <a:noFill/>
          <a:ln>
            <a:noFill/>
          </a:ln>
          <a:effectLst>
            <a:outerShdw blurRad="142875" algn="bl" rotWithShape="0">
              <a:schemeClr val="accent2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1100" dirty="0">
                <a:solidFill>
                  <a:schemeClr val="accent2"/>
                </a:solidFill>
              </a:rPr>
              <a:t> </a:t>
            </a:r>
            <a:r>
              <a:rPr lang="es-ES" sz="1100" dirty="0">
                <a:solidFill>
                  <a:schemeClr val="accent2"/>
                </a:solidFill>
              </a:rPr>
              <a:t>Azure SQL </a:t>
            </a:r>
          </a:p>
          <a:p>
            <a:r>
              <a:rPr lang="es-ES" sz="1100" dirty="0">
                <a:solidFill>
                  <a:schemeClr val="accent2"/>
                </a:solidFill>
              </a:rPr>
              <a:t>Base de datos </a:t>
            </a:r>
          </a:p>
          <a:p>
            <a:r>
              <a:rPr lang="es-ES" sz="1100" dirty="0" err="1">
                <a:solidFill>
                  <a:schemeClr val="accent2"/>
                </a:solidFill>
              </a:rPr>
              <a:t>MechaGestionEX</a:t>
            </a:r>
            <a:endParaRPr lang="es-ES" sz="1100" dirty="0">
              <a:solidFill>
                <a:schemeClr val="accent2"/>
              </a:solidFill>
            </a:endParaRPr>
          </a:p>
          <a:p>
            <a:endParaRPr lang="en-US" sz="11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82578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1">
          <a:extLst>
            <a:ext uri="{FF2B5EF4-FFF2-40B4-BE49-F238E27FC236}">
              <a16:creationId xmlns:a16="http://schemas.microsoft.com/office/drawing/2014/main" id="{4A5A512A-7773-4994-D184-3BD9573C1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2" name="Google Shape;3862;p57">
            <a:extLst>
              <a:ext uri="{FF2B5EF4-FFF2-40B4-BE49-F238E27FC236}">
                <a16:creationId xmlns:a16="http://schemas.microsoft.com/office/drawing/2014/main" id="{4456A72D-3B87-B8ED-3714-13C89DE65C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100" y="539400"/>
            <a:ext cx="771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MODELO DE DATOS</a:t>
            </a:r>
            <a:endParaRPr dirty="0"/>
          </a:p>
        </p:txBody>
      </p:sp>
      <p:grpSp>
        <p:nvGrpSpPr>
          <p:cNvPr id="3899" name="Google Shape;3899;p57">
            <a:extLst>
              <a:ext uri="{FF2B5EF4-FFF2-40B4-BE49-F238E27FC236}">
                <a16:creationId xmlns:a16="http://schemas.microsoft.com/office/drawing/2014/main" id="{220E1501-8748-484A-0BF6-773E1B4493EC}"/>
              </a:ext>
            </a:extLst>
          </p:cNvPr>
          <p:cNvGrpSpPr/>
          <p:nvPr/>
        </p:nvGrpSpPr>
        <p:grpSpPr>
          <a:xfrm>
            <a:off x="7796595" y="2826991"/>
            <a:ext cx="2297800" cy="313751"/>
            <a:chOff x="7796595" y="2826991"/>
            <a:chExt cx="2297800" cy="313751"/>
          </a:xfrm>
        </p:grpSpPr>
        <p:sp>
          <p:nvSpPr>
            <p:cNvPr id="3900" name="Google Shape;3900;p57">
              <a:extLst>
                <a:ext uri="{FF2B5EF4-FFF2-40B4-BE49-F238E27FC236}">
                  <a16:creationId xmlns:a16="http://schemas.microsoft.com/office/drawing/2014/main" id="{1ECF6B5E-A0DB-487E-7441-A01D3F8161BB}"/>
                </a:ext>
              </a:extLst>
            </p:cNvPr>
            <p:cNvSpPr/>
            <p:nvPr/>
          </p:nvSpPr>
          <p:spPr>
            <a:xfrm flipH="1">
              <a:off x="8099695" y="3072643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1" name="Google Shape;3901;p57">
              <a:extLst>
                <a:ext uri="{FF2B5EF4-FFF2-40B4-BE49-F238E27FC236}">
                  <a16:creationId xmlns:a16="http://schemas.microsoft.com/office/drawing/2014/main" id="{BD266916-3242-2F8D-0FDB-8C85C0B7AF88}"/>
                </a:ext>
              </a:extLst>
            </p:cNvPr>
            <p:cNvSpPr/>
            <p:nvPr/>
          </p:nvSpPr>
          <p:spPr>
            <a:xfrm flipH="1">
              <a:off x="7796595" y="2826991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08" name="Google Shape;3908;p57">
            <a:extLst>
              <a:ext uri="{FF2B5EF4-FFF2-40B4-BE49-F238E27FC236}">
                <a16:creationId xmlns:a16="http://schemas.microsoft.com/office/drawing/2014/main" id="{4C775C78-0C5E-731D-8B40-460D7428E19C}"/>
              </a:ext>
            </a:extLst>
          </p:cNvPr>
          <p:cNvGrpSpPr/>
          <p:nvPr/>
        </p:nvGrpSpPr>
        <p:grpSpPr>
          <a:xfrm rot="-5400000">
            <a:off x="86414" y="2740003"/>
            <a:ext cx="883262" cy="242091"/>
            <a:chOff x="2300350" y="2601250"/>
            <a:chExt cx="2275275" cy="623625"/>
          </a:xfrm>
        </p:grpSpPr>
        <p:sp>
          <p:nvSpPr>
            <p:cNvPr id="3909" name="Google Shape;3909;p57">
              <a:extLst>
                <a:ext uri="{FF2B5EF4-FFF2-40B4-BE49-F238E27FC236}">
                  <a16:creationId xmlns:a16="http://schemas.microsoft.com/office/drawing/2014/main" id="{F06916E5-9399-7B66-16EA-6ED7C2FECD18}"/>
                </a:ext>
              </a:extLst>
            </p:cNvPr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0" name="Google Shape;3910;p57">
              <a:extLst>
                <a:ext uri="{FF2B5EF4-FFF2-40B4-BE49-F238E27FC236}">
                  <a16:creationId xmlns:a16="http://schemas.microsoft.com/office/drawing/2014/main" id="{465AFA3D-DDAB-6C2B-56F5-8F0EDE84DD2B}"/>
                </a:ext>
              </a:extLst>
            </p:cNvPr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1" name="Google Shape;3911;p57">
              <a:extLst>
                <a:ext uri="{FF2B5EF4-FFF2-40B4-BE49-F238E27FC236}">
                  <a16:creationId xmlns:a16="http://schemas.microsoft.com/office/drawing/2014/main" id="{7DA31A69-22DA-B80F-37F7-9EBA70926E57}"/>
                </a:ext>
              </a:extLst>
            </p:cNvPr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2" name="Google Shape;3912;p57">
              <a:extLst>
                <a:ext uri="{FF2B5EF4-FFF2-40B4-BE49-F238E27FC236}">
                  <a16:creationId xmlns:a16="http://schemas.microsoft.com/office/drawing/2014/main" id="{90436C83-5CB9-F74C-1442-1C60DE5C0719}"/>
                </a:ext>
              </a:extLst>
            </p:cNvPr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3" name="Google Shape;3913;p57">
              <a:extLst>
                <a:ext uri="{FF2B5EF4-FFF2-40B4-BE49-F238E27FC236}">
                  <a16:creationId xmlns:a16="http://schemas.microsoft.com/office/drawing/2014/main" id="{A40B3FA2-8068-96B1-5CDC-F001D45D770F}"/>
                </a:ext>
              </a:extLst>
            </p:cNvPr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4" name="Google Shape;3914;p57">
              <a:extLst>
                <a:ext uri="{FF2B5EF4-FFF2-40B4-BE49-F238E27FC236}">
                  <a16:creationId xmlns:a16="http://schemas.microsoft.com/office/drawing/2014/main" id="{57B75BAB-3DE1-0523-EDC6-53796E1869EF}"/>
                </a:ext>
              </a:extLst>
            </p:cNvPr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" name="Google Shape;2758;p34">
            <a:extLst>
              <a:ext uri="{FF2B5EF4-FFF2-40B4-BE49-F238E27FC236}">
                <a16:creationId xmlns:a16="http://schemas.microsoft.com/office/drawing/2014/main" id="{F585E3D6-1D66-4D54-F7B3-BECED02F2307}"/>
              </a:ext>
            </a:extLst>
          </p:cNvPr>
          <p:cNvSpPr txBox="1">
            <a:spLocks/>
          </p:cNvSpPr>
          <p:nvPr/>
        </p:nvSpPr>
        <p:spPr>
          <a:xfrm>
            <a:off x="92623" y="-125190"/>
            <a:ext cx="2211021" cy="772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2000" dirty="0">
                <a:solidFill>
                  <a:schemeClr val="accent2"/>
                </a:solidFill>
              </a:rPr>
              <a:t>MechaGestionEX</a:t>
            </a:r>
            <a:endParaRPr lang="en-US" sz="1800" dirty="0"/>
          </a:p>
        </p:txBody>
      </p:sp>
      <p:pic>
        <p:nvPicPr>
          <p:cNvPr id="5" name="Picture 4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6E17BE5C-FF1B-FC7D-6EFB-BA1AB07F5B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0358" y="369135"/>
            <a:ext cx="2114268" cy="528567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 descr="Diagrama&#10;&#10;El contenido generado por IA puede ser incorrecto.">
            <a:extLst>
              <a:ext uri="{FF2B5EF4-FFF2-40B4-BE49-F238E27FC236}">
                <a16:creationId xmlns:a16="http://schemas.microsoft.com/office/drawing/2014/main" id="{88D45112-8793-EE59-3CC7-7042418151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168213"/>
            <a:ext cx="9144000" cy="2807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85889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2" name="Google Shape;3752;p55"/>
          <p:cNvSpPr/>
          <p:nvPr/>
        </p:nvSpPr>
        <p:spPr>
          <a:xfrm>
            <a:off x="179965" y="1531620"/>
            <a:ext cx="2040600" cy="3200400"/>
          </a:xfrm>
          <a:prstGeom prst="roundRect">
            <a:avLst>
              <a:gd name="adj" fmla="val 18419"/>
            </a:avLst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5" name="Google Shape;3755;p55"/>
          <p:cNvSpPr txBox="1">
            <a:spLocks noGrp="1"/>
          </p:cNvSpPr>
          <p:nvPr>
            <p:ph type="title"/>
          </p:nvPr>
        </p:nvSpPr>
        <p:spPr>
          <a:xfrm>
            <a:off x="713100" y="641443"/>
            <a:ext cx="771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TECNOLOGÍAS </a:t>
            </a:r>
            <a:r>
              <a:rPr lang="en" dirty="0">
                <a:solidFill>
                  <a:schemeClr val="accent2"/>
                </a:solidFill>
              </a:rPr>
              <a:t>UTILIZADAS</a:t>
            </a:r>
            <a:endParaRPr dirty="0">
              <a:solidFill>
                <a:schemeClr val="accent2"/>
              </a:solidFill>
            </a:endParaRPr>
          </a:p>
        </p:txBody>
      </p:sp>
      <p:grpSp>
        <p:nvGrpSpPr>
          <p:cNvPr id="3765" name="Google Shape;3765;p55"/>
          <p:cNvGrpSpPr/>
          <p:nvPr/>
        </p:nvGrpSpPr>
        <p:grpSpPr>
          <a:xfrm rot="10800000">
            <a:off x="1852639" y="1112103"/>
            <a:ext cx="883262" cy="242091"/>
            <a:chOff x="2300350" y="2601250"/>
            <a:chExt cx="2275275" cy="623625"/>
          </a:xfrm>
        </p:grpSpPr>
        <p:sp>
          <p:nvSpPr>
            <p:cNvPr id="3766" name="Google Shape;3766;p55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7" name="Google Shape;3767;p55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8" name="Google Shape;3768;p55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9" name="Google Shape;3769;p55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0" name="Google Shape;3770;p55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1" name="Google Shape;3771;p55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" name="Google Shape;3752;p55">
            <a:extLst>
              <a:ext uri="{FF2B5EF4-FFF2-40B4-BE49-F238E27FC236}">
                <a16:creationId xmlns:a16="http://schemas.microsoft.com/office/drawing/2014/main" id="{7171F9FE-0E02-1741-AE02-DD0D0722C377}"/>
              </a:ext>
            </a:extLst>
          </p:cNvPr>
          <p:cNvSpPr/>
          <p:nvPr/>
        </p:nvSpPr>
        <p:spPr>
          <a:xfrm>
            <a:off x="2452352" y="1531620"/>
            <a:ext cx="2040600" cy="3200400"/>
          </a:xfrm>
          <a:prstGeom prst="roundRect">
            <a:avLst>
              <a:gd name="adj" fmla="val 18419"/>
            </a:avLst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3752;p55">
            <a:extLst>
              <a:ext uri="{FF2B5EF4-FFF2-40B4-BE49-F238E27FC236}">
                <a16:creationId xmlns:a16="http://schemas.microsoft.com/office/drawing/2014/main" id="{17624D90-1BD7-6351-A45D-3FEA2D1A285A}"/>
              </a:ext>
            </a:extLst>
          </p:cNvPr>
          <p:cNvSpPr/>
          <p:nvPr/>
        </p:nvSpPr>
        <p:spPr>
          <a:xfrm>
            <a:off x="4724739" y="1531620"/>
            <a:ext cx="2040600" cy="3200400"/>
          </a:xfrm>
          <a:prstGeom prst="roundRect">
            <a:avLst>
              <a:gd name="adj" fmla="val 18419"/>
            </a:avLst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3752;p55">
            <a:extLst>
              <a:ext uri="{FF2B5EF4-FFF2-40B4-BE49-F238E27FC236}">
                <a16:creationId xmlns:a16="http://schemas.microsoft.com/office/drawing/2014/main" id="{7516D88B-1B0B-F53E-8138-8252A5C7681B}"/>
              </a:ext>
            </a:extLst>
          </p:cNvPr>
          <p:cNvSpPr/>
          <p:nvPr/>
        </p:nvSpPr>
        <p:spPr>
          <a:xfrm>
            <a:off x="6997126" y="1531620"/>
            <a:ext cx="2040600" cy="3200400"/>
          </a:xfrm>
          <a:prstGeom prst="roundRect">
            <a:avLst>
              <a:gd name="adj" fmla="val 18419"/>
            </a:avLst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2758;p34">
            <a:extLst>
              <a:ext uri="{FF2B5EF4-FFF2-40B4-BE49-F238E27FC236}">
                <a16:creationId xmlns:a16="http://schemas.microsoft.com/office/drawing/2014/main" id="{E9575E57-0CDA-DD5B-5C1A-CEEFE0010311}"/>
              </a:ext>
            </a:extLst>
          </p:cNvPr>
          <p:cNvSpPr txBox="1">
            <a:spLocks/>
          </p:cNvSpPr>
          <p:nvPr/>
        </p:nvSpPr>
        <p:spPr>
          <a:xfrm>
            <a:off x="893334" y="125334"/>
            <a:ext cx="2211021" cy="772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2000" dirty="0">
                <a:solidFill>
                  <a:schemeClr val="accent2"/>
                </a:solidFill>
              </a:rPr>
              <a:t>MechaGestionEX</a:t>
            </a:r>
            <a:endParaRPr lang="en-US" sz="1800" dirty="0"/>
          </a:p>
        </p:txBody>
      </p:sp>
      <p:pic>
        <p:nvPicPr>
          <p:cNvPr id="7" name="Picture 6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AD74E435-ECB7-A279-DCA3-FAF0FEF44A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5245" y="119880"/>
            <a:ext cx="2114268" cy="528567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6" descr="Best ASP.Net Certification Training in Nagpur | Steps Technology">
            <a:extLst>
              <a:ext uri="{FF2B5EF4-FFF2-40B4-BE49-F238E27FC236}">
                <a16:creationId xmlns:a16="http://schemas.microsoft.com/office/drawing/2014/main" id="{A05CAF25-97CB-0431-936A-A289D415F7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46" y="3474000"/>
            <a:ext cx="534214" cy="534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Entity Framework Core 3.0: ¿qué novedades nos trae?">
            <a:extLst>
              <a:ext uri="{FF2B5EF4-FFF2-40B4-BE49-F238E27FC236}">
                <a16:creationId xmlns:a16="http://schemas.microsoft.com/office/drawing/2014/main" id="{23DEE816-5A9B-5271-95A1-4523C54F75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0120" y="3474000"/>
            <a:ext cx="534214" cy="534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10" descr="XpertLab - Website Designing Company Junagadh,Website Development Company  Junagadh, Software Development Company Junagadh, Professional IT Project  Training Junagadh">
            <a:extLst>
              <a:ext uri="{FF2B5EF4-FFF2-40B4-BE49-F238E27FC236}">
                <a16:creationId xmlns:a16="http://schemas.microsoft.com/office/drawing/2014/main" id="{F47207A9-73C0-F823-D20C-B0D010CF15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305" y="4145433"/>
            <a:ext cx="683297" cy="496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2" descr="Inyección de Dependencias en .Net Framework">
            <a:extLst>
              <a:ext uri="{FF2B5EF4-FFF2-40B4-BE49-F238E27FC236}">
                <a16:creationId xmlns:a16="http://schemas.microsoft.com/office/drawing/2014/main" id="{C26B7D09-B969-06D1-DC28-6D6C4AF4C4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5602" y="4145433"/>
            <a:ext cx="643251" cy="496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Google Shape;3757;p55">
            <a:extLst>
              <a:ext uri="{FF2B5EF4-FFF2-40B4-BE49-F238E27FC236}">
                <a16:creationId xmlns:a16="http://schemas.microsoft.com/office/drawing/2014/main" id="{C0E43392-A713-8A46-1EC8-D7CC5FAAE303}"/>
              </a:ext>
            </a:extLst>
          </p:cNvPr>
          <p:cNvSpPr txBox="1"/>
          <p:nvPr/>
        </p:nvSpPr>
        <p:spPr>
          <a:xfrm>
            <a:off x="218852" y="2224508"/>
            <a:ext cx="2001713" cy="105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Backend </a:t>
            </a:r>
            <a:endParaRPr sz="1200" b="1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marL="342900" lvl="0" indent="-203200" rtl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r>
              <a:rPr lang="en-US" sz="12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C# - ASP.NET Core</a:t>
            </a:r>
            <a:endParaRPr sz="1200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marL="342900" lvl="0" indent="-203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r>
              <a:rPr lang="en-US" sz="12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Entity Framework Core</a:t>
            </a:r>
          </a:p>
          <a:p>
            <a:pPr marL="342900" lvl="0" indent="-203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r>
              <a:rPr lang="en-US" sz="12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LINQ y </a:t>
            </a:r>
            <a:r>
              <a:rPr lang="en-US" sz="1200" dirty="0" err="1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Repositorios</a:t>
            </a:r>
            <a:endParaRPr lang="en-US" sz="1200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marL="342900" lvl="0" indent="-203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r>
              <a:rPr lang="en-US" sz="1200" dirty="0" err="1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Inyección</a:t>
            </a:r>
            <a:r>
              <a:rPr lang="en-US" sz="12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 de </a:t>
            </a:r>
            <a:r>
              <a:rPr lang="en-US" sz="1200" dirty="0" err="1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dependencias</a:t>
            </a:r>
            <a:endParaRPr lang="en-US" sz="1200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marL="139700"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</a:pPr>
            <a:endParaRPr lang="en-US" sz="1200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marL="342900" lvl="0" indent="-203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endParaRPr lang="en-US" sz="1200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marL="342900" lvl="0" indent="-203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endParaRPr sz="1200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</p:txBody>
      </p:sp>
      <p:pic>
        <p:nvPicPr>
          <p:cNvPr id="17" name="Imagen 20" descr="Logotipo, nombre de la empresa&#10;&#10;El contenido generado por IA puede ser incorrecto.">
            <a:extLst>
              <a:ext uri="{FF2B5EF4-FFF2-40B4-BE49-F238E27FC236}">
                <a16:creationId xmlns:a16="http://schemas.microsoft.com/office/drawing/2014/main" id="{59E11494-C895-E985-BAB9-D07D236AB8DE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1185" y="3417205"/>
            <a:ext cx="632424" cy="632424"/>
          </a:xfrm>
          <a:prstGeom prst="rect">
            <a:avLst/>
          </a:prstGeom>
        </p:spPr>
      </p:pic>
      <p:pic>
        <p:nvPicPr>
          <p:cNvPr id="18" name="Picture 2" descr="GitHub Logo - símbolo, significado logotipo, historia, PNG">
            <a:extLst>
              <a:ext uri="{FF2B5EF4-FFF2-40B4-BE49-F238E27FC236}">
                <a16:creationId xmlns:a16="http://schemas.microsoft.com/office/drawing/2014/main" id="{853B73D5-87FB-87DB-BC5F-B01792F03B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0780" y="4111385"/>
            <a:ext cx="919670" cy="531573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9" name="Google Shape;3757;p55">
            <a:extLst>
              <a:ext uri="{FF2B5EF4-FFF2-40B4-BE49-F238E27FC236}">
                <a16:creationId xmlns:a16="http://schemas.microsoft.com/office/drawing/2014/main" id="{EDA73DA6-3EFC-2D21-A232-BF1918C5232C}"/>
              </a:ext>
            </a:extLst>
          </p:cNvPr>
          <p:cNvSpPr txBox="1"/>
          <p:nvPr/>
        </p:nvSpPr>
        <p:spPr>
          <a:xfrm>
            <a:off x="2428095" y="2258151"/>
            <a:ext cx="2001713" cy="105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 err="1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Entorno</a:t>
            </a:r>
            <a:r>
              <a:rPr lang="en-US" sz="1200" b="1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 de </a:t>
            </a:r>
            <a:r>
              <a:rPr lang="en-US" sz="1200" b="1" dirty="0" err="1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desarrollo</a:t>
            </a:r>
            <a:endParaRPr sz="1200" b="1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marL="342900" lvl="0" indent="-203200" rtl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r>
              <a:rPr lang="en-US" sz="12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Visual Studio 2022</a:t>
            </a:r>
          </a:p>
          <a:p>
            <a:pPr marL="342900" lvl="0" indent="-203200" rtl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r>
              <a:rPr lang="en-US" sz="12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GitHub</a:t>
            </a:r>
          </a:p>
          <a:p>
            <a:pPr marL="342900" lvl="0" indent="-203200" rtl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r>
              <a:rPr lang="en-US" sz="12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Postman</a:t>
            </a:r>
          </a:p>
          <a:p>
            <a:pPr marL="342900" lvl="0" indent="-203200" rtl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r>
              <a:rPr lang="en-US" sz="12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Azure</a:t>
            </a:r>
          </a:p>
          <a:p>
            <a:pPr marL="139700"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</a:pPr>
            <a:endParaRPr lang="en-US" sz="1200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marL="342900" lvl="0" indent="-203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endParaRPr lang="en-US" sz="1200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marL="342900" lvl="0" indent="-203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endParaRPr sz="1200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</p:txBody>
      </p:sp>
      <p:pic>
        <p:nvPicPr>
          <p:cNvPr id="20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F24BBE68-91C1-85E0-734D-A698C3D7A45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7750" y="3513748"/>
            <a:ext cx="530834" cy="530834"/>
          </a:xfrm>
          <a:prstGeom prst="rect">
            <a:avLst/>
          </a:prstGeom>
        </p:spPr>
      </p:pic>
      <p:pic>
        <p:nvPicPr>
          <p:cNvPr id="21" name="Picture 4" descr="Visual Studio Logo - símbolo, significado logotipo, historia, PNG">
            <a:extLst>
              <a:ext uri="{FF2B5EF4-FFF2-40B4-BE49-F238E27FC236}">
                <a16:creationId xmlns:a16="http://schemas.microsoft.com/office/drawing/2014/main" id="{2824E3AB-E8D4-801A-2045-4F8C57A1F2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5901" y="4182383"/>
            <a:ext cx="687353" cy="3895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Google Shape;3757;p55">
            <a:extLst>
              <a:ext uri="{FF2B5EF4-FFF2-40B4-BE49-F238E27FC236}">
                <a16:creationId xmlns:a16="http://schemas.microsoft.com/office/drawing/2014/main" id="{72274930-91D1-4C16-DECD-D09523464ED9}"/>
              </a:ext>
            </a:extLst>
          </p:cNvPr>
          <p:cNvSpPr txBox="1"/>
          <p:nvPr/>
        </p:nvSpPr>
        <p:spPr>
          <a:xfrm>
            <a:off x="4724739" y="2180134"/>
            <a:ext cx="2001713" cy="105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Frontend</a:t>
            </a:r>
          </a:p>
          <a:p>
            <a:pPr marL="139700"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</a:pPr>
            <a:endParaRPr lang="en-US" sz="1200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marL="342900" lvl="0" indent="-203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r>
              <a:rPr lang="en-US" sz="12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Bootstrap 5</a:t>
            </a:r>
          </a:p>
          <a:p>
            <a:pPr marL="342900" lvl="0" indent="-203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r>
              <a:rPr lang="en-US" sz="12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HTML, CSS3</a:t>
            </a:r>
          </a:p>
          <a:p>
            <a:pPr marL="342900" lvl="0" indent="-203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r>
              <a:rPr lang="en-US" sz="12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JavaScript</a:t>
            </a:r>
          </a:p>
          <a:p>
            <a:pPr marL="342900" lvl="0" indent="-203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r>
              <a:rPr lang="en-US" sz="12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jQuery</a:t>
            </a:r>
          </a:p>
          <a:p>
            <a:pPr marL="342900" lvl="0" indent="-203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endParaRPr lang="en-US" sz="1200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marL="342900" lvl="0" indent="-203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endParaRPr sz="1200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</p:txBody>
      </p:sp>
      <p:pic>
        <p:nvPicPr>
          <p:cNvPr id="24" name="Picture 16">
            <a:extLst>
              <a:ext uri="{FF2B5EF4-FFF2-40B4-BE49-F238E27FC236}">
                <a16:creationId xmlns:a16="http://schemas.microsoft.com/office/drawing/2014/main" id="{E089814B-8104-A67B-BE2F-721CF84DF9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3287" y="3405442"/>
            <a:ext cx="503915" cy="503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Imagen 23" descr="Icono&#10;&#10;El contenido generado por IA puede ser incorrecto.">
            <a:extLst>
              <a:ext uri="{FF2B5EF4-FFF2-40B4-BE49-F238E27FC236}">
                <a16:creationId xmlns:a16="http://schemas.microsoft.com/office/drawing/2014/main" id="{17F724CD-BC1D-3616-1BFC-82AAE0FC12E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1636" y="3318051"/>
            <a:ext cx="444755" cy="62792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26" name="Imagen 27" descr="Un dibujo con letras&#10;&#10;El contenido generado por IA puede ser incorrecto.">
            <a:extLst>
              <a:ext uri="{FF2B5EF4-FFF2-40B4-BE49-F238E27FC236}">
                <a16:creationId xmlns:a16="http://schemas.microsoft.com/office/drawing/2014/main" id="{8EB28301-8FA8-109A-D3E6-B3127698524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0391" y="4074765"/>
            <a:ext cx="553447" cy="628917"/>
          </a:xfrm>
          <a:prstGeom prst="rect">
            <a:avLst/>
          </a:prstGeom>
        </p:spPr>
      </p:pic>
      <p:pic>
        <p:nvPicPr>
          <p:cNvPr id="27" name="Imagen 9" descr="Logotipo">
            <a:extLst>
              <a:ext uri="{FF2B5EF4-FFF2-40B4-BE49-F238E27FC236}">
                <a16:creationId xmlns:a16="http://schemas.microsoft.com/office/drawing/2014/main" id="{91613E49-6D00-AD75-9537-1463C2964444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2031" y="4145433"/>
            <a:ext cx="509019" cy="405625"/>
          </a:xfrm>
          <a:prstGeom prst="rect">
            <a:avLst/>
          </a:prstGeom>
        </p:spPr>
      </p:pic>
      <p:pic>
        <p:nvPicPr>
          <p:cNvPr id="28" name="Imagen 34">
            <a:extLst>
              <a:ext uri="{FF2B5EF4-FFF2-40B4-BE49-F238E27FC236}">
                <a16:creationId xmlns:a16="http://schemas.microsoft.com/office/drawing/2014/main" id="{CBE6845C-C226-D913-8DE0-2A418E892789}"/>
              </a:ext>
            </a:extLst>
          </p:cNvPr>
          <p:cNvPicPr>
            <a:picLocks noChangeAspect="1"/>
          </p:cNvPicPr>
          <p:nvPr/>
        </p:nvPicPr>
        <p:blipFill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678336" y="3307250"/>
            <a:ext cx="752564" cy="767515"/>
          </a:xfrm>
          <a:prstGeom prst="rect">
            <a:avLst/>
          </a:prstGeom>
        </p:spPr>
      </p:pic>
      <p:sp>
        <p:nvSpPr>
          <p:cNvPr id="30" name="Google Shape;3757;p55">
            <a:extLst>
              <a:ext uri="{FF2B5EF4-FFF2-40B4-BE49-F238E27FC236}">
                <a16:creationId xmlns:a16="http://schemas.microsoft.com/office/drawing/2014/main" id="{099E9907-A758-EAF3-2B55-A45DAC1140B4}"/>
              </a:ext>
            </a:extLst>
          </p:cNvPr>
          <p:cNvSpPr txBox="1"/>
          <p:nvPr/>
        </p:nvSpPr>
        <p:spPr>
          <a:xfrm>
            <a:off x="6923435" y="1985954"/>
            <a:ext cx="2001713" cy="105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Base de </a:t>
            </a:r>
            <a:r>
              <a:rPr lang="en-US" sz="1200" b="1" dirty="0" err="1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datos</a:t>
            </a:r>
            <a:endParaRPr lang="en-US" sz="1200" b="1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marL="139700"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</a:pPr>
            <a:endParaRPr lang="en-US" sz="1200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marL="342900" lvl="0" indent="-203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r>
              <a:rPr lang="en-US" sz="12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SQL server de Azure</a:t>
            </a:r>
          </a:p>
          <a:p>
            <a:pPr marL="342900" lvl="0" indent="-203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endParaRPr lang="en-US" sz="1200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marL="342900" lvl="0" indent="-203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PT Sans"/>
              <a:buChar char="●"/>
            </a:pPr>
            <a:endParaRPr sz="1200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9" name="Google Shape;3389;p49"/>
          <p:cNvSpPr txBox="1">
            <a:spLocks noGrp="1"/>
          </p:cNvSpPr>
          <p:nvPr>
            <p:ph type="body" idx="1"/>
          </p:nvPr>
        </p:nvSpPr>
        <p:spPr>
          <a:xfrm>
            <a:off x="1109550" y="4079027"/>
            <a:ext cx="6924900" cy="449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DEMOSTRACIÓN DEL RESULTADO</a:t>
            </a:r>
            <a:endParaRPr dirty="0"/>
          </a:p>
        </p:txBody>
      </p:sp>
      <p:grpSp>
        <p:nvGrpSpPr>
          <p:cNvPr id="3390" name="Google Shape;3390;p49"/>
          <p:cNvGrpSpPr/>
          <p:nvPr/>
        </p:nvGrpSpPr>
        <p:grpSpPr>
          <a:xfrm>
            <a:off x="8058476" y="4879932"/>
            <a:ext cx="1252897" cy="51000"/>
            <a:chOff x="2915381" y="4104819"/>
            <a:chExt cx="1252897" cy="51000"/>
          </a:xfrm>
        </p:grpSpPr>
        <p:sp>
          <p:nvSpPr>
            <p:cNvPr id="3391" name="Google Shape;3391;p49"/>
            <p:cNvSpPr/>
            <p:nvPr/>
          </p:nvSpPr>
          <p:spPr>
            <a:xfrm>
              <a:off x="2915381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2" name="Google Shape;3392;p49"/>
            <p:cNvSpPr/>
            <p:nvPr/>
          </p:nvSpPr>
          <p:spPr>
            <a:xfrm>
              <a:off x="3007850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3" name="Google Shape;3393;p49"/>
            <p:cNvSpPr/>
            <p:nvPr/>
          </p:nvSpPr>
          <p:spPr>
            <a:xfrm>
              <a:off x="3100319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4" name="Google Shape;3394;p49"/>
            <p:cNvSpPr/>
            <p:nvPr/>
          </p:nvSpPr>
          <p:spPr>
            <a:xfrm>
              <a:off x="3192788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5" name="Google Shape;3395;p49"/>
            <p:cNvSpPr/>
            <p:nvPr/>
          </p:nvSpPr>
          <p:spPr>
            <a:xfrm>
              <a:off x="328525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6" name="Google Shape;3396;p49"/>
            <p:cNvSpPr/>
            <p:nvPr/>
          </p:nvSpPr>
          <p:spPr>
            <a:xfrm>
              <a:off x="3377726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7" name="Google Shape;3397;p49"/>
            <p:cNvSpPr/>
            <p:nvPr/>
          </p:nvSpPr>
          <p:spPr>
            <a:xfrm>
              <a:off x="3470195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8" name="Google Shape;3398;p49"/>
            <p:cNvSpPr/>
            <p:nvPr/>
          </p:nvSpPr>
          <p:spPr>
            <a:xfrm>
              <a:off x="3562664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9" name="Google Shape;3399;p49"/>
            <p:cNvSpPr/>
            <p:nvPr/>
          </p:nvSpPr>
          <p:spPr>
            <a:xfrm>
              <a:off x="3655133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0" name="Google Shape;3400;p49"/>
            <p:cNvSpPr/>
            <p:nvPr/>
          </p:nvSpPr>
          <p:spPr>
            <a:xfrm>
              <a:off x="3747602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1" name="Google Shape;3401;p49"/>
            <p:cNvSpPr/>
            <p:nvPr/>
          </p:nvSpPr>
          <p:spPr>
            <a:xfrm>
              <a:off x="38400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2" name="Google Shape;3402;p49"/>
            <p:cNvSpPr/>
            <p:nvPr/>
          </p:nvSpPr>
          <p:spPr>
            <a:xfrm>
              <a:off x="39324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3" name="Google Shape;3403;p49"/>
            <p:cNvSpPr/>
            <p:nvPr/>
          </p:nvSpPr>
          <p:spPr>
            <a:xfrm>
              <a:off x="40248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4" name="Google Shape;3404;p49"/>
            <p:cNvSpPr/>
            <p:nvPr/>
          </p:nvSpPr>
          <p:spPr>
            <a:xfrm>
              <a:off x="41172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05" name="Google Shape;3405;p49"/>
          <p:cNvSpPr/>
          <p:nvPr/>
        </p:nvSpPr>
        <p:spPr>
          <a:xfrm flipH="1">
            <a:off x="8554554" y="8506"/>
            <a:ext cx="586800" cy="1284425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06" name="Google Shape;3406;p49"/>
          <p:cNvGrpSpPr/>
          <p:nvPr/>
        </p:nvGrpSpPr>
        <p:grpSpPr>
          <a:xfrm rot="5400000" flipH="1">
            <a:off x="8517601" y="-295650"/>
            <a:ext cx="302065" cy="1520982"/>
            <a:chOff x="-108754" y="2690919"/>
            <a:chExt cx="302065" cy="1520982"/>
          </a:xfrm>
        </p:grpSpPr>
        <p:sp>
          <p:nvSpPr>
            <p:cNvPr id="3407" name="Google Shape;3407;p49"/>
            <p:cNvSpPr/>
            <p:nvPr/>
          </p:nvSpPr>
          <p:spPr>
            <a:xfrm>
              <a:off x="-62388" y="2782841"/>
              <a:ext cx="209364" cy="1335580"/>
            </a:xfrm>
            <a:custGeom>
              <a:avLst/>
              <a:gdLst/>
              <a:ahLst/>
              <a:cxnLst/>
              <a:rect l="l" t="t" r="r" b="b"/>
              <a:pathLst>
                <a:path w="6719" h="42862" fill="none" extrusionOk="0">
                  <a:moveTo>
                    <a:pt x="0" y="42862"/>
                  </a:moveTo>
                  <a:lnTo>
                    <a:pt x="0" y="23799"/>
                  </a:lnTo>
                  <a:lnTo>
                    <a:pt x="6718" y="17056"/>
                  </a:lnTo>
                  <a:lnTo>
                    <a:pt x="6718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8" name="Google Shape;3408;p49"/>
            <p:cNvSpPr/>
            <p:nvPr/>
          </p:nvSpPr>
          <p:spPr>
            <a:xfrm>
              <a:off x="101358" y="2690919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1"/>
                  </a:moveTo>
                  <a:cubicBezTo>
                    <a:pt x="2281" y="1"/>
                    <a:pt x="2951" y="645"/>
                    <a:pt x="2951" y="1463"/>
                  </a:cubicBezTo>
                  <a:cubicBezTo>
                    <a:pt x="2951" y="2281"/>
                    <a:pt x="2281" y="2951"/>
                    <a:pt x="1463" y="2951"/>
                  </a:cubicBezTo>
                  <a:cubicBezTo>
                    <a:pt x="645" y="2951"/>
                    <a:pt x="1" y="2281"/>
                    <a:pt x="1" y="1463"/>
                  </a:cubicBezTo>
                  <a:cubicBezTo>
                    <a:pt x="1" y="645"/>
                    <a:pt x="645" y="1"/>
                    <a:pt x="1463" y="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9" name="Google Shape;3409;p49"/>
            <p:cNvSpPr/>
            <p:nvPr/>
          </p:nvSpPr>
          <p:spPr>
            <a:xfrm>
              <a:off x="125320" y="2714881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4" y="0"/>
                  </a:moveTo>
                  <a:cubicBezTo>
                    <a:pt x="322" y="0"/>
                    <a:pt x="0" y="322"/>
                    <a:pt x="0" y="694"/>
                  </a:cubicBezTo>
                  <a:cubicBezTo>
                    <a:pt x="0" y="1091"/>
                    <a:pt x="322" y="1388"/>
                    <a:pt x="694" y="1388"/>
                  </a:cubicBezTo>
                  <a:cubicBezTo>
                    <a:pt x="1091" y="1388"/>
                    <a:pt x="1388" y="1091"/>
                    <a:pt x="1388" y="694"/>
                  </a:cubicBezTo>
                  <a:cubicBezTo>
                    <a:pt x="1388" y="322"/>
                    <a:pt x="1091" y="0"/>
                    <a:pt x="69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0" name="Google Shape;3410;p49"/>
            <p:cNvSpPr/>
            <p:nvPr/>
          </p:nvSpPr>
          <p:spPr>
            <a:xfrm>
              <a:off x="-108754" y="4119948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88" y="0"/>
                  </a:moveTo>
                  <a:cubicBezTo>
                    <a:pt x="2306" y="0"/>
                    <a:pt x="2951" y="670"/>
                    <a:pt x="2951" y="1463"/>
                  </a:cubicBezTo>
                  <a:cubicBezTo>
                    <a:pt x="2951" y="2281"/>
                    <a:pt x="2306" y="2950"/>
                    <a:pt x="1488" y="2950"/>
                  </a:cubicBezTo>
                  <a:cubicBezTo>
                    <a:pt x="670" y="2950"/>
                    <a:pt x="1" y="2281"/>
                    <a:pt x="1" y="1463"/>
                  </a:cubicBezTo>
                  <a:cubicBezTo>
                    <a:pt x="1" y="670"/>
                    <a:pt x="670" y="0"/>
                    <a:pt x="1488" y="0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1" name="Google Shape;3411;p49"/>
            <p:cNvSpPr/>
            <p:nvPr/>
          </p:nvSpPr>
          <p:spPr>
            <a:xfrm>
              <a:off x="-84013" y="4144658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12" name="Google Shape;3412;p49"/>
          <p:cNvGrpSpPr/>
          <p:nvPr/>
        </p:nvGrpSpPr>
        <p:grpSpPr>
          <a:xfrm>
            <a:off x="7805645" y="2296729"/>
            <a:ext cx="2297800" cy="347400"/>
            <a:chOff x="7805645" y="2296729"/>
            <a:chExt cx="2297800" cy="347400"/>
          </a:xfrm>
        </p:grpSpPr>
        <p:sp>
          <p:nvSpPr>
            <p:cNvPr id="3413" name="Google Shape;3413;p49"/>
            <p:cNvSpPr/>
            <p:nvPr/>
          </p:nvSpPr>
          <p:spPr>
            <a:xfrm flipH="1">
              <a:off x="8108745" y="2576029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4" name="Google Shape;3414;p49"/>
            <p:cNvSpPr/>
            <p:nvPr/>
          </p:nvSpPr>
          <p:spPr>
            <a:xfrm flipH="1">
              <a:off x="7805645" y="2296729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15" name="Google Shape;3415;p49"/>
          <p:cNvSpPr/>
          <p:nvPr/>
        </p:nvSpPr>
        <p:spPr>
          <a:xfrm rot="-5400000">
            <a:off x="1613557" y="-1387741"/>
            <a:ext cx="586800" cy="3813910"/>
          </a:xfrm>
          <a:prstGeom prst="flowChartOffpageConnector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16" name="Google Shape;3416;p49"/>
          <p:cNvGrpSpPr/>
          <p:nvPr/>
        </p:nvGrpSpPr>
        <p:grpSpPr>
          <a:xfrm rot="10800000">
            <a:off x="-11" y="398178"/>
            <a:ext cx="883262" cy="242091"/>
            <a:chOff x="2300350" y="2601250"/>
            <a:chExt cx="2275275" cy="623625"/>
          </a:xfrm>
        </p:grpSpPr>
        <p:sp>
          <p:nvSpPr>
            <p:cNvPr id="3417" name="Google Shape;3417;p49"/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8" name="Google Shape;3418;p49"/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9" name="Google Shape;3419;p49"/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0" name="Google Shape;3420;p49"/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1" name="Google Shape;3421;p49"/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2" name="Google Shape;3422;p49"/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23" name="Google Shape;3423;p49"/>
          <p:cNvGrpSpPr/>
          <p:nvPr/>
        </p:nvGrpSpPr>
        <p:grpSpPr>
          <a:xfrm>
            <a:off x="442736" y="3589512"/>
            <a:ext cx="1105976" cy="133969"/>
            <a:chOff x="8183182" y="663852"/>
            <a:chExt cx="1475028" cy="178673"/>
          </a:xfrm>
        </p:grpSpPr>
        <p:grpSp>
          <p:nvGrpSpPr>
            <p:cNvPr id="3424" name="Google Shape;3424;p49"/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3425" name="Google Shape;3425;p49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6" name="Google Shape;3426;p49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7" name="Google Shape;3427;p49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8" name="Google Shape;3428;p49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9" name="Google Shape;3429;p49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0" name="Google Shape;3430;p49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1" name="Google Shape;3431;p49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2" name="Google Shape;3432;p49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3" name="Google Shape;3433;p49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4" name="Google Shape;3434;p49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435" name="Google Shape;3435;p49"/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3436" name="Google Shape;3436;p49"/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7" name="Google Shape;3437;p49"/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8" name="Google Shape;3438;p49"/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9" name="Google Shape;3439;p49"/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0" name="Google Shape;3440;p49"/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1" name="Google Shape;3441;p49"/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2" name="Google Shape;3442;p49"/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3" name="Google Shape;3443;p49"/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4" name="Google Shape;3444;p49"/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5" name="Google Shape;3445;p49"/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pic>
        <p:nvPicPr>
          <p:cNvPr id="1026" name="Picture 2" descr="Play &amp; Pause Animation by Kreativa Studio on Dribbble">
            <a:extLst>
              <a:ext uri="{FF2B5EF4-FFF2-40B4-BE49-F238E27FC236}">
                <a16:creationId xmlns:a16="http://schemas.microsoft.com/office/drawing/2014/main" id="{FF610080-3948-0908-44F5-CBBCD69593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0412" y="1410582"/>
            <a:ext cx="3015785" cy="2261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2758;p34">
            <a:extLst>
              <a:ext uri="{FF2B5EF4-FFF2-40B4-BE49-F238E27FC236}">
                <a16:creationId xmlns:a16="http://schemas.microsoft.com/office/drawing/2014/main" id="{4C632711-A84E-9E73-5B2F-2A195C7F5DF0}"/>
              </a:ext>
            </a:extLst>
          </p:cNvPr>
          <p:cNvSpPr txBox="1">
            <a:spLocks/>
          </p:cNvSpPr>
          <p:nvPr/>
        </p:nvSpPr>
        <p:spPr>
          <a:xfrm>
            <a:off x="993897" y="132934"/>
            <a:ext cx="2211021" cy="772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2000" dirty="0">
                <a:solidFill>
                  <a:schemeClr val="accent2"/>
                </a:solidFill>
              </a:rPr>
              <a:t>MechaGestionEX</a:t>
            </a:r>
            <a:endParaRPr lang="en-US" sz="1800" dirty="0"/>
          </a:p>
        </p:txBody>
      </p:sp>
      <p:pic>
        <p:nvPicPr>
          <p:cNvPr id="3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4B02ABF4-099C-636B-37E0-2C7B21E36A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7429" y="748944"/>
            <a:ext cx="2114268" cy="528567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9">
          <a:extLst>
            <a:ext uri="{FF2B5EF4-FFF2-40B4-BE49-F238E27FC236}">
              <a16:creationId xmlns:a16="http://schemas.microsoft.com/office/drawing/2014/main" id="{E52F18ED-2A53-2436-CD47-5AA1E8BF1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0" name="Google Shape;3260;p46">
            <a:extLst>
              <a:ext uri="{FF2B5EF4-FFF2-40B4-BE49-F238E27FC236}">
                <a16:creationId xmlns:a16="http://schemas.microsoft.com/office/drawing/2014/main" id="{E44B4B7B-678B-765B-94B3-0F313DBD7A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2019" y="703207"/>
            <a:ext cx="771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RESULTADOS OBTENIDOS</a:t>
            </a:r>
            <a:endParaRPr dirty="0"/>
          </a:p>
        </p:txBody>
      </p:sp>
      <p:grpSp>
        <p:nvGrpSpPr>
          <p:cNvPr id="3326" name="Google Shape;3326;p46">
            <a:extLst>
              <a:ext uri="{FF2B5EF4-FFF2-40B4-BE49-F238E27FC236}">
                <a16:creationId xmlns:a16="http://schemas.microsoft.com/office/drawing/2014/main" id="{28944B40-37ED-FF09-266D-62DB12463B7D}"/>
              </a:ext>
            </a:extLst>
          </p:cNvPr>
          <p:cNvGrpSpPr/>
          <p:nvPr/>
        </p:nvGrpSpPr>
        <p:grpSpPr>
          <a:xfrm>
            <a:off x="8186645" y="925129"/>
            <a:ext cx="2297800" cy="347400"/>
            <a:chOff x="7805645" y="2296729"/>
            <a:chExt cx="2297800" cy="347400"/>
          </a:xfrm>
        </p:grpSpPr>
        <p:sp>
          <p:nvSpPr>
            <p:cNvPr id="3327" name="Google Shape;3327;p46">
              <a:extLst>
                <a:ext uri="{FF2B5EF4-FFF2-40B4-BE49-F238E27FC236}">
                  <a16:creationId xmlns:a16="http://schemas.microsoft.com/office/drawing/2014/main" id="{B7D4BDAF-DD3D-A0AD-4AF9-E4F936FE2850}"/>
                </a:ext>
              </a:extLst>
            </p:cNvPr>
            <p:cNvSpPr/>
            <p:nvPr/>
          </p:nvSpPr>
          <p:spPr>
            <a:xfrm flipH="1">
              <a:off x="8108745" y="2576029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8" name="Google Shape;3328;p46">
              <a:extLst>
                <a:ext uri="{FF2B5EF4-FFF2-40B4-BE49-F238E27FC236}">
                  <a16:creationId xmlns:a16="http://schemas.microsoft.com/office/drawing/2014/main" id="{012F7729-9817-BD45-12CB-1F68A7617922}"/>
                </a:ext>
              </a:extLst>
            </p:cNvPr>
            <p:cNvSpPr/>
            <p:nvPr/>
          </p:nvSpPr>
          <p:spPr>
            <a:xfrm flipH="1">
              <a:off x="7805645" y="2296729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29" name="Google Shape;3329;p46">
            <a:extLst>
              <a:ext uri="{FF2B5EF4-FFF2-40B4-BE49-F238E27FC236}">
                <a16:creationId xmlns:a16="http://schemas.microsoft.com/office/drawing/2014/main" id="{B2426FDD-2EA9-B724-5BFD-9D8218ACAE5C}"/>
              </a:ext>
            </a:extLst>
          </p:cNvPr>
          <p:cNvGrpSpPr/>
          <p:nvPr/>
        </p:nvGrpSpPr>
        <p:grpSpPr>
          <a:xfrm rot="5400000" flipH="1">
            <a:off x="185402" y="2892328"/>
            <a:ext cx="883262" cy="242091"/>
            <a:chOff x="2300350" y="2601250"/>
            <a:chExt cx="2275275" cy="623625"/>
          </a:xfrm>
        </p:grpSpPr>
        <p:sp>
          <p:nvSpPr>
            <p:cNvPr id="3330" name="Google Shape;3330;p46">
              <a:extLst>
                <a:ext uri="{FF2B5EF4-FFF2-40B4-BE49-F238E27FC236}">
                  <a16:creationId xmlns:a16="http://schemas.microsoft.com/office/drawing/2014/main" id="{769332F7-DFC4-55CB-0358-8CBF7EB3DFC9}"/>
                </a:ext>
              </a:extLst>
            </p:cNvPr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1" name="Google Shape;3331;p46">
              <a:extLst>
                <a:ext uri="{FF2B5EF4-FFF2-40B4-BE49-F238E27FC236}">
                  <a16:creationId xmlns:a16="http://schemas.microsoft.com/office/drawing/2014/main" id="{218FC0F1-616B-9B11-6EB9-785B16998D60}"/>
                </a:ext>
              </a:extLst>
            </p:cNvPr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2" name="Google Shape;3332;p46">
              <a:extLst>
                <a:ext uri="{FF2B5EF4-FFF2-40B4-BE49-F238E27FC236}">
                  <a16:creationId xmlns:a16="http://schemas.microsoft.com/office/drawing/2014/main" id="{7E6C5D07-21A1-EE30-FB2F-D7AB205C52AC}"/>
                </a:ext>
              </a:extLst>
            </p:cNvPr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3" name="Google Shape;3333;p46">
              <a:extLst>
                <a:ext uri="{FF2B5EF4-FFF2-40B4-BE49-F238E27FC236}">
                  <a16:creationId xmlns:a16="http://schemas.microsoft.com/office/drawing/2014/main" id="{41515FE8-936C-F966-6E9E-6E648CF49B6E}"/>
                </a:ext>
              </a:extLst>
            </p:cNvPr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4" name="Google Shape;3334;p46">
              <a:extLst>
                <a:ext uri="{FF2B5EF4-FFF2-40B4-BE49-F238E27FC236}">
                  <a16:creationId xmlns:a16="http://schemas.microsoft.com/office/drawing/2014/main" id="{F9C008CD-B70F-7CB5-EE32-3129EA9306C8}"/>
                </a:ext>
              </a:extLst>
            </p:cNvPr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5" name="Google Shape;3335;p46">
              <a:extLst>
                <a:ext uri="{FF2B5EF4-FFF2-40B4-BE49-F238E27FC236}">
                  <a16:creationId xmlns:a16="http://schemas.microsoft.com/office/drawing/2014/main" id="{1A39F7BF-532C-FC19-75E3-E449D4EAD784}"/>
                </a:ext>
              </a:extLst>
            </p:cNvPr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2758;p34">
            <a:extLst>
              <a:ext uri="{FF2B5EF4-FFF2-40B4-BE49-F238E27FC236}">
                <a16:creationId xmlns:a16="http://schemas.microsoft.com/office/drawing/2014/main" id="{345D5DC4-3406-D24C-D74B-61C05200A943}"/>
              </a:ext>
            </a:extLst>
          </p:cNvPr>
          <p:cNvSpPr txBox="1">
            <a:spLocks/>
          </p:cNvSpPr>
          <p:nvPr/>
        </p:nvSpPr>
        <p:spPr>
          <a:xfrm>
            <a:off x="627032" y="55569"/>
            <a:ext cx="2211021" cy="772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2000" dirty="0">
                <a:solidFill>
                  <a:schemeClr val="accent2"/>
                </a:solidFill>
              </a:rPr>
              <a:t>MechaGestionEX</a:t>
            </a:r>
            <a:endParaRPr lang="en-US" sz="1800" dirty="0"/>
          </a:p>
        </p:txBody>
      </p:sp>
      <p:pic>
        <p:nvPicPr>
          <p:cNvPr id="3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B0D71C8A-3712-F8AA-8B39-32E13D7958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3604" y="128372"/>
            <a:ext cx="2114268" cy="528567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oogle Shape;3077;p42">
            <a:extLst>
              <a:ext uri="{FF2B5EF4-FFF2-40B4-BE49-F238E27FC236}">
                <a16:creationId xmlns:a16="http://schemas.microsoft.com/office/drawing/2014/main" id="{C1D70B7C-B386-9F0F-8459-67C167A268DB}"/>
              </a:ext>
            </a:extLst>
          </p:cNvPr>
          <p:cNvGrpSpPr/>
          <p:nvPr/>
        </p:nvGrpSpPr>
        <p:grpSpPr>
          <a:xfrm>
            <a:off x="1463723" y="1635344"/>
            <a:ext cx="610177" cy="609361"/>
            <a:chOff x="4722040" y="1437111"/>
            <a:chExt cx="416490" cy="417360"/>
          </a:xfrm>
        </p:grpSpPr>
        <p:sp>
          <p:nvSpPr>
            <p:cNvPr id="7" name="Google Shape;3078;p42">
              <a:extLst>
                <a:ext uri="{FF2B5EF4-FFF2-40B4-BE49-F238E27FC236}">
                  <a16:creationId xmlns:a16="http://schemas.microsoft.com/office/drawing/2014/main" id="{27E0145B-DA29-11B8-D2B2-7CF661FF1ACD}"/>
                </a:ext>
              </a:extLst>
            </p:cNvPr>
            <p:cNvSpPr/>
            <p:nvPr/>
          </p:nvSpPr>
          <p:spPr>
            <a:xfrm>
              <a:off x="4785056" y="1586997"/>
              <a:ext cx="298975" cy="179742"/>
            </a:xfrm>
            <a:custGeom>
              <a:avLst/>
              <a:gdLst/>
              <a:ahLst/>
              <a:cxnLst/>
              <a:rect l="l" t="t" r="r" b="b"/>
              <a:pathLst>
                <a:path w="8360" h="5026" extrusionOk="0">
                  <a:moveTo>
                    <a:pt x="4192" y="810"/>
                  </a:moveTo>
                  <a:cubicBezTo>
                    <a:pt x="5002" y="810"/>
                    <a:pt x="5787" y="1120"/>
                    <a:pt x="6359" y="1692"/>
                  </a:cubicBezTo>
                  <a:cubicBezTo>
                    <a:pt x="6478" y="1834"/>
                    <a:pt x="6478" y="2049"/>
                    <a:pt x="6359" y="2192"/>
                  </a:cubicBezTo>
                  <a:cubicBezTo>
                    <a:pt x="6287" y="2251"/>
                    <a:pt x="6198" y="2281"/>
                    <a:pt x="6112" y="2281"/>
                  </a:cubicBezTo>
                  <a:cubicBezTo>
                    <a:pt x="6026" y="2281"/>
                    <a:pt x="5942" y="2251"/>
                    <a:pt x="5883" y="2192"/>
                  </a:cubicBezTo>
                  <a:cubicBezTo>
                    <a:pt x="5430" y="1739"/>
                    <a:pt x="4811" y="1477"/>
                    <a:pt x="4192" y="1477"/>
                  </a:cubicBezTo>
                  <a:cubicBezTo>
                    <a:pt x="3549" y="1477"/>
                    <a:pt x="2953" y="1739"/>
                    <a:pt x="2501" y="2192"/>
                  </a:cubicBezTo>
                  <a:cubicBezTo>
                    <a:pt x="2430" y="2251"/>
                    <a:pt x="2340" y="2281"/>
                    <a:pt x="2254" y="2281"/>
                  </a:cubicBezTo>
                  <a:cubicBezTo>
                    <a:pt x="2168" y="2281"/>
                    <a:pt x="2084" y="2251"/>
                    <a:pt x="2025" y="2192"/>
                  </a:cubicBezTo>
                  <a:cubicBezTo>
                    <a:pt x="1882" y="2049"/>
                    <a:pt x="1882" y="1834"/>
                    <a:pt x="2025" y="1692"/>
                  </a:cubicBezTo>
                  <a:cubicBezTo>
                    <a:pt x="2596" y="1120"/>
                    <a:pt x="3358" y="810"/>
                    <a:pt x="4192" y="810"/>
                  </a:cubicBezTo>
                  <a:close/>
                  <a:moveTo>
                    <a:pt x="4192" y="2168"/>
                  </a:moveTo>
                  <a:cubicBezTo>
                    <a:pt x="4644" y="2168"/>
                    <a:pt x="5073" y="2335"/>
                    <a:pt x="5383" y="2668"/>
                  </a:cubicBezTo>
                  <a:cubicBezTo>
                    <a:pt x="5525" y="2811"/>
                    <a:pt x="5525" y="3025"/>
                    <a:pt x="5383" y="3144"/>
                  </a:cubicBezTo>
                  <a:cubicBezTo>
                    <a:pt x="5323" y="3216"/>
                    <a:pt x="5240" y="3251"/>
                    <a:pt x="5153" y="3251"/>
                  </a:cubicBezTo>
                  <a:cubicBezTo>
                    <a:pt x="5067" y="3251"/>
                    <a:pt x="4978" y="3216"/>
                    <a:pt x="4906" y="3144"/>
                  </a:cubicBezTo>
                  <a:cubicBezTo>
                    <a:pt x="4716" y="2954"/>
                    <a:pt x="4454" y="2858"/>
                    <a:pt x="4192" y="2858"/>
                  </a:cubicBezTo>
                  <a:cubicBezTo>
                    <a:pt x="3906" y="2858"/>
                    <a:pt x="3644" y="2954"/>
                    <a:pt x="3454" y="3144"/>
                  </a:cubicBezTo>
                  <a:cubicBezTo>
                    <a:pt x="3394" y="3216"/>
                    <a:pt x="3311" y="3251"/>
                    <a:pt x="3224" y="3251"/>
                  </a:cubicBezTo>
                  <a:cubicBezTo>
                    <a:pt x="3138" y="3251"/>
                    <a:pt x="3049" y="3216"/>
                    <a:pt x="2977" y="3144"/>
                  </a:cubicBezTo>
                  <a:cubicBezTo>
                    <a:pt x="2834" y="3025"/>
                    <a:pt x="2834" y="2811"/>
                    <a:pt x="2977" y="2668"/>
                  </a:cubicBezTo>
                  <a:cubicBezTo>
                    <a:pt x="3311" y="2335"/>
                    <a:pt x="3739" y="2168"/>
                    <a:pt x="4192" y="2168"/>
                  </a:cubicBezTo>
                  <a:close/>
                  <a:moveTo>
                    <a:pt x="4192" y="3525"/>
                  </a:moveTo>
                  <a:cubicBezTo>
                    <a:pt x="4382" y="3525"/>
                    <a:pt x="4525" y="3692"/>
                    <a:pt x="4525" y="3882"/>
                  </a:cubicBezTo>
                  <a:cubicBezTo>
                    <a:pt x="4525" y="4049"/>
                    <a:pt x="4382" y="4216"/>
                    <a:pt x="4192" y="4216"/>
                  </a:cubicBezTo>
                  <a:cubicBezTo>
                    <a:pt x="4001" y="4216"/>
                    <a:pt x="3835" y="4049"/>
                    <a:pt x="3835" y="3882"/>
                  </a:cubicBezTo>
                  <a:cubicBezTo>
                    <a:pt x="3835" y="3692"/>
                    <a:pt x="4001" y="3525"/>
                    <a:pt x="4192" y="3525"/>
                  </a:cubicBezTo>
                  <a:close/>
                  <a:moveTo>
                    <a:pt x="334" y="1"/>
                  </a:moveTo>
                  <a:cubicBezTo>
                    <a:pt x="143" y="1"/>
                    <a:pt x="0" y="144"/>
                    <a:pt x="0" y="310"/>
                  </a:cubicBezTo>
                  <a:lnTo>
                    <a:pt x="0" y="5026"/>
                  </a:lnTo>
                  <a:lnTo>
                    <a:pt x="8359" y="5026"/>
                  </a:lnTo>
                  <a:lnTo>
                    <a:pt x="8359" y="310"/>
                  </a:lnTo>
                  <a:cubicBezTo>
                    <a:pt x="8359" y="144"/>
                    <a:pt x="8216" y="1"/>
                    <a:pt x="802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8" name="Google Shape;3079;p42">
              <a:extLst>
                <a:ext uri="{FF2B5EF4-FFF2-40B4-BE49-F238E27FC236}">
                  <a16:creationId xmlns:a16="http://schemas.microsoft.com/office/drawing/2014/main" id="{16B45014-FB05-2335-AD66-BBE646C2FAB2}"/>
                </a:ext>
              </a:extLst>
            </p:cNvPr>
            <p:cNvSpPr/>
            <p:nvPr/>
          </p:nvSpPr>
          <p:spPr>
            <a:xfrm>
              <a:off x="4756946" y="1791422"/>
              <a:ext cx="356051" cy="63049"/>
            </a:xfrm>
            <a:custGeom>
              <a:avLst/>
              <a:gdLst/>
              <a:ahLst/>
              <a:cxnLst/>
              <a:rect l="l" t="t" r="r" b="b"/>
              <a:pathLst>
                <a:path w="9956" h="1763" extrusionOk="0">
                  <a:moveTo>
                    <a:pt x="334" y="0"/>
                  </a:moveTo>
                  <a:cubicBezTo>
                    <a:pt x="143" y="0"/>
                    <a:pt x="1" y="143"/>
                    <a:pt x="1" y="310"/>
                  </a:cubicBezTo>
                  <a:lnTo>
                    <a:pt x="1" y="476"/>
                  </a:lnTo>
                  <a:cubicBezTo>
                    <a:pt x="1" y="1191"/>
                    <a:pt x="572" y="1762"/>
                    <a:pt x="1263" y="1762"/>
                  </a:cubicBezTo>
                  <a:lnTo>
                    <a:pt x="8669" y="1762"/>
                  </a:lnTo>
                  <a:cubicBezTo>
                    <a:pt x="9383" y="1762"/>
                    <a:pt x="9955" y="1191"/>
                    <a:pt x="9955" y="476"/>
                  </a:cubicBezTo>
                  <a:lnTo>
                    <a:pt x="9955" y="310"/>
                  </a:lnTo>
                  <a:cubicBezTo>
                    <a:pt x="9955" y="143"/>
                    <a:pt x="9788" y="0"/>
                    <a:pt x="962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3080;p42">
              <a:extLst>
                <a:ext uri="{FF2B5EF4-FFF2-40B4-BE49-F238E27FC236}">
                  <a16:creationId xmlns:a16="http://schemas.microsoft.com/office/drawing/2014/main" id="{22F6151E-CA09-7A5D-112B-446111309A3E}"/>
                </a:ext>
              </a:extLst>
            </p:cNvPr>
            <p:cNvSpPr/>
            <p:nvPr/>
          </p:nvSpPr>
          <p:spPr>
            <a:xfrm>
              <a:off x="4722040" y="1437111"/>
              <a:ext cx="416490" cy="235103"/>
            </a:xfrm>
            <a:custGeom>
              <a:avLst/>
              <a:gdLst/>
              <a:ahLst/>
              <a:cxnLst/>
              <a:rect l="l" t="t" r="r" b="b"/>
              <a:pathLst>
                <a:path w="11646" h="6574" extrusionOk="0">
                  <a:moveTo>
                    <a:pt x="5811" y="0"/>
                  </a:moveTo>
                  <a:cubicBezTo>
                    <a:pt x="5525" y="0"/>
                    <a:pt x="5239" y="72"/>
                    <a:pt x="4977" y="167"/>
                  </a:cubicBezTo>
                  <a:cubicBezTo>
                    <a:pt x="4358" y="405"/>
                    <a:pt x="3858" y="858"/>
                    <a:pt x="3596" y="1453"/>
                  </a:cubicBezTo>
                  <a:cubicBezTo>
                    <a:pt x="3382" y="1358"/>
                    <a:pt x="3144" y="1310"/>
                    <a:pt x="2906" y="1310"/>
                  </a:cubicBezTo>
                  <a:cubicBezTo>
                    <a:pt x="2501" y="1310"/>
                    <a:pt x="2120" y="1453"/>
                    <a:pt x="1834" y="1691"/>
                  </a:cubicBezTo>
                  <a:cubicBezTo>
                    <a:pt x="1691" y="1834"/>
                    <a:pt x="1572" y="1977"/>
                    <a:pt x="1477" y="2144"/>
                  </a:cubicBezTo>
                  <a:cubicBezTo>
                    <a:pt x="1334" y="2406"/>
                    <a:pt x="1262" y="2715"/>
                    <a:pt x="1286" y="3025"/>
                  </a:cubicBezTo>
                  <a:cubicBezTo>
                    <a:pt x="596" y="3263"/>
                    <a:pt x="95" y="3882"/>
                    <a:pt x="0" y="4620"/>
                  </a:cubicBezTo>
                  <a:cubicBezTo>
                    <a:pt x="0" y="4692"/>
                    <a:pt x="0" y="4763"/>
                    <a:pt x="0" y="4859"/>
                  </a:cubicBezTo>
                  <a:cubicBezTo>
                    <a:pt x="0" y="5454"/>
                    <a:pt x="286" y="6002"/>
                    <a:pt x="715" y="6359"/>
                  </a:cubicBezTo>
                  <a:cubicBezTo>
                    <a:pt x="834" y="6430"/>
                    <a:pt x="953" y="6526"/>
                    <a:pt x="1072" y="6573"/>
                  </a:cubicBezTo>
                  <a:lnTo>
                    <a:pt x="1072" y="4501"/>
                  </a:lnTo>
                  <a:cubicBezTo>
                    <a:pt x="1072" y="3954"/>
                    <a:pt x="1524" y="3501"/>
                    <a:pt x="2096" y="3501"/>
                  </a:cubicBezTo>
                  <a:lnTo>
                    <a:pt x="9788" y="3501"/>
                  </a:lnTo>
                  <a:cubicBezTo>
                    <a:pt x="10359" y="3501"/>
                    <a:pt x="10788" y="3954"/>
                    <a:pt x="10788" y="4501"/>
                  </a:cubicBezTo>
                  <a:lnTo>
                    <a:pt x="10788" y="6430"/>
                  </a:lnTo>
                  <a:cubicBezTo>
                    <a:pt x="10883" y="6383"/>
                    <a:pt x="10955" y="6335"/>
                    <a:pt x="11026" y="6264"/>
                  </a:cubicBezTo>
                  <a:cubicBezTo>
                    <a:pt x="11407" y="5906"/>
                    <a:pt x="11645" y="5406"/>
                    <a:pt x="11645" y="4859"/>
                  </a:cubicBezTo>
                  <a:cubicBezTo>
                    <a:pt x="11645" y="4763"/>
                    <a:pt x="11645" y="4692"/>
                    <a:pt x="11622" y="4620"/>
                  </a:cubicBezTo>
                  <a:cubicBezTo>
                    <a:pt x="11550" y="3882"/>
                    <a:pt x="11026" y="3263"/>
                    <a:pt x="10359" y="3025"/>
                  </a:cubicBezTo>
                  <a:cubicBezTo>
                    <a:pt x="10383" y="2715"/>
                    <a:pt x="10288" y="2406"/>
                    <a:pt x="10169" y="2144"/>
                  </a:cubicBezTo>
                  <a:cubicBezTo>
                    <a:pt x="9883" y="1644"/>
                    <a:pt x="9359" y="1310"/>
                    <a:pt x="8740" y="1310"/>
                  </a:cubicBezTo>
                  <a:cubicBezTo>
                    <a:pt x="8597" y="1310"/>
                    <a:pt x="8478" y="1310"/>
                    <a:pt x="8359" y="1358"/>
                  </a:cubicBezTo>
                  <a:cubicBezTo>
                    <a:pt x="8240" y="1382"/>
                    <a:pt x="8145" y="1405"/>
                    <a:pt x="8026" y="1453"/>
                  </a:cubicBezTo>
                  <a:cubicBezTo>
                    <a:pt x="7954" y="1263"/>
                    <a:pt x="7835" y="1072"/>
                    <a:pt x="7692" y="905"/>
                  </a:cubicBezTo>
                  <a:cubicBezTo>
                    <a:pt x="7264" y="358"/>
                    <a:pt x="6573" y="0"/>
                    <a:pt x="581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8" name="Google Shape;3631;p52">
            <a:extLst>
              <a:ext uri="{FF2B5EF4-FFF2-40B4-BE49-F238E27FC236}">
                <a16:creationId xmlns:a16="http://schemas.microsoft.com/office/drawing/2014/main" id="{7D0F6911-2321-088A-5023-2749FC5DA182}"/>
              </a:ext>
            </a:extLst>
          </p:cNvPr>
          <p:cNvGrpSpPr/>
          <p:nvPr/>
        </p:nvGrpSpPr>
        <p:grpSpPr>
          <a:xfrm>
            <a:off x="3589201" y="1763933"/>
            <a:ext cx="526490" cy="525416"/>
            <a:chOff x="1181536" y="3407083"/>
            <a:chExt cx="417352" cy="416501"/>
          </a:xfrm>
        </p:grpSpPr>
        <p:sp>
          <p:nvSpPr>
            <p:cNvPr id="19" name="Google Shape;3632;p52">
              <a:extLst>
                <a:ext uri="{FF2B5EF4-FFF2-40B4-BE49-F238E27FC236}">
                  <a16:creationId xmlns:a16="http://schemas.microsoft.com/office/drawing/2014/main" id="{A180353C-906F-0DD8-CDA5-F7F0BFF9A548}"/>
                </a:ext>
              </a:extLst>
            </p:cNvPr>
            <p:cNvSpPr/>
            <p:nvPr/>
          </p:nvSpPr>
          <p:spPr>
            <a:xfrm>
              <a:off x="1360390" y="3407083"/>
              <a:ext cx="149058" cy="108182"/>
            </a:xfrm>
            <a:custGeom>
              <a:avLst/>
              <a:gdLst/>
              <a:ahLst/>
              <a:cxnLst/>
              <a:rect l="l" t="t" r="r" b="b"/>
              <a:pathLst>
                <a:path w="4168" h="3025" extrusionOk="0">
                  <a:moveTo>
                    <a:pt x="0" y="0"/>
                  </a:moveTo>
                  <a:lnTo>
                    <a:pt x="0" y="3024"/>
                  </a:lnTo>
                  <a:lnTo>
                    <a:pt x="4168" y="3024"/>
                  </a:lnTo>
                  <a:lnTo>
                    <a:pt x="41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3633;p52">
              <a:extLst>
                <a:ext uri="{FF2B5EF4-FFF2-40B4-BE49-F238E27FC236}">
                  <a16:creationId xmlns:a16="http://schemas.microsoft.com/office/drawing/2014/main" id="{EE865E40-83C2-7E69-F870-30EE75397B6E}"/>
                </a:ext>
              </a:extLst>
            </p:cNvPr>
            <p:cNvSpPr/>
            <p:nvPr/>
          </p:nvSpPr>
          <p:spPr>
            <a:xfrm>
              <a:off x="1425981" y="3591016"/>
              <a:ext cx="75817" cy="109898"/>
            </a:xfrm>
            <a:custGeom>
              <a:avLst/>
              <a:gdLst/>
              <a:ahLst/>
              <a:cxnLst/>
              <a:rect l="l" t="t" r="r" b="b"/>
              <a:pathLst>
                <a:path w="2120" h="3073" extrusionOk="0">
                  <a:moveTo>
                    <a:pt x="0" y="1"/>
                  </a:moveTo>
                  <a:cubicBezTo>
                    <a:pt x="548" y="620"/>
                    <a:pt x="857" y="1430"/>
                    <a:pt x="857" y="2287"/>
                  </a:cubicBezTo>
                  <a:cubicBezTo>
                    <a:pt x="857" y="2573"/>
                    <a:pt x="834" y="2835"/>
                    <a:pt x="786" y="3073"/>
                  </a:cubicBezTo>
                  <a:lnTo>
                    <a:pt x="2120" y="3073"/>
                  </a:lnTo>
                  <a:lnTo>
                    <a:pt x="212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3634;p52">
              <a:extLst>
                <a:ext uri="{FF2B5EF4-FFF2-40B4-BE49-F238E27FC236}">
                  <a16:creationId xmlns:a16="http://schemas.microsoft.com/office/drawing/2014/main" id="{C251B9B9-017A-740A-3E58-642FDC0CE9DD}"/>
                </a:ext>
              </a:extLst>
            </p:cNvPr>
            <p:cNvSpPr/>
            <p:nvPr/>
          </p:nvSpPr>
          <p:spPr>
            <a:xfrm>
              <a:off x="1295658" y="3407083"/>
              <a:ext cx="303230" cy="293825"/>
            </a:xfrm>
            <a:custGeom>
              <a:avLst/>
              <a:gdLst/>
              <a:ahLst/>
              <a:cxnLst/>
              <a:rect l="l" t="t" r="r" b="b"/>
              <a:pathLst>
                <a:path w="8479" h="8216" extrusionOk="0">
                  <a:moveTo>
                    <a:pt x="334" y="0"/>
                  </a:moveTo>
                  <a:cubicBezTo>
                    <a:pt x="167" y="0"/>
                    <a:pt x="1" y="143"/>
                    <a:pt x="1" y="333"/>
                  </a:cubicBezTo>
                  <a:lnTo>
                    <a:pt x="1" y="4120"/>
                  </a:lnTo>
                  <a:cubicBezTo>
                    <a:pt x="334" y="4025"/>
                    <a:pt x="667" y="3977"/>
                    <a:pt x="1025" y="3977"/>
                  </a:cubicBezTo>
                  <a:cubicBezTo>
                    <a:pt x="1691" y="3977"/>
                    <a:pt x="2311" y="4144"/>
                    <a:pt x="2834" y="4453"/>
                  </a:cubicBezTo>
                  <a:lnTo>
                    <a:pt x="6097" y="4453"/>
                  </a:lnTo>
                  <a:cubicBezTo>
                    <a:pt x="6288" y="4453"/>
                    <a:pt x="6454" y="4620"/>
                    <a:pt x="6454" y="4811"/>
                  </a:cubicBezTo>
                  <a:lnTo>
                    <a:pt x="6454" y="8216"/>
                  </a:lnTo>
                  <a:lnTo>
                    <a:pt x="8121" y="8216"/>
                  </a:lnTo>
                  <a:cubicBezTo>
                    <a:pt x="8312" y="8216"/>
                    <a:pt x="8478" y="8073"/>
                    <a:pt x="8478" y="7883"/>
                  </a:cubicBezTo>
                  <a:lnTo>
                    <a:pt x="8478" y="1810"/>
                  </a:lnTo>
                  <a:cubicBezTo>
                    <a:pt x="8478" y="1715"/>
                    <a:pt x="8431" y="1619"/>
                    <a:pt x="8359" y="1548"/>
                  </a:cubicBezTo>
                  <a:cubicBezTo>
                    <a:pt x="8359" y="1548"/>
                    <a:pt x="6907" y="95"/>
                    <a:pt x="6883" y="95"/>
                  </a:cubicBezTo>
                  <a:cubicBezTo>
                    <a:pt x="6835" y="24"/>
                    <a:pt x="6740" y="0"/>
                    <a:pt x="6669" y="0"/>
                  </a:cubicBezTo>
                  <a:lnTo>
                    <a:pt x="6669" y="3382"/>
                  </a:lnTo>
                  <a:cubicBezTo>
                    <a:pt x="6669" y="3548"/>
                    <a:pt x="6526" y="3715"/>
                    <a:pt x="6335" y="3715"/>
                  </a:cubicBezTo>
                  <a:lnTo>
                    <a:pt x="1453" y="3715"/>
                  </a:lnTo>
                  <a:cubicBezTo>
                    <a:pt x="1263" y="3715"/>
                    <a:pt x="1120" y="3548"/>
                    <a:pt x="1120" y="3382"/>
                  </a:cubicBezTo>
                  <a:lnTo>
                    <a:pt x="112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3635;p52">
              <a:extLst>
                <a:ext uri="{FF2B5EF4-FFF2-40B4-BE49-F238E27FC236}">
                  <a16:creationId xmlns:a16="http://schemas.microsoft.com/office/drawing/2014/main" id="{DCEE7165-CC07-9383-DA53-0FB7CD015D83}"/>
                </a:ext>
              </a:extLst>
            </p:cNvPr>
            <p:cNvSpPr/>
            <p:nvPr/>
          </p:nvSpPr>
          <p:spPr>
            <a:xfrm>
              <a:off x="1181536" y="3730709"/>
              <a:ext cx="92875" cy="92875"/>
            </a:xfrm>
            <a:custGeom>
              <a:avLst/>
              <a:gdLst/>
              <a:ahLst/>
              <a:cxnLst/>
              <a:rect l="l" t="t" r="r" b="b"/>
              <a:pathLst>
                <a:path w="2597" h="2597" extrusionOk="0">
                  <a:moveTo>
                    <a:pt x="1143" y="0"/>
                  </a:moveTo>
                  <a:lnTo>
                    <a:pt x="310" y="858"/>
                  </a:lnTo>
                  <a:cubicBezTo>
                    <a:pt x="119" y="1048"/>
                    <a:pt x="0" y="1310"/>
                    <a:pt x="0" y="1572"/>
                  </a:cubicBezTo>
                  <a:cubicBezTo>
                    <a:pt x="0" y="2144"/>
                    <a:pt x="477" y="2596"/>
                    <a:pt x="1024" y="2596"/>
                  </a:cubicBezTo>
                  <a:cubicBezTo>
                    <a:pt x="1310" y="2596"/>
                    <a:pt x="1572" y="2501"/>
                    <a:pt x="1763" y="2287"/>
                  </a:cubicBezTo>
                  <a:lnTo>
                    <a:pt x="2596" y="1453"/>
                  </a:lnTo>
                  <a:cubicBezTo>
                    <a:pt x="1977" y="1144"/>
                    <a:pt x="1477" y="620"/>
                    <a:pt x="114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3636;p52">
              <a:extLst>
                <a:ext uri="{FF2B5EF4-FFF2-40B4-BE49-F238E27FC236}">
                  <a16:creationId xmlns:a16="http://schemas.microsoft.com/office/drawing/2014/main" id="{5AB2C827-3FF0-5CD0-97C5-96EAF249F5E8}"/>
                </a:ext>
              </a:extLst>
            </p:cNvPr>
            <p:cNvSpPr/>
            <p:nvPr/>
          </p:nvSpPr>
          <p:spPr>
            <a:xfrm>
              <a:off x="1232642" y="3573134"/>
              <a:ext cx="200163" cy="200198"/>
            </a:xfrm>
            <a:custGeom>
              <a:avLst/>
              <a:gdLst/>
              <a:ahLst/>
              <a:cxnLst/>
              <a:rect l="l" t="t" r="r" b="b"/>
              <a:pathLst>
                <a:path w="5597" h="5598" extrusionOk="0">
                  <a:moveTo>
                    <a:pt x="2787" y="1"/>
                  </a:moveTo>
                  <a:cubicBezTo>
                    <a:pt x="1262" y="1"/>
                    <a:pt x="0" y="1263"/>
                    <a:pt x="0" y="2787"/>
                  </a:cubicBezTo>
                  <a:cubicBezTo>
                    <a:pt x="0" y="4335"/>
                    <a:pt x="1262" y="5597"/>
                    <a:pt x="2787" y="5597"/>
                  </a:cubicBezTo>
                  <a:cubicBezTo>
                    <a:pt x="4334" y="5597"/>
                    <a:pt x="5597" y="4335"/>
                    <a:pt x="5597" y="2787"/>
                  </a:cubicBezTo>
                  <a:cubicBezTo>
                    <a:pt x="5597" y="1263"/>
                    <a:pt x="4334" y="1"/>
                    <a:pt x="278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" name="Google Shape;4064;p61">
            <a:extLst>
              <a:ext uri="{FF2B5EF4-FFF2-40B4-BE49-F238E27FC236}">
                <a16:creationId xmlns:a16="http://schemas.microsoft.com/office/drawing/2014/main" id="{56246A76-4C9B-22B8-DFBD-93D871B2C142}"/>
              </a:ext>
            </a:extLst>
          </p:cNvPr>
          <p:cNvSpPr txBox="1"/>
          <p:nvPr/>
        </p:nvSpPr>
        <p:spPr>
          <a:xfrm>
            <a:off x="941212" y="2548092"/>
            <a:ext cx="1818900" cy="6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Plataforma web operativa y desplegada en Azure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ES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</p:txBody>
      </p:sp>
      <p:sp>
        <p:nvSpPr>
          <p:cNvPr id="25" name="Google Shape;4064;p61">
            <a:extLst>
              <a:ext uri="{FF2B5EF4-FFF2-40B4-BE49-F238E27FC236}">
                <a16:creationId xmlns:a16="http://schemas.microsoft.com/office/drawing/2014/main" id="{F4416490-E950-2204-02FE-CCEA45ACC146}"/>
              </a:ext>
            </a:extLst>
          </p:cNvPr>
          <p:cNvSpPr txBox="1"/>
          <p:nvPr/>
        </p:nvSpPr>
        <p:spPr>
          <a:xfrm>
            <a:off x="937050" y="4136740"/>
            <a:ext cx="1818900" cy="6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Gestión completa de clientes, vehículos y atenciones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ES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ES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</p:txBody>
      </p:sp>
      <p:sp>
        <p:nvSpPr>
          <p:cNvPr id="26" name="Google Shape;4064;p61">
            <a:extLst>
              <a:ext uri="{FF2B5EF4-FFF2-40B4-BE49-F238E27FC236}">
                <a16:creationId xmlns:a16="http://schemas.microsoft.com/office/drawing/2014/main" id="{2FFFC2AA-A8AE-E892-2FDC-1ABA55EC7D0E}"/>
              </a:ext>
            </a:extLst>
          </p:cNvPr>
          <p:cNvSpPr txBox="1"/>
          <p:nvPr/>
        </p:nvSpPr>
        <p:spPr>
          <a:xfrm>
            <a:off x="3032579" y="2455503"/>
            <a:ext cx="1818900" cy="6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Control de excepciones en registros manuales</a:t>
            </a:r>
          </a:p>
        </p:txBody>
      </p:sp>
      <p:sp>
        <p:nvSpPr>
          <p:cNvPr id="27" name="Google Shape;4064;p61">
            <a:extLst>
              <a:ext uri="{FF2B5EF4-FFF2-40B4-BE49-F238E27FC236}">
                <a16:creationId xmlns:a16="http://schemas.microsoft.com/office/drawing/2014/main" id="{08040EC7-B4E3-8098-CA9C-BBA871AB095F}"/>
              </a:ext>
            </a:extLst>
          </p:cNvPr>
          <p:cNvSpPr txBox="1"/>
          <p:nvPr/>
        </p:nvSpPr>
        <p:spPr>
          <a:xfrm>
            <a:off x="3060942" y="3900203"/>
            <a:ext cx="1818900" cy="6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Mayor trazabilidad del estado de reparación</a:t>
            </a:r>
          </a:p>
        </p:txBody>
      </p:sp>
      <p:sp>
        <p:nvSpPr>
          <p:cNvPr id="28" name="Google Shape;4064;p61">
            <a:extLst>
              <a:ext uri="{FF2B5EF4-FFF2-40B4-BE49-F238E27FC236}">
                <a16:creationId xmlns:a16="http://schemas.microsoft.com/office/drawing/2014/main" id="{E7940291-8231-C417-76D5-52BEAC5A7E3F}"/>
              </a:ext>
            </a:extLst>
          </p:cNvPr>
          <p:cNvSpPr txBox="1"/>
          <p:nvPr/>
        </p:nvSpPr>
        <p:spPr>
          <a:xfrm>
            <a:off x="5046863" y="2455503"/>
            <a:ext cx="1818900" cy="6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Flujo de trabajo ordenado para funcionarios</a:t>
            </a:r>
          </a:p>
        </p:txBody>
      </p:sp>
      <p:sp>
        <p:nvSpPr>
          <p:cNvPr id="29" name="Google Shape;4064;p61">
            <a:extLst>
              <a:ext uri="{FF2B5EF4-FFF2-40B4-BE49-F238E27FC236}">
                <a16:creationId xmlns:a16="http://schemas.microsoft.com/office/drawing/2014/main" id="{3770571A-215D-A76F-9DCF-EF852D0DC6DC}"/>
              </a:ext>
            </a:extLst>
          </p:cNvPr>
          <p:cNvSpPr txBox="1"/>
          <p:nvPr/>
        </p:nvSpPr>
        <p:spPr>
          <a:xfrm>
            <a:off x="5046863" y="3900203"/>
            <a:ext cx="1818900" cy="6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Base de datos estructurada para auditoría e informes</a:t>
            </a:r>
          </a:p>
        </p:txBody>
      </p:sp>
      <p:sp>
        <p:nvSpPr>
          <p:cNvPr id="30" name="Google Shape;4064;p61">
            <a:extLst>
              <a:ext uri="{FF2B5EF4-FFF2-40B4-BE49-F238E27FC236}">
                <a16:creationId xmlns:a16="http://schemas.microsoft.com/office/drawing/2014/main" id="{8C5E5B7F-0508-D68F-6AE3-3F94FA0550EC}"/>
              </a:ext>
            </a:extLst>
          </p:cNvPr>
          <p:cNvSpPr txBox="1"/>
          <p:nvPr/>
        </p:nvSpPr>
        <p:spPr>
          <a:xfrm>
            <a:off x="7166090" y="3156575"/>
            <a:ext cx="1545504" cy="6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Sistema escalable para futuras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 integraciones</a:t>
            </a:r>
          </a:p>
        </p:txBody>
      </p:sp>
      <p:grpSp>
        <p:nvGrpSpPr>
          <p:cNvPr id="31" name="Google Shape;4792;p71">
            <a:extLst>
              <a:ext uri="{FF2B5EF4-FFF2-40B4-BE49-F238E27FC236}">
                <a16:creationId xmlns:a16="http://schemas.microsoft.com/office/drawing/2014/main" id="{A77BAE0C-2364-D8FF-1151-4B3DE277E731}"/>
              </a:ext>
            </a:extLst>
          </p:cNvPr>
          <p:cNvGrpSpPr/>
          <p:nvPr/>
        </p:nvGrpSpPr>
        <p:grpSpPr>
          <a:xfrm>
            <a:off x="3742422" y="3309958"/>
            <a:ext cx="510384" cy="522517"/>
            <a:chOff x="3338019" y="2735942"/>
            <a:chExt cx="416490" cy="417348"/>
          </a:xfrm>
        </p:grpSpPr>
        <p:sp>
          <p:nvSpPr>
            <p:cNvPr id="32" name="Google Shape;4793;p71">
              <a:extLst>
                <a:ext uri="{FF2B5EF4-FFF2-40B4-BE49-F238E27FC236}">
                  <a16:creationId xmlns:a16="http://schemas.microsoft.com/office/drawing/2014/main" id="{9E53E8F3-84FE-4646-14E8-8CE35D9FFF8F}"/>
                </a:ext>
              </a:extLst>
            </p:cNvPr>
            <p:cNvSpPr/>
            <p:nvPr/>
          </p:nvSpPr>
          <p:spPr>
            <a:xfrm>
              <a:off x="3516873" y="2915654"/>
              <a:ext cx="58794" cy="57935"/>
            </a:xfrm>
            <a:custGeom>
              <a:avLst/>
              <a:gdLst/>
              <a:ahLst/>
              <a:cxnLst/>
              <a:rect l="l" t="t" r="r" b="b"/>
              <a:pathLst>
                <a:path w="1644" h="1620" extrusionOk="0">
                  <a:moveTo>
                    <a:pt x="1" y="0"/>
                  </a:moveTo>
                  <a:lnTo>
                    <a:pt x="1" y="1619"/>
                  </a:lnTo>
                  <a:lnTo>
                    <a:pt x="1644" y="1619"/>
                  </a:lnTo>
                  <a:lnTo>
                    <a:pt x="164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4794;p71">
              <a:extLst>
                <a:ext uri="{FF2B5EF4-FFF2-40B4-BE49-F238E27FC236}">
                  <a16:creationId xmlns:a16="http://schemas.microsoft.com/office/drawing/2014/main" id="{94310CAE-D4A4-D476-D983-51C80EFFD586}"/>
                </a:ext>
              </a:extLst>
            </p:cNvPr>
            <p:cNvSpPr/>
            <p:nvPr/>
          </p:nvSpPr>
          <p:spPr>
            <a:xfrm>
              <a:off x="3338019" y="2735942"/>
              <a:ext cx="416490" cy="417348"/>
            </a:xfrm>
            <a:custGeom>
              <a:avLst/>
              <a:gdLst/>
              <a:ahLst/>
              <a:cxnLst/>
              <a:rect l="l" t="t" r="r" b="b"/>
              <a:pathLst>
                <a:path w="11646" h="11670" extrusionOk="0">
                  <a:moveTo>
                    <a:pt x="7026" y="4334"/>
                  </a:moveTo>
                  <a:cubicBezTo>
                    <a:pt x="7193" y="4334"/>
                    <a:pt x="7312" y="4477"/>
                    <a:pt x="7312" y="4620"/>
                  </a:cubicBezTo>
                  <a:lnTo>
                    <a:pt x="7312" y="7049"/>
                  </a:lnTo>
                  <a:cubicBezTo>
                    <a:pt x="7312" y="7192"/>
                    <a:pt x="7193" y="7335"/>
                    <a:pt x="7026" y="7335"/>
                  </a:cubicBezTo>
                  <a:lnTo>
                    <a:pt x="4621" y="7335"/>
                  </a:lnTo>
                  <a:cubicBezTo>
                    <a:pt x="4454" y="7335"/>
                    <a:pt x="4311" y="7192"/>
                    <a:pt x="4311" y="7049"/>
                  </a:cubicBezTo>
                  <a:lnTo>
                    <a:pt x="4311" y="4620"/>
                  </a:lnTo>
                  <a:cubicBezTo>
                    <a:pt x="4311" y="4477"/>
                    <a:pt x="4454" y="4334"/>
                    <a:pt x="4621" y="4334"/>
                  </a:cubicBezTo>
                  <a:close/>
                  <a:moveTo>
                    <a:pt x="2739" y="0"/>
                  </a:moveTo>
                  <a:cubicBezTo>
                    <a:pt x="2168" y="0"/>
                    <a:pt x="1715" y="477"/>
                    <a:pt x="1715" y="1024"/>
                  </a:cubicBezTo>
                  <a:cubicBezTo>
                    <a:pt x="1715" y="1596"/>
                    <a:pt x="2168" y="2048"/>
                    <a:pt x="2739" y="2048"/>
                  </a:cubicBezTo>
                  <a:cubicBezTo>
                    <a:pt x="3192" y="2048"/>
                    <a:pt x="3573" y="1763"/>
                    <a:pt x="3716" y="1382"/>
                  </a:cubicBezTo>
                  <a:lnTo>
                    <a:pt x="4787" y="1382"/>
                  </a:lnTo>
                  <a:lnTo>
                    <a:pt x="4787" y="2739"/>
                  </a:lnTo>
                  <a:lnTo>
                    <a:pt x="3073" y="2739"/>
                  </a:lnTo>
                  <a:cubicBezTo>
                    <a:pt x="2882" y="2739"/>
                    <a:pt x="2715" y="2906"/>
                    <a:pt x="2715" y="3072"/>
                  </a:cubicBezTo>
                  <a:lnTo>
                    <a:pt x="2715" y="4120"/>
                  </a:lnTo>
                  <a:lnTo>
                    <a:pt x="1977" y="4120"/>
                  </a:lnTo>
                  <a:cubicBezTo>
                    <a:pt x="1834" y="3739"/>
                    <a:pt x="1453" y="3453"/>
                    <a:pt x="1025" y="3453"/>
                  </a:cubicBezTo>
                  <a:cubicBezTo>
                    <a:pt x="453" y="3453"/>
                    <a:pt x="1" y="3906"/>
                    <a:pt x="1" y="4477"/>
                  </a:cubicBezTo>
                  <a:cubicBezTo>
                    <a:pt x="1" y="5025"/>
                    <a:pt x="453" y="5501"/>
                    <a:pt x="1025" y="5501"/>
                  </a:cubicBezTo>
                  <a:cubicBezTo>
                    <a:pt x="1453" y="5501"/>
                    <a:pt x="1834" y="5216"/>
                    <a:pt x="1977" y="4811"/>
                  </a:cubicBezTo>
                  <a:lnTo>
                    <a:pt x="2715" y="4811"/>
                  </a:lnTo>
                  <a:lnTo>
                    <a:pt x="2715" y="6859"/>
                  </a:lnTo>
                  <a:lnTo>
                    <a:pt x="1977" y="6859"/>
                  </a:lnTo>
                  <a:cubicBezTo>
                    <a:pt x="1834" y="6454"/>
                    <a:pt x="1453" y="6168"/>
                    <a:pt x="1025" y="6168"/>
                  </a:cubicBezTo>
                  <a:cubicBezTo>
                    <a:pt x="453" y="6168"/>
                    <a:pt x="1" y="6644"/>
                    <a:pt x="1" y="7192"/>
                  </a:cubicBezTo>
                  <a:cubicBezTo>
                    <a:pt x="1" y="7764"/>
                    <a:pt x="453" y="8216"/>
                    <a:pt x="1025" y="8216"/>
                  </a:cubicBezTo>
                  <a:cubicBezTo>
                    <a:pt x="1453" y="8216"/>
                    <a:pt x="1834" y="7930"/>
                    <a:pt x="1977" y="7549"/>
                  </a:cubicBezTo>
                  <a:lnTo>
                    <a:pt x="2715" y="7549"/>
                  </a:lnTo>
                  <a:lnTo>
                    <a:pt x="2715" y="8597"/>
                  </a:lnTo>
                  <a:cubicBezTo>
                    <a:pt x="2715" y="8764"/>
                    <a:pt x="2882" y="8931"/>
                    <a:pt x="3073" y="8931"/>
                  </a:cubicBezTo>
                  <a:lnTo>
                    <a:pt x="4787" y="8931"/>
                  </a:lnTo>
                  <a:lnTo>
                    <a:pt x="4787" y="10288"/>
                  </a:lnTo>
                  <a:lnTo>
                    <a:pt x="3716" y="10288"/>
                  </a:lnTo>
                  <a:cubicBezTo>
                    <a:pt x="3573" y="9907"/>
                    <a:pt x="3192" y="9621"/>
                    <a:pt x="2739" y="9621"/>
                  </a:cubicBezTo>
                  <a:cubicBezTo>
                    <a:pt x="2168" y="9621"/>
                    <a:pt x="1715" y="10074"/>
                    <a:pt x="1715" y="10645"/>
                  </a:cubicBezTo>
                  <a:cubicBezTo>
                    <a:pt x="1715" y="11193"/>
                    <a:pt x="2168" y="11669"/>
                    <a:pt x="2739" y="11669"/>
                  </a:cubicBezTo>
                  <a:cubicBezTo>
                    <a:pt x="3192" y="11669"/>
                    <a:pt x="3573" y="11384"/>
                    <a:pt x="3716" y="10979"/>
                  </a:cubicBezTo>
                  <a:lnTo>
                    <a:pt x="5145" y="10979"/>
                  </a:lnTo>
                  <a:cubicBezTo>
                    <a:pt x="5335" y="10979"/>
                    <a:pt x="5478" y="10812"/>
                    <a:pt x="5478" y="10645"/>
                  </a:cubicBezTo>
                  <a:lnTo>
                    <a:pt x="5478" y="8931"/>
                  </a:lnTo>
                  <a:lnTo>
                    <a:pt x="6169" y="8931"/>
                  </a:lnTo>
                  <a:lnTo>
                    <a:pt x="6169" y="10645"/>
                  </a:lnTo>
                  <a:cubicBezTo>
                    <a:pt x="6169" y="10812"/>
                    <a:pt x="6311" y="10979"/>
                    <a:pt x="6502" y="10979"/>
                  </a:cubicBezTo>
                  <a:lnTo>
                    <a:pt x="7931" y="10979"/>
                  </a:lnTo>
                  <a:cubicBezTo>
                    <a:pt x="8074" y="11384"/>
                    <a:pt x="8455" y="11669"/>
                    <a:pt x="8883" y="11669"/>
                  </a:cubicBezTo>
                  <a:cubicBezTo>
                    <a:pt x="9455" y="11669"/>
                    <a:pt x="9907" y="11193"/>
                    <a:pt x="9907" y="10645"/>
                  </a:cubicBezTo>
                  <a:cubicBezTo>
                    <a:pt x="9907" y="10074"/>
                    <a:pt x="9455" y="9621"/>
                    <a:pt x="8883" y="9621"/>
                  </a:cubicBezTo>
                  <a:cubicBezTo>
                    <a:pt x="8455" y="9621"/>
                    <a:pt x="8074" y="9907"/>
                    <a:pt x="7931" y="10288"/>
                  </a:cubicBezTo>
                  <a:lnTo>
                    <a:pt x="6835" y="10288"/>
                  </a:lnTo>
                  <a:lnTo>
                    <a:pt x="6835" y="8931"/>
                  </a:lnTo>
                  <a:lnTo>
                    <a:pt x="8574" y="8931"/>
                  </a:lnTo>
                  <a:cubicBezTo>
                    <a:pt x="8764" y="8931"/>
                    <a:pt x="8907" y="8764"/>
                    <a:pt x="8907" y="8597"/>
                  </a:cubicBezTo>
                  <a:lnTo>
                    <a:pt x="8907" y="7549"/>
                  </a:lnTo>
                  <a:lnTo>
                    <a:pt x="9646" y="7549"/>
                  </a:lnTo>
                  <a:cubicBezTo>
                    <a:pt x="9788" y="7930"/>
                    <a:pt x="10169" y="8216"/>
                    <a:pt x="10622" y="8216"/>
                  </a:cubicBezTo>
                  <a:cubicBezTo>
                    <a:pt x="11170" y="8216"/>
                    <a:pt x="11646" y="7764"/>
                    <a:pt x="11646" y="7192"/>
                  </a:cubicBezTo>
                  <a:cubicBezTo>
                    <a:pt x="11646" y="6644"/>
                    <a:pt x="11170" y="6168"/>
                    <a:pt x="10622" y="6168"/>
                  </a:cubicBezTo>
                  <a:cubicBezTo>
                    <a:pt x="10169" y="6168"/>
                    <a:pt x="9788" y="6454"/>
                    <a:pt x="9646" y="6859"/>
                  </a:cubicBezTo>
                  <a:lnTo>
                    <a:pt x="8907" y="6859"/>
                  </a:lnTo>
                  <a:lnTo>
                    <a:pt x="8907" y="4811"/>
                  </a:lnTo>
                  <a:lnTo>
                    <a:pt x="9646" y="4811"/>
                  </a:lnTo>
                  <a:cubicBezTo>
                    <a:pt x="9788" y="5216"/>
                    <a:pt x="10169" y="5501"/>
                    <a:pt x="10622" y="5501"/>
                  </a:cubicBezTo>
                  <a:cubicBezTo>
                    <a:pt x="11170" y="5501"/>
                    <a:pt x="11646" y="5025"/>
                    <a:pt x="11646" y="4477"/>
                  </a:cubicBezTo>
                  <a:cubicBezTo>
                    <a:pt x="11646" y="3906"/>
                    <a:pt x="11170" y="3453"/>
                    <a:pt x="10622" y="3453"/>
                  </a:cubicBezTo>
                  <a:cubicBezTo>
                    <a:pt x="10169" y="3453"/>
                    <a:pt x="9788" y="3739"/>
                    <a:pt x="9646" y="4120"/>
                  </a:cubicBezTo>
                  <a:lnTo>
                    <a:pt x="8907" y="4120"/>
                  </a:lnTo>
                  <a:lnTo>
                    <a:pt x="8907" y="3072"/>
                  </a:lnTo>
                  <a:cubicBezTo>
                    <a:pt x="8907" y="2906"/>
                    <a:pt x="8764" y="2739"/>
                    <a:pt x="8574" y="2739"/>
                  </a:cubicBezTo>
                  <a:lnTo>
                    <a:pt x="6835" y="2739"/>
                  </a:lnTo>
                  <a:lnTo>
                    <a:pt x="6835" y="1382"/>
                  </a:lnTo>
                  <a:lnTo>
                    <a:pt x="7931" y="1382"/>
                  </a:lnTo>
                  <a:cubicBezTo>
                    <a:pt x="8074" y="1763"/>
                    <a:pt x="8455" y="2048"/>
                    <a:pt x="8883" y="2048"/>
                  </a:cubicBezTo>
                  <a:cubicBezTo>
                    <a:pt x="9455" y="2048"/>
                    <a:pt x="9907" y="1596"/>
                    <a:pt x="9907" y="1024"/>
                  </a:cubicBezTo>
                  <a:cubicBezTo>
                    <a:pt x="9907" y="477"/>
                    <a:pt x="9455" y="0"/>
                    <a:pt x="8883" y="0"/>
                  </a:cubicBezTo>
                  <a:cubicBezTo>
                    <a:pt x="8455" y="0"/>
                    <a:pt x="8074" y="286"/>
                    <a:pt x="7931" y="691"/>
                  </a:cubicBezTo>
                  <a:lnTo>
                    <a:pt x="6502" y="691"/>
                  </a:lnTo>
                  <a:cubicBezTo>
                    <a:pt x="6311" y="691"/>
                    <a:pt x="6169" y="858"/>
                    <a:pt x="6169" y="1024"/>
                  </a:cubicBezTo>
                  <a:lnTo>
                    <a:pt x="6169" y="2739"/>
                  </a:lnTo>
                  <a:lnTo>
                    <a:pt x="5478" y="2739"/>
                  </a:lnTo>
                  <a:lnTo>
                    <a:pt x="5478" y="1024"/>
                  </a:lnTo>
                  <a:cubicBezTo>
                    <a:pt x="5478" y="858"/>
                    <a:pt x="5335" y="691"/>
                    <a:pt x="5145" y="691"/>
                  </a:cubicBezTo>
                  <a:lnTo>
                    <a:pt x="3716" y="691"/>
                  </a:lnTo>
                  <a:cubicBezTo>
                    <a:pt x="3573" y="286"/>
                    <a:pt x="3192" y="0"/>
                    <a:pt x="273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" name="Google Shape;4707;p71">
            <a:extLst>
              <a:ext uri="{FF2B5EF4-FFF2-40B4-BE49-F238E27FC236}">
                <a16:creationId xmlns:a16="http://schemas.microsoft.com/office/drawing/2014/main" id="{56DAE76A-B253-E132-7451-A2ABDDBA4718}"/>
              </a:ext>
            </a:extLst>
          </p:cNvPr>
          <p:cNvSpPr/>
          <p:nvPr/>
        </p:nvSpPr>
        <p:spPr>
          <a:xfrm>
            <a:off x="5698349" y="1820351"/>
            <a:ext cx="515927" cy="489862"/>
          </a:xfrm>
          <a:custGeom>
            <a:avLst/>
            <a:gdLst/>
            <a:ahLst/>
            <a:cxnLst/>
            <a:rect l="l" t="t" r="r" b="b"/>
            <a:pathLst>
              <a:path w="11670" h="10622" extrusionOk="0">
                <a:moveTo>
                  <a:pt x="4049" y="1786"/>
                </a:moveTo>
                <a:cubicBezTo>
                  <a:pt x="4240" y="1786"/>
                  <a:pt x="4383" y="1929"/>
                  <a:pt x="4383" y="2120"/>
                </a:cubicBezTo>
                <a:cubicBezTo>
                  <a:pt x="4383" y="2310"/>
                  <a:pt x="4240" y="2453"/>
                  <a:pt x="4049" y="2453"/>
                </a:cubicBezTo>
                <a:cubicBezTo>
                  <a:pt x="3859" y="2453"/>
                  <a:pt x="3716" y="2310"/>
                  <a:pt x="3716" y="2120"/>
                </a:cubicBezTo>
                <a:cubicBezTo>
                  <a:pt x="3716" y="1929"/>
                  <a:pt x="3859" y="1786"/>
                  <a:pt x="4049" y="1786"/>
                </a:cubicBezTo>
                <a:close/>
                <a:moveTo>
                  <a:pt x="5835" y="1786"/>
                </a:moveTo>
                <a:cubicBezTo>
                  <a:pt x="6026" y="1786"/>
                  <a:pt x="6169" y="1929"/>
                  <a:pt x="6169" y="2120"/>
                </a:cubicBezTo>
                <a:cubicBezTo>
                  <a:pt x="6169" y="2310"/>
                  <a:pt x="6026" y="2453"/>
                  <a:pt x="5835" y="2453"/>
                </a:cubicBezTo>
                <a:cubicBezTo>
                  <a:pt x="5645" y="2453"/>
                  <a:pt x="5478" y="2310"/>
                  <a:pt x="5478" y="2120"/>
                </a:cubicBezTo>
                <a:cubicBezTo>
                  <a:pt x="5478" y="1929"/>
                  <a:pt x="5645" y="1786"/>
                  <a:pt x="5835" y="1786"/>
                </a:cubicBezTo>
                <a:close/>
                <a:moveTo>
                  <a:pt x="7621" y="1786"/>
                </a:moveTo>
                <a:cubicBezTo>
                  <a:pt x="7812" y="1786"/>
                  <a:pt x="7955" y="1929"/>
                  <a:pt x="7955" y="2120"/>
                </a:cubicBezTo>
                <a:cubicBezTo>
                  <a:pt x="7955" y="2310"/>
                  <a:pt x="7788" y="2453"/>
                  <a:pt x="7621" y="2453"/>
                </a:cubicBezTo>
                <a:cubicBezTo>
                  <a:pt x="7431" y="2453"/>
                  <a:pt x="7264" y="2310"/>
                  <a:pt x="7264" y="2120"/>
                </a:cubicBezTo>
                <a:cubicBezTo>
                  <a:pt x="7264" y="1929"/>
                  <a:pt x="7431" y="1786"/>
                  <a:pt x="7621" y="1786"/>
                </a:cubicBezTo>
                <a:close/>
                <a:moveTo>
                  <a:pt x="1596" y="8692"/>
                </a:moveTo>
                <a:cubicBezTo>
                  <a:pt x="1787" y="8692"/>
                  <a:pt x="1954" y="8835"/>
                  <a:pt x="1954" y="9026"/>
                </a:cubicBezTo>
                <a:cubicBezTo>
                  <a:pt x="1954" y="9216"/>
                  <a:pt x="1787" y="9359"/>
                  <a:pt x="1596" y="9359"/>
                </a:cubicBezTo>
                <a:cubicBezTo>
                  <a:pt x="1430" y="9359"/>
                  <a:pt x="1263" y="9216"/>
                  <a:pt x="1263" y="9026"/>
                </a:cubicBezTo>
                <a:cubicBezTo>
                  <a:pt x="1263" y="8835"/>
                  <a:pt x="1430" y="8692"/>
                  <a:pt x="1596" y="8692"/>
                </a:cubicBezTo>
                <a:close/>
                <a:moveTo>
                  <a:pt x="5835" y="8692"/>
                </a:moveTo>
                <a:cubicBezTo>
                  <a:pt x="6026" y="8692"/>
                  <a:pt x="6169" y="8835"/>
                  <a:pt x="6169" y="9026"/>
                </a:cubicBezTo>
                <a:cubicBezTo>
                  <a:pt x="6169" y="9216"/>
                  <a:pt x="6026" y="9359"/>
                  <a:pt x="5835" y="9359"/>
                </a:cubicBezTo>
                <a:cubicBezTo>
                  <a:pt x="5645" y="9359"/>
                  <a:pt x="5478" y="9216"/>
                  <a:pt x="5478" y="9026"/>
                </a:cubicBezTo>
                <a:cubicBezTo>
                  <a:pt x="5478" y="8835"/>
                  <a:pt x="5645" y="8692"/>
                  <a:pt x="5835" y="8692"/>
                </a:cubicBezTo>
                <a:close/>
                <a:moveTo>
                  <a:pt x="10050" y="8692"/>
                </a:moveTo>
                <a:cubicBezTo>
                  <a:pt x="10241" y="8692"/>
                  <a:pt x="10384" y="8835"/>
                  <a:pt x="10384" y="9026"/>
                </a:cubicBezTo>
                <a:cubicBezTo>
                  <a:pt x="10384" y="9216"/>
                  <a:pt x="10241" y="9359"/>
                  <a:pt x="10050" y="9359"/>
                </a:cubicBezTo>
                <a:cubicBezTo>
                  <a:pt x="9860" y="9359"/>
                  <a:pt x="9717" y="9216"/>
                  <a:pt x="9717" y="9026"/>
                </a:cubicBezTo>
                <a:cubicBezTo>
                  <a:pt x="9717" y="8835"/>
                  <a:pt x="9860" y="8692"/>
                  <a:pt x="10050" y="8692"/>
                </a:cubicBezTo>
                <a:close/>
                <a:moveTo>
                  <a:pt x="2739" y="0"/>
                </a:moveTo>
                <a:cubicBezTo>
                  <a:pt x="2192" y="0"/>
                  <a:pt x="1715" y="453"/>
                  <a:pt x="1715" y="1000"/>
                </a:cubicBezTo>
                <a:lnTo>
                  <a:pt x="1715" y="3215"/>
                </a:lnTo>
                <a:cubicBezTo>
                  <a:pt x="1715" y="3787"/>
                  <a:pt x="2192" y="4239"/>
                  <a:pt x="2739" y="4239"/>
                </a:cubicBezTo>
                <a:lnTo>
                  <a:pt x="5478" y="4239"/>
                </a:lnTo>
                <a:lnTo>
                  <a:pt x="5478" y="5954"/>
                </a:lnTo>
                <a:lnTo>
                  <a:pt x="1596" y="5954"/>
                </a:lnTo>
                <a:cubicBezTo>
                  <a:pt x="1430" y="5954"/>
                  <a:pt x="1263" y="6097"/>
                  <a:pt x="1263" y="6287"/>
                </a:cubicBezTo>
                <a:lnTo>
                  <a:pt x="1263" y="7454"/>
                </a:lnTo>
                <a:cubicBezTo>
                  <a:pt x="548" y="7621"/>
                  <a:pt x="1" y="8264"/>
                  <a:pt x="1" y="9026"/>
                </a:cubicBezTo>
                <a:cubicBezTo>
                  <a:pt x="1" y="9907"/>
                  <a:pt x="739" y="10621"/>
                  <a:pt x="1620" y="10621"/>
                </a:cubicBezTo>
                <a:cubicBezTo>
                  <a:pt x="2501" y="10621"/>
                  <a:pt x="3216" y="9907"/>
                  <a:pt x="3216" y="9026"/>
                </a:cubicBezTo>
                <a:cubicBezTo>
                  <a:pt x="3216" y="8240"/>
                  <a:pt x="2668" y="7597"/>
                  <a:pt x="1954" y="7454"/>
                </a:cubicBezTo>
                <a:lnTo>
                  <a:pt x="1954" y="6644"/>
                </a:lnTo>
                <a:lnTo>
                  <a:pt x="5478" y="6644"/>
                </a:lnTo>
                <a:lnTo>
                  <a:pt x="5478" y="7454"/>
                </a:lnTo>
                <a:cubicBezTo>
                  <a:pt x="4764" y="7621"/>
                  <a:pt x="4216" y="8264"/>
                  <a:pt x="4216" y="9026"/>
                </a:cubicBezTo>
                <a:cubicBezTo>
                  <a:pt x="4216" y="9907"/>
                  <a:pt x="4954" y="10621"/>
                  <a:pt x="5835" y="10621"/>
                </a:cubicBezTo>
                <a:cubicBezTo>
                  <a:pt x="6716" y="10621"/>
                  <a:pt x="7431" y="9907"/>
                  <a:pt x="7431" y="9026"/>
                </a:cubicBezTo>
                <a:cubicBezTo>
                  <a:pt x="7431" y="8264"/>
                  <a:pt x="6883" y="7621"/>
                  <a:pt x="6169" y="7454"/>
                </a:cubicBezTo>
                <a:lnTo>
                  <a:pt x="6169" y="6644"/>
                </a:lnTo>
                <a:lnTo>
                  <a:pt x="9717" y="6644"/>
                </a:lnTo>
                <a:lnTo>
                  <a:pt x="9717" y="7454"/>
                </a:lnTo>
                <a:cubicBezTo>
                  <a:pt x="8979" y="7621"/>
                  <a:pt x="8455" y="8264"/>
                  <a:pt x="8455" y="9026"/>
                </a:cubicBezTo>
                <a:cubicBezTo>
                  <a:pt x="8455" y="9907"/>
                  <a:pt x="9169" y="10621"/>
                  <a:pt x="10050" y="10621"/>
                </a:cubicBezTo>
                <a:cubicBezTo>
                  <a:pt x="10932" y="10621"/>
                  <a:pt x="11646" y="9907"/>
                  <a:pt x="11646" y="9026"/>
                </a:cubicBezTo>
                <a:cubicBezTo>
                  <a:pt x="11670" y="8264"/>
                  <a:pt x="11122" y="7621"/>
                  <a:pt x="10384" y="7454"/>
                </a:cubicBezTo>
                <a:lnTo>
                  <a:pt x="10384" y="6287"/>
                </a:lnTo>
                <a:cubicBezTo>
                  <a:pt x="10384" y="6097"/>
                  <a:pt x="10241" y="5954"/>
                  <a:pt x="10050" y="5954"/>
                </a:cubicBezTo>
                <a:lnTo>
                  <a:pt x="6169" y="5954"/>
                </a:lnTo>
                <a:lnTo>
                  <a:pt x="6169" y="4239"/>
                </a:lnTo>
                <a:lnTo>
                  <a:pt x="8907" y="4239"/>
                </a:lnTo>
                <a:cubicBezTo>
                  <a:pt x="9479" y="4239"/>
                  <a:pt x="9931" y="3787"/>
                  <a:pt x="9931" y="3215"/>
                </a:cubicBezTo>
                <a:lnTo>
                  <a:pt x="9931" y="1000"/>
                </a:lnTo>
                <a:cubicBezTo>
                  <a:pt x="9931" y="453"/>
                  <a:pt x="9479" y="0"/>
                  <a:pt x="8907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" name="Google Shape;4691;p71">
            <a:extLst>
              <a:ext uri="{FF2B5EF4-FFF2-40B4-BE49-F238E27FC236}">
                <a16:creationId xmlns:a16="http://schemas.microsoft.com/office/drawing/2014/main" id="{9179DFE1-1297-CD36-D242-D94175DC402B}"/>
              </a:ext>
            </a:extLst>
          </p:cNvPr>
          <p:cNvGrpSpPr/>
          <p:nvPr/>
        </p:nvGrpSpPr>
        <p:grpSpPr>
          <a:xfrm>
            <a:off x="5747638" y="3377388"/>
            <a:ext cx="417348" cy="416492"/>
            <a:chOff x="5439998" y="2736800"/>
            <a:chExt cx="417348" cy="416492"/>
          </a:xfrm>
        </p:grpSpPr>
        <p:sp>
          <p:nvSpPr>
            <p:cNvPr id="36" name="Google Shape;4692;p71">
              <a:extLst>
                <a:ext uri="{FF2B5EF4-FFF2-40B4-BE49-F238E27FC236}">
                  <a16:creationId xmlns:a16="http://schemas.microsoft.com/office/drawing/2014/main" id="{BFE13A11-A06E-2680-C88A-C2C21AD241D0}"/>
                </a:ext>
              </a:extLst>
            </p:cNvPr>
            <p:cNvSpPr/>
            <p:nvPr/>
          </p:nvSpPr>
          <p:spPr>
            <a:xfrm>
              <a:off x="5439998" y="2736800"/>
              <a:ext cx="123524" cy="23854"/>
            </a:xfrm>
            <a:custGeom>
              <a:avLst/>
              <a:gdLst/>
              <a:ahLst/>
              <a:cxnLst/>
              <a:rect l="l" t="t" r="r" b="b"/>
              <a:pathLst>
                <a:path w="3454" h="667" extrusionOk="0">
                  <a:moveTo>
                    <a:pt x="358" y="0"/>
                  </a:moveTo>
                  <a:cubicBezTo>
                    <a:pt x="167" y="0"/>
                    <a:pt x="1" y="143"/>
                    <a:pt x="1" y="333"/>
                  </a:cubicBezTo>
                  <a:lnTo>
                    <a:pt x="1" y="667"/>
                  </a:lnTo>
                  <a:lnTo>
                    <a:pt x="3454" y="667"/>
                  </a:lnTo>
                  <a:cubicBezTo>
                    <a:pt x="3144" y="238"/>
                    <a:pt x="3240" y="381"/>
                    <a:pt x="3049" y="119"/>
                  </a:cubicBezTo>
                  <a:cubicBezTo>
                    <a:pt x="3001" y="48"/>
                    <a:pt x="2882" y="0"/>
                    <a:pt x="27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4693;p71">
              <a:extLst>
                <a:ext uri="{FF2B5EF4-FFF2-40B4-BE49-F238E27FC236}">
                  <a16:creationId xmlns:a16="http://schemas.microsoft.com/office/drawing/2014/main" id="{C975D372-91FC-1BAE-B3E5-53E0F280ABE8}"/>
                </a:ext>
              </a:extLst>
            </p:cNvPr>
            <p:cNvSpPr/>
            <p:nvPr/>
          </p:nvSpPr>
          <p:spPr>
            <a:xfrm>
              <a:off x="5628222" y="2955674"/>
              <a:ext cx="123524" cy="24712"/>
            </a:xfrm>
            <a:custGeom>
              <a:avLst/>
              <a:gdLst/>
              <a:ahLst/>
              <a:cxnLst/>
              <a:rect l="l" t="t" r="r" b="b"/>
              <a:pathLst>
                <a:path w="3454" h="691" extrusionOk="0">
                  <a:moveTo>
                    <a:pt x="358" y="0"/>
                  </a:moveTo>
                  <a:cubicBezTo>
                    <a:pt x="168" y="0"/>
                    <a:pt x="1" y="167"/>
                    <a:pt x="1" y="358"/>
                  </a:cubicBezTo>
                  <a:lnTo>
                    <a:pt x="1" y="691"/>
                  </a:lnTo>
                  <a:lnTo>
                    <a:pt x="3454" y="691"/>
                  </a:lnTo>
                  <a:cubicBezTo>
                    <a:pt x="3144" y="262"/>
                    <a:pt x="3240" y="405"/>
                    <a:pt x="3049" y="143"/>
                  </a:cubicBezTo>
                  <a:cubicBezTo>
                    <a:pt x="2978" y="72"/>
                    <a:pt x="2882" y="0"/>
                    <a:pt x="27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4694;p71">
              <a:extLst>
                <a:ext uri="{FF2B5EF4-FFF2-40B4-BE49-F238E27FC236}">
                  <a16:creationId xmlns:a16="http://schemas.microsoft.com/office/drawing/2014/main" id="{4CD860C6-D63C-38AD-C687-1E781A450812}"/>
                </a:ext>
              </a:extLst>
            </p:cNvPr>
            <p:cNvSpPr/>
            <p:nvPr/>
          </p:nvSpPr>
          <p:spPr>
            <a:xfrm>
              <a:off x="5439998" y="2785331"/>
              <a:ext cx="417348" cy="367960"/>
            </a:xfrm>
            <a:custGeom>
              <a:avLst/>
              <a:gdLst/>
              <a:ahLst/>
              <a:cxnLst/>
              <a:rect l="l" t="t" r="r" b="b"/>
              <a:pathLst>
                <a:path w="11670" h="10289" extrusionOk="0">
                  <a:moveTo>
                    <a:pt x="2525" y="1715"/>
                  </a:moveTo>
                  <a:cubicBezTo>
                    <a:pt x="2716" y="1715"/>
                    <a:pt x="2859" y="1882"/>
                    <a:pt x="2859" y="2072"/>
                  </a:cubicBezTo>
                  <a:cubicBezTo>
                    <a:pt x="2859" y="2263"/>
                    <a:pt x="2716" y="2406"/>
                    <a:pt x="2525" y="2406"/>
                  </a:cubicBezTo>
                  <a:cubicBezTo>
                    <a:pt x="2335" y="2406"/>
                    <a:pt x="2192" y="2263"/>
                    <a:pt x="2192" y="2072"/>
                  </a:cubicBezTo>
                  <a:cubicBezTo>
                    <a:pt x="2192" y="1882"/>
                    <a:pt x="2335" y="1715"/>
                    <a:pt x="2525" y="1715"/>
                  </a:cubicBezTo>
                  <a:close/>
                  <a:moveTo>
                    <a:pt x="3883" y="1715"/>
                  </a:moveTo>
                  <a:cubicBezTo>
                    <a:pt x="4073" y="1715"/>
                    <a:pt x="4240" y="1882"/>
                    <a:pt x="4240" y="2072"/>
                  </a:cubicBezTo>
                  <a:cubicBezTo>
                    <a:pt x="4240" y="2263"/>
                    <a:pt x="4073" y="2406"/>
                    <a:pt x="3883" y="2406"/>
                  </a:cubicBezTo>
                  <a:cubicBezTo>
                    <a:pt x="3692" y="2406"/>
                    <a:pt x="3549" y="2263"/>
                    <a:pt x="3549" y="2072"/>
                  </a:cubicBezTo>
                  <a:cubicBezTo>
                    <a:pt x="3549" y="1882"/>
                    <a:pt x="3692" y="1715"/>
                    <a:pt x="3883" y="1715"/>
                  </a:cubicBezTo>
                  <a:close/>
                  <a:moveTo>
                    <a:pt x="10170" y="2406"/>
                  </a:moveTo>
                  <a:lnTo>
                    <a:pt x="10170" y="6145"/>
                  </a:lnTo>
                  <a:lnTo>
                    <a:pt x="5264" y="6145"/>
                  </a:lnTo>
                  <a:lnTo>
                    <a:pt x="5264" y="7859"/>
                  </a:lnTo>
                  <a:lnTo>
                    <a:pt x="2859" y="7859"/>
                  </a:lnTo>
                  <a:lnTo>
                    <a:pt x="2859" y="4144"/>
                  </a:lnTo>
                  <a:lnTo>
                    <a:pt x="6050" y="4144"/>
                  </a:lnTo>
                  <a:cubicBezTo>
                    <a:pt x="6240" y="4144"/>
                    <a:pt x="6407" y="3978"/>
                    <a:pt x="6407" y="3787"/>
                  </a:cubicBezTo>
                  <a:lnTo>
                    <a:pt x="6407" y="2406"/>
                  </a:lnTo>
                  <a:close/>
                  <a:moveTo>
                    <a:pt x="7788" y="7859"/>
                  </a:moveTo>
                  <a:cubicBezTo>
                    <a:pt x="7979" y="7859"/>
                    <a:pt x="8122" y="8026"/>
                    <a:pt x="8122" y="8216"/>
                  </a:cubicBezTo>
                  <a:cubicBezTo>
                    <a:pt x="8122" y="8407"/>
                    <a:pt x="7979" y="8550"/>
                    <a:pt x="7788" y="8550"/>
                  </a:cubicBezTo>
                  <a:cubicBezTo>
                    <a:pt x="7598" y="8550"/>
                    <a:pt x="7431" y="8407"/>
                    <a:pt x="7431" y="8216"/>
                  </a:cubicBezTo>
                  <a:cubicBezTo>
                    <a:pt x="7431" y="8026"/>
                    <a:pt x="7598" y="7859"/>
                    <a:pt x="7788" y="7859"/>
                  </a:cubicBezTo>
                  <a:close/>
                  <a:moveTo>
                    <a:pt x="9146" y="7859"/>
                  </a:moveTo>
                  <a:cubicBezTo>
                    <a:pt x="9336" y="7859"/>
                    <a:pt x="9479" y="8026"/>
                    <a:pt x="9479" y="8216"/>
                  </a:cubicBezTo>
                  <a:cubicBezTo>
                    <a:pt x="9479" y="8407"/>
                    <a:pt x="9336" y="8550"/>
                    <a:pt x="9146" y="8550"/>
                  </a:cubicBezTo>
                  <a:cubicBezTo>
                    <a:pt x="8955" y="8550"/>
                    <a:pt x="8812" y="8407"/>
                    <a:pt x="8812" y="8216"/>
                  </a:cubicBezTo>
                  <a:cubicBezTo>
                    <a:pt x="8812" y="8026"/>
                    <a:pt x="8955" y="7859"/>
                    <a:pt x="9146" y="7859"/>
                  </a:cubicBezTo>
                  <a:close/>
                  <a:moveTo>
                    <a:pt x="1" y="1"/>
                  </a:moveTo>
                  <a:lnTo>
                    <a:pt x="1" y="334"/>
                  </a:lnTo>
                  <a:lnTo>
                    <a:pt x="1" y="3787"/>
                  </a:lnTo>
                  <a:cubicBezTo>
                    <a:pt x="1" y="3978"/>
                    <a:pt x="167" y="4144"/>
                    <a:pt x="358" y="4144"/>
                  </a:cubicBezTo>
                  <a:lnTo>
                    <a:pt x="2192" y="4144"/>
                  </a:lnTo>
                  <a:lnTo>
                    <a:pt x="2192" y="8216"/>
                  </a:lnTo>
                  <a:cubicBezTo>
                    <a:pt x="2192" y="8383"/>
                    <a:pt x="2335" y="8550"/>
                    <a:pt x="2525" y="8550"/>
                  </a:cubicBezTo>
                  <a:lnTo>
                    <a:pt x="5264" y="8550"/>
                  </a:lnTo>
                  <a:lnTo>
                    <a:pt x="5264" y="9931"/>
                  </a:lnTo>
                  <a:cubicBezTo>
                    <a:pt x="5264" y="10122"/>
                    <a:pt x="5431" y="10288"/>
                    <a:pt x="5621" y="10288"/>
                  </a:cubicBezTo>
                  <a:lnTo>
                    <a:pt x="11313" y="10288"/>
                  </a:lnTo>
                  <a:cubicBezTo>
                    <a:pt x="11503" y="10288"/>
                    <a:pt x="11670" y="10122"/>
                    <a:pt x="11670" y="9931"/>
                  </a:cubicBezTo>
                  <a:lnTo>
                    <a:pt x="11670" y="6478"/>
                  </a:lnTo>
                  <a:cubicBezTo>
                    <a:pt x="11670" y="6288"/>
                    <a:pt x="11503" y="6145"/>
                    <a:pt x="11313" y="6145"/>
                  </a:cubicBezTo>
                  <a:lnTo>
                    <a:pt x="10836" y="6145"/>
                  </a:lnTo>
                  <a:lnTo>
                    <a:pt x="10836" y="2072"/>
                  </a:lnTo>
                  <a:cubicBezTo>
                    <a:pt x="10836" y="1882"/>
                    <a:pt x="10694" y="1715"/>
                    <a:pt x="10503" y="1715"/>
                  </a:cubicBezTo>
                  <a:lnTo>
                    <a:pt x="6407" y="1715"/>
                  </a:lnTo>
                  <a:lnTo>
                    <a:pt x="6407" y="334"/>
                  </a:lnTo>
                  <a:cubicBezTo>
                    <a:pt x="6407" y="143"/>
                    <a:pt x="6240" y="1"/>
                    <a:pt x="605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" name="Google Shape;4695;p71">
            <a:extLst>
              <a:ext uri="{FF2B5EF4-FFF2-40B4-BE49-F238E27FC236}">
                <a16:creationId xmlns:a16="http://schemas.microsoft.com/office/drawing/2014/main" id="{A2B6BA4F-017A-AB95-A797-137F9F5B8CE5}"/>
              </a:ext>
            </a:extLst>
          </p:cNvPr>
          <p:cNvGrpSpPr/>
          <p:nvPr/>
        </p:nvGrpSpPr>
        <p:grpSpPr>
          <a:xfrm>
            <a:off x="7572625" y="2274610"/>
            <a:ext cx="732433" cy="727589"/>
            <a:chOff x="4730552" y="2735942"/>
            <a:chExt cx="398609" cy="417348"/>
          </a:xfrm>
        </p:grpSpPr>
        <p:sp>
          <p:nvSpPr>
            <p:cNvPr id="40" name="Google Shape;4696;p71">
              <a:extLst>
                <a:ext uri="{FF2B5EF4-FFF2-40B4-BE49-F238E27FC236}">
                  <a16:creationId xmlns:a16="http://schemas.microsoft.com/office/drawing/2014/main" id="{EDF11D37-FE9B-8CBF-E488-588618E8BB26}"/>
                </a:ext>
              </a:extLst>
            </p:cNvPr>
            <p:cNvSpPr/>
            <p:nvPr/>
          </p:nvSpPr>
          <p:spPr>
            <a:xfrm>
              <a:off x="4893206" y="2907965"/>
              <a:ext cx="73277" cy="73277"/>
            </a:xfrm>
            <a:custGeom>
              <a:avLst/>
              <a:gdLst/>
              <a:ahLst/>
              <a:cxnLst/>
              <a:rect l="l" t="t" r="r" b="b"/>
              <a:pathLst>
                <a:path w="2049" h="2049" extrusionOk="0">
                  <a:moveTo>
                    <a:pt x="1025" y="1"/>
                  </a:moveTo>
                  <a:cubicBezTo>
                    <a:pt x="477" y="1"/>
                    <a:pt x="1" y="453"/>
                    <a:pt x="1" y="1025"/>
                  </a:cubicBezTo>
                  <a:cubicBezTo>
                    <a:pt x="1" y="1596"/>
                    <a:pt x="477" y="2049"/>
                    <a:pt x="1025" y="2049"/>
                  </a:cubicBezTo>
                  <a:cubicBezTo>
                    <a:pt x="1596" y="2049"/>
                    <a:pt x="2049" y="1596"/>
                    <a:pt x="2049" y="1025"/>
                  </a:cubicBezTo>
                  <a:cubicBezTo>
                    <a:pt x="2049" y="453"/>
                    <a:pt x="1596" y="1"/>
                    <a:pt x="102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697;p71">
              <a:extLst>
                <a:ext uri="{FF2B5EF4-FFF2-40B4-BE49-F238E27FC236}">
                  <a16:creationId xmlns:a16="http://schemas.microsoft.com/office/drawing/2014/main" id="{4E59047C-CD9E-33C9-D7DE-45430977469E}"/>
                </a:ext>
              </a:extLst>
            </p:cNvPr>
            <p:cNvSpPr/>
            <p:nvPr/>
          </p:nvSpPr>
          <p:spPr>
            <a:xfrm>
              <a:off x="4730552" y="2735942"/>
              <a:ext cx="398609" cy="417348"/>
            </a:xfrm>
            <a:custGeom>
              <a:avLst/>
              <a:gdLst/>
              <a:ahLst/>
              <a:cxnLst/>
              <a:rect l="l" t="t" r="r" b="b"/>
              <a:pathLst>
                <a:path w="11146" h="11670" extrusionOk="0">
                  <a:moveTo>
                    <a:pt x="5573" y="691"/>
                  </a:moveTo>
                  <a:cubicBezTo>
                    <a:pt x="6264" y="691"/>
                    <a:pt x="6787" y="1643"/>
                    <a:pt x="7026" y="2286"/>
                  </a:cubicBezTo>
                  <a:cubicBezTo>
                    <a:pt x="6573" y="2406"/>
                    <a:pt x="6073" y="2572"/>
                    <a:pt x="5573" y="2787"/>
                  </a:cubicBezTo>
                  <a:cubicBezTo>
                    <a:pt x="5097" y="2572"/>
                    <a:pt x="4597" y="2406"/>
                    <a:pt x="4120" y="2286"/>
                  </a:cubicBezTo>
                  <a:cubicBezTo>
                    <a:pt x="4382" y="1643"/>
                    <a:pt x="4882" y="691"/>
                    <a:pt x="5573" y="691"/>
                  </a:cubicBezTo>
                  <a:close/>
                  <a:moveTo>
                    <a:pt x="3906" y="2929"/>
                  </a:moveTo>
                  <a:cubicBezTo>
                    <a:pt x="4168" y="3001"/>
                    <a:pt x="4454" y="3096"/>
                    <a:pt x="4739" y="3191"/>
                  </a:cubicBezTo>
                  <a:cubicBezTo>
                    <a:pt x="4382" y="3358"/>
                    <a:pt x="4049" y="3572"/>
                    <a:pt x="3715" y="3787"/>
                  </a:cubicBezTo>
                  <a:cubicBezTo>
                    <a:pt x="3763" y="3477"/>
                    <a:pt x="3834" y="3191"/>
                    <a:pt x="3906" y="2929"/>
                  </a:cubicBezTo>
                  <a:close/>
                  <a:moveTo>
                    <a:pt x="7264" y="2929"/>
                  </a:moveTo>
                  <a:cubicBezTo>
                    <a:pt x="7335" y="3191"/>
                    <a:pt x="7383" y="3477"/>
                    <a:pt x="7454" y="3787"/>
                  </a:cubicBezTo>
                  <a:cubicBezTo>
                    <a:pt x="7121" y="3572"/>
                    <a:pt x="6764" y="3358"/>
                    <a:pt x="6430" y="3191"/>
                  </a:cubicBezTo>
                  <a:cubicBezTo>
                    <a:pt x="6716" y="3096"/>
                    <a:pt x="6978" y="3001"/>
                    <a:pt x="7264" y="2929"/>
                  </a:cubicBezTo>
                  <a:close/>
                  <a:moveTo>
                    <a:pt x="2474" y="2742"/>
                  </a:moveTo>
                  <a:cubicBezTo>
                    <a:pt x="2744" y="2742"/>
                    <a:pt x="3012" y="2771"/>
                    <a:pt x="3239" y="2810"/>
                  </a:cubicBezTo>
                  <a:cubicBezTo>
                    <a:pt x="3096" y="3263"/>
                    <a:pt x="3001" y="3787"/>
                    <a:pt x="2930" y="4311"/>
                  </a:cubicBezTo>
                  <a:cubicBezTo>
                    <a:pt x="2501" y="4644"/>
                    <a:pt x="2120" y="4977"/>
                    <a:pt x="1786" y="5311"/>
                  </a:cubicBezTo>
                  <a:cubicBezTo>
                    <a:pt x="1358" y="4787"/>
                    <a:pt x="786" y="3858"/>
                    <a:pt x="1120" y="3263"/>
                  </a:cubicBezTo>
                  <a:cubicBezTo>
                    <a:pt x="1360" y="2863"/>
                    <a:pt x="1922" y="2742"/>
                    <a:pt x="2474" y="2742"/>
                  </a:cubicBezTo>
                  <a:close/>
                  <a:moveTo>
                    <a:pt x="8684" y="2742"/>
                  </a:moveTo>
                  <a:cubicBezTo>
                    <a:pt x="9235" y="2742"/>
                    <a:pt x="9802" y="2863"/>
                    <a:pt x="10026" y="3263"/>
                  </a:cubicBezTo>
                  <a:cubicBezTo>
                    <a:pt x="10383" y="3858"/>
                    <a:pt x="9812" y="4787"/>
                    <a:pt x="9383" y="5311"/>
                  </a:cubicBezTo>
                  <a:cubicBezTo>
                    <a:pt x="9026" y="4977"/>
                    <a:pt x="8645" y="4644"/>
                    <a:pt x="8216" y="4311"/>
                  </a:cubicBezTo>
                  <a:cubicBezTo>
                    <a:pt x="8145" y="3787"/>
                    <a:pt x="8050" y="3263"/>
                    <a:pt x="7931" y="2810"/>
                  </a:cubicBezTo>
                  <a:cubicBezTo>
                    <a:pt x="8150" y="2771"/>
                    <a:pt x="8415" y="2742"/>
                    <a:pt x="8684" y="2742"/>
                  </a:cubicBezTo>
                  <a:close/>
                  <a:moveTo>
                    <a:pt x="2858" y="5239"/>
                  </a:moveTo>
                  <a:lnTo>
                    <a:pt x="2858" y="5239"/>
                  </a:lnTo>
                  <a:cubicBezTo>
                    <a:pt x="2834" y="5644"/>
                    <a:pt x="2834" y="6025"/>
                    <a:pt x="2858" y="6430"/>
                  </a:cubicBezTo>
                  <a:cubicBezTo>
                    <a:pt x="2644" y="6240"/>
                    <a:pt x="2429" y="6025"/>
                    <a:pt x="2239" y="5835"/>
                  </a:cubicBezTo>
                  <a:cubicBezTo>
                    <a:pt x="2429" y="5644"/>
                    <a:pt x="2644" y="5430"/>
                    <a:pt x="2858" y="5239"/>
                  </a:cubicBezTo>
                  <a:close/>
                  <a:moveTo>
                    <a:pt x="8288" y="5239"/>
                  </a:moveTo>
                  <a:lnTo>
                    <a:pt x="8288" y="5239"/>
                  </a:lnTo>
                  <a:cubicBezTo>
                    <a:pt x="8526" y="5430"/>
                    <a:pt x="8740" y="5644"/>
                    <a:pt x="8931" y="5835"/>
                  </a:cubicBezTo>
                  <a:cubicBezTo>
                    <a:pt x="8740" y="6025"/>
                    <a:pt x="8526" y="6240"/>
                    <a:pt x="8288" y="6430"/>
                  </a:cubicBezTo>
                  <a:cubicBezTo>
                    <a:pt x="8312" y="6025"/>
                    <a:pt x="8312" y="5644"/>
                    <a:pt x="8288" y="5239"/>
                  </a:cubicBezTo>
                  <a:close/>
                  <a:moveTo>
                    <a:pt x="5573" y="3525"/>
                  </a:moveTo>
                  <a:cubicBezTo>
                    <a:pt x="6240" y="3834"/>
                    <a:pt x="6930" y="4239"/>
                    <a:pt x="7573" y="4692"/>
                  </a:cubicBezTo>
                  <a:cubicBezTo>
                    <a:pt x="7645" y="5430"/>
                    <a:pt x="7645" y="6240"/>
                    <a:pt x="7573" y="6978"/>
                  </a:cubicBezTo>
                  <a:cubicBezTo>
                    <a:pt x="6954" y="7430"/>
                    <a:pt x="6287" y="7811"/>
                    <a:pt x="5573" y="8145"/>
                  </a:cubicBezTo>
                  <a:cubicBezTo>
                    <a:pt x="4906" y="7835"/>
                    <a:pt x="4215" y="7430"/>
                    <a:pt x="3596" y="6978"/>
                  </a:cubicBezTo>
                  <a:cubicBezTo>
                    <a:pt x="3525" y="6240"/>
                    <a:pt x="3525" y="5430"/>
                    <a:pt x="3596" y="4692"/>
                  </a:cubicBezTo>
                  <a:cubicBezTo>
                    <a:pt x="4192" y="4263"/>
                    <a:pt x="4882" y="3858"/>
                    <a:pt x="5573" y="3525"/>
                  </a:cubicBezTo>
                  <a:close/>
                  <a:moveTo>
                    <a:pt x="3715" y="7883"/>
                  </a:moveTo>
                  <a:cubicBezTo>
                    <a:pt x="4049" y="8097"/>
                    <a:pt x="4382" y="8311"/>
                    <a:pt x="4739" y="8478"/>
                  </a:cubicBezTo>
                  <a:cubicBezTo>
                    <a:pt x="4454" y="8573"/>
                    <a:pt x="4168" y="8669"/>
                    <a:pt x="3906" y="8740"/>
                  </a:cubicBezTo>
                  <a:cubicBezTo>
                    <a:pt x="3834" y="8478"/>
                    <a:pt x="3763" y="8192"/>
                    <a:pt x="3715" y="7883"/>
                  </a:cubicBezTo>
                  <a:close/>
                  <a:moveTo>
                    <a:pt x="7454" y="7883"/>
                  </a:moveTo>
                  <a:lnTo>
                    <a:pt x="7454" y="7883"/>
                  </a:lnTo>
                  <a:cubicBezTo>
                    <a:pt x="7383" y="8192"/>
                    <a:pt x="7335" y="8478"/>
                    <a:pt x="7264" y="8740"/>
                  </a:cubicBezTo>
                  <a:cubicBezTo>
                    <a:pt x="6978" y="8669"/>
                    <a:pt x="6716" y="8573"/>
                    <a:pt x="6430" y="8478"/>
                  </a:cubicBezTo>
                  <a:cubicBezTo>
                    <a:pt x="6764" y="8311"/>
                    <a:pt x="7121" y="8097"/>
                    <a:pt x="7454" y="7883"/>
                  </a:cubicBezTo>
                  <a:close/>
                  <a:moveTo>
                    <a:pt x="1786" y="6359"/>
                  </a:moveTo>
                  <a:cubicBezTo>
                    <a:pt x="2120" y="6692"/>
                    <a:pt x="2501" y="7026"/>
                    <a:pt x="2930" y="7359"/>
                  </a:cubicBezTo>
                  <a:cubicBezTo>
                    <a:pt x="3001" y="7883"/>
                    <a:pt x="3096" y="8407"/>
                    <a:pt x="3239" y="8859"/>
                  </a:cubicBezTo>
                  <a:cubicBezTo>
                    <a:pt x="3012" y="8898"/>
                    <a:pt x="2744" y="8927"/>
                    <a:pt x="2474" y="8927"/>
                  </a:cubicBezTo>
                  <a:cubicBezTo>
                    <a:pt x="1922" y="8927"/>
                    <a:pt x="1360" y="8807"/>
                    <a:pt x="1120" y="8407"/>
                  </a:cubicBezTo>
                  <a:cubicBezTo>
                    <a:pt x="786" y="7811"/>
                    <a:pt x="1358" y="6883"/>
                    <a:pt x="1786" y="6359"/>
                  </a:cubicBezTo>
                  <a:close/>
                  <a:moveTo>
                    <a:pt x="9383" y="6359"/>
                  </a:moveTo>
                  <a:cubicBezTo>
                    <a:pt x="9812" y="6883"/>
                    <a:pt x="10383" y="7811"/>
                    <a:pt x="10026" y="8407"/>
                  </a:cubicBezTo>
                  <a:cubicBezTo>
                    <a:pt x="9802" y="8807"/>
                    <a:pt x="9235" y="8927"/>
                    <a:pt x="8684" y="8927"/>
                  </a:cubicBezTo>
                  <a:cubicBezTo>
                    <a:pt x="8415" y="8927"/>
                    <a:pt x="8150" y="8898"/>
                    <a:pt x="7931" y="8859"/>
                  </a:cubicBezTo>
                  <a:cubicBezTo>
                    <a:pt x="8050" y="8407"/>
                    <a:pt x="8145" y="7883"/>
                    <a:pt x="8216" y="7359"/>
                  </a:cubicBezTo>
                  <a:cubicBezTo>
                    <a:pt x="8645" y="7026"/>
                    <a:pt x="9026" y="6692"/>
                    <a:pt x="9383" y="6359"/>
                  </a:cubicBezTo>
                  <a:close/>
                  <a:moveTo>
                    <a:pt x="5573" y="8883"/>
                  </a:moveTo>
                  <a:cubicBezTo>
                    <a:pt x="6073" y="9097"/>
                    <a:pt x="6573" y="9264"/>
                    <a:pt x="7026" y="9383"/>
                  </a:cubicBezTo>
                  <a:cubicBezTo>
                    <a:pt x="6787" y="10026"/>
                    <a:pt x="6264" y="10979"/>
                    <a:pt x="5573" y="10979"/>
                  </a:cubicBezTo>
                  <a:cubicBezTo>
                    <a:pt x="4882" y="10979"/>
                    <a:pt x="4382" y="10026"/>
                    <a:pt x="4120" y="9383"/>
                  </a:cubicBezTo>
                  <a:cubicBezTo>
                    <a:pt x="4597" y="9264"/>
                    <a:pt x="5097" y="9097"/>
                    <a:pt x="5573" y="8883"/>
                  </a:cubicBezTo>
                  <a:close/>
                  <a:moveTo>
                    <a:pt x="5573" y="0"/>
                  </a:moveTo>
                  <a:cubicBezTo>
                    <a:pt x="4525" y="0"/>
                    <a:pt x="3811" y="1143"/>
                    <a:pt x="3453" y="2144"/>
                  </a:cubicBezTo>
                  <a:cubicBezTo>
                    <a:pt x="3155" y="2096"/>
                    <a:pt x="2833" y="2064"/>
                    <a:pt x="2513" y="2064"/>
                  </a:cubicBezTo>
                  <a:cubicBezTo>
                    <a:pt x="1711" y="2064"/>
                    <a:pt x="923" y="2265"/>
                    <a:pt x="548" y="2929"/>
                  </a:cubicBezTo>
                  <a:cubicBezTo>
                    <a:pt x="0" y="3834"/>
                    <a:pt x="643" y="5025"/>
                    <a:pt x="1310" y="5835"/>
                  </a:cubicBezTo>
                  <a:cubicBezTo>
                    <a:pt x="643" y="6644"/>
                    <a:pt x="0" y="7835"/>
                    <a:pt x="548" y="8740"/>
                  </a:cubicBezTo>
                  <a:cubicBezTo>
                    <a:pt x="923" y="9404"/>
                    <a:pt x="1711" y="9606"/>
                    <a:pt x="2513" y="9606"/>
                  </a:cubicBezTo>
                  <a:cubicBezTo>
                    <a:pt x="2833" y="9606"/>
                    <a:pt x="3155" y="9574"/>
                    <a:pt x="3453" y="9526"/>
                  </a:cubicBezTo>
                  <a:cubicBezTo>
                    <a:pt x="3811" y="10526"/>
                    <a:pt x="4525" y="11669"/>
                    <a:pt x="5573" y="11669"/>
                  </a:cubicBezTo>
                  <a:cubicBezTo>
                    <a:pt x="6645" y="11669"/>
                    <a:pt x="7335" y="10526"/>
                    <a:pt x="7716" y="9526"/>
                  </a:cubicBezTo>
                  <a:cubicBezTo>
                    <a:pt x="8015" y="9574"/>
                    <a:pt x="8337" y="9606"/>
                    <a:pt x="8657" y="9606"/>
                  </a:cubicBezTo>
                  <a:cubicBezTo>
                    <a:pt x="9459" y="9606"/>
                    <a:pt x="10247" y="9404"/>
                    <a:pt x="10622" y="8740"/>
                  </a:cubicBezTo>
                  <a:cubicBezTo>
                    <a:pt x="11146" y="7835"/>
                    <a:pt x="10526" y="6644"/>
                    <a:pt x="9836" y="5835"/>
                  </a:cubicBezTo>
                  <a:cubicBezTo>
                    <a:pt x="9907" y="5740"/>
                    <a:pt x="9979" y="5644"/>
                    <a:pt x="10050" y="5573"/>
                  </a:cubicBezTo>
                  <a:cubicBezTo>
                    <a:pt x="10812" y="4549"/>
                    <a:pt x="11003" y="3596"/>
                    <a:pt x="10622" y="2929"/>
                  </a:cubicBezTo>
                  <a:cubicBezTo>
                    <a:pt x="10247" y="2265"/>
                    <a:pt x="9459" y="2064"/>
                    <a:pt x="8657" y="2064"/>
                  </a:cubicBezTo>
                  <a:cubicBezTo>
                    <a:pt x="8337" y="2064"/>
                    <a:pt x="8015" y="2096"/>
                    <a:pt x="7716" y="2144"/>
                  </a:cubicBezTo>
                  <a:cubicBezTo>
                    <a:pt x="7335" y="1143"/>
                    <a:pt x="6645" y="0"/>
                    <a:pt x="55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" name="Google Shape;10901;p87">
            <a:extLst>
              <a:ext uri="{FF2B5EF4-FFF2-40B4-BE49-F238E27FC236}">
                <a16:creationId xmlns:a16="http://schemas.microsoft.com/office/drawing/2014/main" id="{8D6F13F8-C506-4306-B0DD-0590B25E7A59}"/>
              </a:ext>
            </a:extLst>
          </p:cNvPr>
          <p:cNvGrpSpPr/>
          <p:nvPr/>
        </p:nvGrpSpPr>
        <p:grpSpPr>
          <a:xfrm>
            <a:off x="1463723" y="3302791"/>
            <a:ext cx="642927" cy="523561"/>
            <a:chOff x="-33645475" y="3228075"/>
            <a:chExt cx="294600" cy="290650"/>
          </a:xfrm>
        </p:grpSpPr>
        <p:sp>
          <p:nvSpPr>
            <p:cNvPr id="43" name="Google Shape;10902;p87">
              <a:extLst>
                <a:ext uri="{FF2B5EF4-FFF2-40B4-BE49-F238E27FC236}">
                  <a16:creationId xmlns:a16="http://schemas.microsoft.com/office/drawing/2014/main" id="{17497FDE-2AA8-D75A-00AA-BC8183FD927C}"/>
                </a:ext>
              </a:extLst>
            </p:cNvPr>
            <p:cNvSpPr/>
            <p:nvPr/>
          </p:nvSpPr>
          <p:spPr>
            <a:xfrm>
              <a:off x="-33456450" y="3261925"/>
              <a:ext cx="84300" cy="85100"/>
            </a:xfrm>
            <a:custGeom>
              <a:avLst/>
              <a:gdLst/>
              <a:ahLst/>
              <a:cxnLst/>
              <a:rect l="l" t="t" r="r" b="b"/>
              <a:pathLst>
                <a:path w="3372" h="340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1009" y="694"/>
                  </a:lnTo>
                  <a:cubicBezTo>
                    <a:pt x="1576" y="694"/>
                    <a:pt x="2049" y="1166"/>
                    <a:pt x="2049" y="1733"/>
                  </a:cubicBezTo>
                  <a:lnTo>
                    <a:pt x="2049" y="2269"/>
                  </a:lnTo>
                  <a:lnTo>
                    <a:pt x="1923" y="2175"/>
                  </a:lnTo>
                  <a:cubicBezTo>
                    <a:pt x="1860" y="2112"/>
                    <a:pt x="1773" y="2080"/>
                    <a:pt x="1686" y="2080"/>
                  </a:cubicBezTo>
                  <a:cubicBezTo>
                    <a:pt x="1600" y="2080"/>
                    <a:pt x="1513" y="2112"/>
                    <a:pt x="1450" y="2175"/>
                  </a:cubicBezTo>
                  <a:cubicBezTo>
                    <a:pt x="1324" y="2269"/>
                    <a:pt x="1324" y="2521"/>
                    <a:pt x="1450" y="2647"/>
                  </a:cubicBezTo>
                  <a:lnTo>
                    <a:pt x="2112" y="3309"/>
                  </a:lnTo>
                  <a:cubicBezTo>
                    <a:pt x="2175" y="3372"/>
                    <a:pt x="2269" y="3403"/>
                    <a:pt x="2360" y="3403"/>
                  </a:cubicBezTo>
                  <a:cubicBezTo>
                    <a:pt x="2450" y="3403"/>
                    <a:pt x="2537" y="3372"/>
                    <a:pt x="2584" y="3309"/>
                  </a:cubicBezTo>
                  <a:lnTo>
                    <a:pt x="3277" y="2647"/>
                  </a:lnTo>
                  <a:cubicBezTo>
                    <a:pt x="3372" y="2521"/>
                    <a:pt x="3372" y="2269"/>
                    <a:pt x="3277" y="2175"/>
                  </a:cubicBezTo>
                  <a:cubicBezTo>
                    <a:pt x="3214" y="2112"/>
                    <a:pt x="3120" y="2080"/>
                    <a:pt x="3029" y="2080"/>
                  </a:cubicBezTo>
                  <a:cubicBezTo>
                    <a:pt x="2939" y="2080"/>
                    <a:pt x="2852" y="2112"/>
                    <a:pt x="2805" y="2175"/>
                  </a:cubicBezTo>
                  <a:lnTo>
                    <a:pt x="2679" y="2269"/>
                  </a:lnTo>
                  <a:lnTo>
                    <a:pt x="2679" y="1733"/>
                  </a:lnTo>
                  <a:cubicBezTo>
                    <a:pt x="2742" y="788"/>
                    <a:pt x="1954" y="1"/>
                    <a:pt x="100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44" name="Google Shape;10903;p87">
              <a:extLst>
                <a:ext uri="{FF2B5EF4-FFF2-40B4-BE49-F238E27FC236}">
                  <a16:creationId xmlns:a16="http://schemas.microsoft.com/office/drawing/2014/main" id="{AE40D5DE-E978-2805-E0C8-85D5A0259BDC}"/>
                </a:ext>
              </a:extLst>
            </p:cNvPr>
            <p:cNvSpPr/>
            <p:nvPr/>
          </p:nvSpPr>
          <p:spPr>
            <a:xfrm>
              <a:off x="-33575375" y="3433625"/>
              <a:ext cx="85075" cy="85100"/>
            </a:xfrm>
            <a:custGeom>
              <a:avLst/>
              <a:gdLst/>
              <a:ahLst/>
              <a:cxnLst/>
              <a:rect l="l" t="t" r="r" b="b"/>
              <a:pathLst>
                <a:path w="3403" h="3404" extrusionOk="0">
                  <a:moveTo>
                    <a:pt x="1013" y="1"/>
                  </a:moveTo>
                  <a:cubicBezTo>
                    <a:pt x="922" y="1"/>
                    <a:pt x="835" y="32"/>
                    <a:pt x="788" y="95"/>
                  </a:cubicBezTo>
                  <a:lnTo>
                    <a:pt x="127" y="757"/>
                  </a:lnTo>
                  <a:cubicBezTo>
                    <a:pt x="1" y="883"/>
                    <a:pt x="1" y="1135"/>
                    <a:pt x="127" y="1229"/>
                  </a:cubicBezTo>
                  <a:cubicBezTo>
                    <a:pt x="174" y="1292"/>
                    <a:pt x="260" y="1324"/>
                    <a:pt x="351" y="1324"/>
                  </a:cubicBezTo>
                  <a:cubicBezTo>
                    <a:pt x="442" y="1324"/>
                    <a:pt x="536" y="1292"/>
                    <a:pt x="599" y="1229"/>
                  </a:cubicBezTo>
                  <a:lnTo>
                    <a:pt x="694" y="1135"/>
                  </a:lnTo>
                  <a:lnTo>
                    <a:pt x="694" y="1671"/>
                  </a:lnTo>
                  <a:cubicBezTo>
                    <a:pt x="694" y="2616"/>
                    <a:pt x="1450" y="3372"/>
                    <a:pt x="2395" y="3372"/>
                  </a:cubicBezTo>
                  <a:lnTo>
                    <a:pt x="3057" y="3372"/>
                  </a:lnTo>
                  <a:lnTo>
                    <a:pt x="3057" y="3403"/>
                  </a:lnTo>
                  <a:cubicBezTo>
                    <a:pt x="3246" y="3403"/>
                    <a:pt x="3403" y="3246"/>
                    <a:pt x="3403" y="3057"/>
                  </a:cubicBezTo>
                  <a:cubicBezTo>
                    <a:pt x="3403" y="2868"/>
                    <a:pt x="3246" y="2710"/>
                    <a:pt x="3057" y="2710"/>
                  </a:cubicBezTo>
                  <a:lnTo>
                    <a:pt x="2363" y="2710"/>
                  </a:lnTo>
                  <a:cubicBezTo>
                    <a:pt x="1796" y="2710"/>
                    <a:pt x="1324" y="2238"/>
                    <a:pt x="1324" y="1671"/>
                  </a:cubicBezTo>
                  <a:lnTo>
                    <a:pt x="1324" y="1135"/>
                  </a:lnTo>
                  <a:lnTo>
                    <a:pt x="1450" y="1229"/>
                  </a:lnTo>
                  <a:cubicBezTo>
                    <a:pt x="1513" y="1292"/>
                    <a:pt x="1599" y="1324"/>
                    <a:pt x="1686" y="1324"/>
                  </a:cubicBezTo>
                  <a:cubicBezTo>
                    <a:pt x="1773" y="1324"/>
                    <a:pt x="1859" y="1292"/>
                    <a:pt x="1922" y="1229"/>
                  </a:cubicBezTo>
                  <a:cubicBezTo>
                    <a:pt x="2048" y="1135"/>
                    <a:pt x="2048" y="883"/>
                    <a:pt x="1922" y="757"/>
                  </a:cubicBezTo>
                  <a:lnTo>
                    <a:pt x="1261" y="95"/>
                  </a:lnTo>
                  <a:cubicBezTo>
                    <a:pt x="1198" y="32"/>
                    <a:pt x="1103" y="1"/>
                    <a:pt x="101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45" name="Google Shape;10904;p87">
              <a:extLst>
                <a:ext uri="{FF2B5EF4-FFF2-40B4-BE49-F238E27FC236}">
                  <a16:creationId xmlns:a16="http://schemas.microsoft.com/office/drawing/2014/main" id="{37F2BCC3-C06A-C316-7DFF-6207A18CE41D}"/>
                </a:ext>
              </a:extLst>
            </p:cNvPr>
            <p:cNvSpPr/>
            <p:nvPr/>
          </p:nvSpPr>
          <p:spPr>
            <a:xfrm>
              <a:off x="-33645475" y="3228075"/>
              <a:ext cx="206375" cy="153600"/>
            </a:xfrm>
            <a:custGeom>
              <a:avLst/>
              <a:gdLst/>
              <a:ahLst/>
              <a:cxnLst/>
              <a:rect l="l" t="t" r="r" b="b"/>
              <a:pathLst>
                <a:path w="8255" h="6144" extrusionOk="0">
                  <a:moveTo>
                    <a:pt x="4191" y="0"/>
                  </a:moveTo>
                  <a:cubicBezTo>
                    <a:pt x="2300" y="0"/>
                    <a:pt x="757" y="1544"/>
                    <a:pt x="757" y="3434"/>
                  </a:cubicBezTo>
                  <a:lnTo>
                    <a:pt x="757" y="3529"/>
                  </a:lnTo>
                  <a:cubicBezTo>
                    <a:pt x="347" y="3686"/>
                    <a:pt x="95" y="4033"/>
                    <a:pt x="95" y="4474"/>
                  </a:cubicBezTo>
                  <a:lnTo>
                    <a:pt x="95" y="5135"/>
                  </a:lnTo>
                  <a:cubicBezTo>
                    <a:pt x="1" y="5671"/>
                    <a:pt x="473" y="6143"/>
                    <a:pt x="1009" y="6143"/>
                  </a:cubicBezTo>
                  <a:cubicBezTo>
                    <a:pt x="1135" y="6143"/>
                    <a:pt x="1261" y="6112"/>
                    <a:pt x="1387" y="6080"/>
                  </a:cubicBezTo>
                  <a:lnTo>
                    <a:pt x="1387" y="3403"/>
                  </a:lnTo>
                  <a:cubicBezTo>
                    <a:pt x="1387" y="1890"/>
                    <a:pt x="2647" y="630"/>
                    <a:pt x="4128" y="630"/>
                  </a:cubicBezTo>
                  <a:cubicBezTo>
                    <a:pt x="5640" y="630"/>
                    <a:pt x="6900" y="1890"/>
                    <a:pt x="6900" y="3403"/>
                  </a:cubicBezTo>
                  <a:lnTo>
                    <a:pt x="6900" y="6080"/>
                  </a:lnTo>
                  <a:cubicBezTo>
                    <a:pt x="6995" y="6112"/>
                    <a:pt x="7121" y="6143"/>
                    <a:pt x="7247" y="6143"/>
                  </a:cubicBezTo>
                  <a:cubicBezTo>
                    <a:pt x="7782" y="6143"/>
                    <a:pt x="8255" y="5671"/>
                    <a:pt x="8255" y="5135"/>
                  </a:cubicBezTo>
                  <a:lnTo>
                    <a:pt x="8255" y="4474"/>
                  </a:lnTo>
                  <a:cubicBezTo>
                    <a:pt x="8255" y="4033"/>
                    <a:pt x="8003" y="3623"/>
                    <a:pt x="7593" y="3529"/>
                  </a:cubicBezTo>
                  <a:lnTo>
                    <a:pt x="7593" y="3434"/>
                  </a:lnTo>
                  <a:cubicBezTo>
                    <a:pt x="7593" y="1544"/>
                    <a:pt x="6050" y="0"/>
                    <a:pt x="419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46" name="Google Shape;10905;p87">
              <a:extLst>
                <a:ext uri="{FF2B5EF4-FFF2-40B4-BE49-F238E27FC236}">
                  <a16:creationId xmlns:a16="http://schemas.microsoft.com/office/drawing/2014/main" id="{DB968CC1-D909-41F2-9BB4-788936191C14}"/>
                </a:ext>
              </a:extLst>
            </p:cNvPr>
            <p:cNvSpPr/>
            <p:nvPr/>
          </p:nvSpPr>
          <p:spPr>
            <a:xfrm>
              <a:off x="-33593500" y="3279250"/>
              <a:ext cx="104775" cy="52275"/>
            </a:xfrm>
            <a:custGeom>
              <a:avLst/>
              <a:gdLst/>
              <a:ahLst/>
              <a:cxnLst/>
              <a:rect l="l" t="t" r="r" b="b"/>
              <a:pathLst>
                <a:path w="4191" h="2091" extrusionOk="0">
                  <a:moveTo>
                    <a:pt x="1734" y="1"/>
                  </a:moveTo>
                  <a:cubicBezTo>
                    <a:pt x="789" y="1"/>
                    <a:pt x="1" y="757"/>
                    <a:pt x="1" y="1702"/>
                  </a:cubicBezTo>
                  <a:lnTo>
                    <a:pt x="1" y="2049"/>
                  </a:lnTo>
                  <a:lnTo>
                    <a:pt x="1230" y="2049"/>
                  </a:lnTo>
                  <a:cubicBezTo>
                    <a:pt x="1545" y="2049"/>
                    <a:pt x="1891" y="2049"/>
                    <a:pt x="2017" y="1986"/>
                  </a:cubicBezTo>
                  <a:cubicBezTo>
                    <a:pt x="2049" y="1954"/>
                    <a:pt x="2080" y="1828"/>
                    <a:pt x="2080" y="1734"/>
                  </a:cubicBezTo>
                  <a:cubicBezTo>
                    <a:pt x="2080" y="1545"/>
                    <a:pt x="2238" y="1387"/>
                    <a:pt x="2458" y="1387"/>
                  </a:cubicBezTo>
                  <a:cubicBezTo>
                    <a:pt x="2647" y="1387"/>
                    <a:pt x="2805" y="1545"/>
                    <a:pt x="2805" y="1734"/>
                  </a:cubicBezTo>
                  <a:cubicBezTo>
                    <a:pt x="2805" y="1828"/>
                    <a:pt x="2805" y="1954"/>
                    <a:pt x="2868" y="1986"/>
                  </a:cubicBezTo>
                  <a:cubicBezTo>
                    <a:pt x="2942" y="2059"/>
                    <a:pt x="3091" y="2090"/>
                    <a:pt x="3266" y="2090"/>
                  </a:cubicBezTo>
                  <a:cubicBezTo>
                    <a:pt x="3389" y="2090"/>
                    <a:pt x="3525" y="2075"/>
                    <a:pt x="3656" y="2049"/>
                  </a:cubicBezTo>
                  <a:lnTo>
                    <a:pt x="4191" y="2049"/>
                  </a:lnTo>
                  <a:lnTo>
                    <a:pt x="4191" y="1702"/>
                  </a:lnTo>
                  <a:lnTo>
                    <a:pt x="4128" y="1702"/>
                  </a:lnTo>
                  <a:cubicBezTo>
                    <a:pt x="4128" y="757"/>
                    <a:pt x="3340" y="1"/>
                    <a:pt x="239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47" name="Google Shape;10906;p87">
              <a:extLst>
                <a:ext uri="{FF2B5EF4-FFF2-40B4-BE49-F238E27FC236}">
                  <a16:creationId xmlns:a16="http://schemas.microsoft.com/office/drawing/2014/main" id="{BF438B04-2016-9EF4-0BA2-772A7379E100}"/>
                </a:ext>
              </a:extLst>
            </p:cNvPr>
            <p:cNvSpPr/>
            <p:nvPr/>
          </p:nvSpPr>
          <p:spPr>
            <a:xfrm>
              <a:off x="-33593500" y="3341475"/>
              <a:ext cx="104775" cy="74075"/>
            </a:xfrm>
            <a:custGeom>
              <a:avLst/>
              <a:gdLst/>
              <a:ahLst/>
              <a:cxnLst/>
              <a:rect l="l" t="t" r="r" b="b"/>
              <a:pathLst>
                <a:path w="4191" h="2963" extrusionOk="0">
                  <a:moveTo>
                    <a:pt x="2395" y="1"/>
                  </a:moveTo>
                  <a:cubicBezTo>
                    <a:pt x="2080" y="253"/>
                    <a:pt x="1671" y="253"/>
                    <a:pt x="1230" y="253"/>
                  </a:cubicBezTo>
                  <a:lnTo>
                    <a:pt x="1" y="253"/>
                  </a:lnTo>
                  <a:lnTo>
                    <a:pt x="1" y="914"/>
                  </a:lnTo>
                  <a:cubicBezTo>
                    <a:pt x="1" y="2049"/>
                    <a:pt x="946" y="2962"/>
                    <a:pt x="2112" y="2962"/>
                  </a:cubicBezTo>
                  <a:cubicBezTo>
                    <a:pt x="3246" y="2962"/>
                    <a:pt x="4191" y="2049"/>
                    <a:pt x="4191" y="914"/>
                  </a:cubicBezTo>
                  <a:lnTo>
                    <a:pt x="4191" y="253"/>
                  </a:lnTo>
                  <a:lnTo>
                    <a:pt x="3466" y="253"/>
                  </a:lnTo>
                  <a:cubicBezTo>
                    <a:pt x="3088" y="253"/>
                    <a:pt x="2679" y="190"/>
                    <a:pt x="239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48" name="Google Shape;10907;p87">
              <a:extLst>
                <a:ext uri="{FF2B5EF4-FFF2-40B4-BE49-F238E27FC236}">
                  <a16:creationId xmlns:a16="http://schemas.microsoft.com/office/drawing/2014/main" id="{75809705-8F37-50B8-C5BF-E6F076A56F0E}"/>
                </a:ext>
              </a:extLst>
            </p:cNvPr>
            <p:cNvSpPr/>
            <p:nvPr/>
          </p:nvSpPr>
          <p:spPr>
            <a:xfrm>
              <a:off x="-33455650" y="3381650"/>
              <a:ext cx="104775" cy="52250"/>
            </a:xfrm>
            <a:custGeom>
              <a:avLst/>
              <a:gdLst/>
              <a:ahLst/>
              <a:cxnLst/>
              <a:rect l="l" t="t" r="r" b="b"/>
              <a:pathLst>
                <a:path w="4191" h="2090" extrusionOk="0">
                  <a:moveTo>
                    <a:pt x="1702" y="0"/>
                  </a:moveTo>
                  <a:cubicBezTo>
                    <a:pt x="756" y="0"/>
                    <a:pt x="0" y="757"/>
                    <a:pt x="0" y="1702"/>
                  </a:cubicBezTo>
                  <a:lnTo>
                    <a:pt x="0" y="2048"/>
                  </a:lnTo>
                  <a:lnTo>
                    <a:pt x="1229" y="2048"/>
                  </a:lnTo>
                  <a:cubicBezTo>
                    <a:pt x="1544" y="2048"/>
                    <a:pt x="1891" y="2048"/>
                    <a:pt x="2017" y="1985"/>
                  </a:cubicBezTo>
                  <a:cubicBezTo>
                    <a:pt x="2048" y="1954"/>
                    <a:pt x="2080" y="1828"/>
                    <a:pt x="2080" y="1733"/>
                  </a:cubicBezTo>
                  <a:cubicBezTo>
                    <a:pt x="2080" y="1544"/>
                    <a:pt x="2237" y="1387"/>
                    <a:pt x="2458" y="1387"/>
                  </a:cubicBezTo>
                  <a:cubicBezTo>
                    <a:pt x="2647" y="1387"/>
                    <a:pt x="2804" y="1544"/>
                    <a:pt x="2804" y="1733"/>
                  </a:cubicBezTo>
                  <a:cubicBezTo>
                    <a:pt x="2804" y="1828"/>
                    <a:pt x="2804" y="1954"/>
                    <a:pt x="2867" y="1985"/>
                  </a:cubicBezTo>
                  <a:cubicBezTo>
                    <a:pt x="2941" y="2059"/>
                    <a:pt x="3091" y="2090"/>
                    <a:pt x="3265" y="2090"/>
                  </a:cubicBezTo>
                  <a:cubicBezTo>
                    <a:pt x="3388" y="2090"/>
                    <a:pt x="3524" y="2074"/>
                    <a:pt x="3655" y="2048"/>
                  </a:cubicBezTo>
                  <a:lnTo>
                    <a:pt x="4190" y="2048"/>
                  </a:lnTo>
                  <a:lnTo>
                    <a:pt x="4190" y="1702"/>
                  </a:lnTo>
                  <a:cubicBezTo>
                    <a:pt x="4096" y="757"/>
                    <a:pt x="3308" y="0"/>
                    <a:pt x="236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49" name="Google Shape;10908;p87">
              <a:extLst>
                <a:ext uri="{FF2B5EF4-FFF2-40B4-BE49-F238E27FC236}">
                  <a16:creationId xmlns:a16="http://schemas.microsoft.com/office/drawing/2014/main" id="{5557B220-B2D0-C4E4-9D80-BFD77947AB90}"/>
                </a:ext>
              </a:extLst>
            </p:cNvPr>
            <p:cNvSpPr/>
            <p:nvPr/>
          </p:nvSpPr>
          <p:spPr>
            <a:xfrm>
              <a:off x="-33456450" y="3443875"/>
              <a:ext cx="102425" cy="74850"/>
            </a:xfrm>
            <a:custGeom>
              <a:avLst/>
              <a:gdLst/>
              <a:ahLst/>
              <a:cxnLst/>
              <a:rect l="l" t="t" r="r" b="b"/>
              <a:pathLst>
                <a:path w="4097" h="2994" extrusionOk="0">
                  <a:moveTo>
                    <a:pt x="2395" y="0"/>
                  </a:moveTo>
                  <a:cubicBezTo>
                    <a:pt x="2080" y="252"/>
                    <a:pt x="1639" y="252"/>
                    <a:pt x="1230" y="252"/>
                  </a:cubicBezTo>
                  <a:lnTo>
                    <a:pt x="1" y="252"/>
                  </a:lnTo>
                  <a:lnTo>
                    <a:pt x="1" y="914"/>
                  </a:lnTo>
                  <a:cubicBezTo>
                    <a:pt x="1" y="2048"/>
                    <a:pt x="914" y="2993"/>
                    <a:pt x="2049" y="2993"/>
                  </a:cubicBezTo>
                  <a:cubicBezTo>
                    <a:pt x="3183" y="2993"/>
                    <a:pt x="4096" y="2048"/>
                    <a:pt x="4096" y="914"/>
                  </a:cubicBezTo>
                  <a:lnTo>
                    <a:pt x="4096" y="252"/>
                  </a:lnTo>
                  <a:lnTo>
                    <a:pt x="3435" y="252"/>
                  </a:lnTo>
                  <a:cubicBezTo>
                    <a:pt x="3025" y="252"/>
                    <a:pt x="2679" y="189"/>
                    <a:pt x="239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8014635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3">
          <a:extLst>
            <a:ext uri="{FF2B5EF4-FFF2-40B4-BE49-F238E27FC236}">
              <a16:creationId xmlns:a16="http://schemas.microsoft.com/office/drawing/2014/main" id="{E8D5C7A1-C7A6-E269-E995-F2103C805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4" name="Google Shape;2914;p39">
            <a:extLst>
              <a:ext uri="{FF2B5EF4-FFF2-40B4-BE49-F238E27FC236}">
                <a16:creationId xmlns:a16="http://schemas.microsoft.com/office/drawing/2014/main" id="{134CC7B6-8FE3-1DFC-9AD5-D0EAE58842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08550" y="2661930"/>
            <a:ext cx="67269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Obstáculos presentados durante el desarrollo</a:t>
            </a:r>
          </a:p>
        </p:txBody>
      </p:sp>
      <p:grpSp>
        <p:nvGrpSpPr>
          <p:cNvPr id="2917" name="Google Shape;2917;p39">
            <a:extLst>
              <a:ext uri="{FF2B5EF4-FFF2-40B4-BE49-F238E27FC236}">
                <a16:creationId xmlns:a16="http://schemas.microsoft.com/office/drawing/2014/main" id="{1F13E128-224B-ECE8-1E18-1C5A91606D3E}"/>
              </a:ext>
            </a:extLst>
          </p:cNvPr>
          <p:cNvGrpSpPr/>
          <p:nvPr/>
        </p:nvGrpSpPr>
        <p:grpSpPr>
          <a:xfrm rot="-5400000">
            <a:off x="2746096" y="-164363"/>
            <a:ext cx="1823016" cy="296643"/>
            <a:chOff x="7857346" y="3902355"/>
            <a:chExt cx="1823016" cy="296643"/>
          </a:xfrm>
        </p:grpSpPr>
        <p:sp>
          <p:nvSpPr>
            <p:cNvPr id="2918" name="Google Shape;2918;p39">
              <a:extLst>
                <a:ext uri="{FF2B5EF4-FFF2-40B4-BE49-F238E27FC236}">
                  <a16:creationId xmlns:a16="http://schemas.microsoft.com/office/drawing/2014/main" id="{E3F3FC1B-A944-16BA-D869-2EA79F309CA7}"/>
                </a:ext>
              </a:extLst>
            </p:cNvPr>
            <p:cNvSpPr/>
            <p:nvPr/>
          </p:nvSpPr>
          <p:spPr>
            <a:xfrm>
              <a:off x="7956216" y="4048371"/>
              <a:ext cx="1724145" cy="150627"/>
            </a:xfrm>
            <a:custGeom>
              <a:avLst/>
              <a:gdLst/>
              <a:ahLst/>
              <a:cxnLst/>
              <a:rect l="l" t="t" r="r" b="b"/>
              <a:pathLst>
                <a:path w="55332" h="4834" fill="none" extrusionOk="0">
                  <a:moveTo>
                    <a:pt x="55331" y="4834"/>
                  </a:moveTo>
                  <a:lnTo>
                    <a:pt x="28930" y="4834"/>
                  </a:lnTo>
                  <a:lnTo>
                    <a:pt x="27294" y="3198"/>
                  </a:lnTo>
                  <a:lnTo>
                    <a:pt x="24072" y="0"/>
                  </a:ln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9" name="Google Shape;2919;p39">
              <a:extLst>
                <a:ext uri="{FF2B5EF4-FFF2-40B4-BE49-F238E27FC236}">
                  <a16:creationId xmlns:a16="http://schemas.microsoft.com/office/drawing/2014/main" id="{BC4245B6-9101-BC87-07FD-2DEF4B3F8BE0}"/>
                </a:ext>
              </a:extLst>
            </p:cNvPr>
            <p:cNvSpPr/>
            <p:nvPr/>
          </p:nvSpPr>
          <p:spPr>
            <a:xfrm>
              <a:off x="8453686" y="3902355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0" y="1488"/>
                  </a:moveTo>
                  <a:cubicBezTo>
                    <a:pt x="0" y="670"/>
                    <a:pt x="670" y="1"/>
                    <a:pt x="1488" y="1"/>
                  </a:cubicBezTo>
                  <a:cubicBezTo>
                    <a:pt x="2306" y="1"/>
                    <a:pt x="2950" y="670"/>
                    <a:pt x="2950" y="1488"/>
                  </a:cubicBezTo>
                  <a:cubicBezTo>
                    <a:pt x="2950" y="2281"/>
                    <a:pt x="2306" y="2951"/>
                    <a:pt x="1488" y="2951"/>
                  </a:cubicBezTo>
                  <a:cubicBezTo>
                    <a:pt x="670" y="2951"/>
                    <a:pt x="0" y="2281"/>
                    <a:pt x="0" y="1488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0" name="Google Shape;2920;p39">
              <a:extLst>
                <a:ext uri="{FF2B5EF4-FFF2-40B4-BE49-F238E27FC236}">
                  <a16:creationId xmlns:a16="http://schemas.microsoft.com/office/drawing/2014/main" id="{ACDB93EF-8755-50B0-6709-74CEBC201974}"/>
                </a:ext>
              </a:extLst>
            </p:cNvPr>
            <p:cNvSpPr/>
            <p:nvPr/>
          </p:nvSpPr>
          <p:spPr>
            <a:xfrm>
              <a:off x="8478396" y="3927096"/>
              <a:ext cx="43281" cy="42502"/>
            </a:xfrm>
            <a:custGeom>
              <a:avLst/>
              <a:gdLst/>
              <a:ahLst/>
              <a:cxnLst/>
              <a:rect l="l" t="t" r="r" b="b"/>
              <a:pathLst>
                <a:path w="1389" h="1364" extrusionOk="0">
                  <a:moveTo>
                    <a:pt x="695" y="0"/>
                  </a:moveTo>
                  <a:cubicBezTo>
                    <a:pt x="298" y="0"/>
                    <a:pt x="1" y="298"/>
                    <a:pt x="1" y="694"/>
                  </a:cubicBezTo>
                  <a:cubicBezTo>
                    <a:pt x="1" y="1066"/>
                    <a:pt x="298" y="1363"/>
                    <a:pt x="695" y="1363"/>
                  </a:cubicBezTo>
                  <a:cubicBezTo>
                    <a:pt x="1067" y="1363"/>
                    <a:pt x="1389" y="1066"/>
                    <a:pt x="1389" y="694"/>
                  </a:cubicBezTo>
                  <a:cubicBezTo>
                    <a:pt x="1389" y="298"/>
                    <a:pt x="1067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1" name="Google Shape;2921;p39">
              <a:extLst>
                <a:ext uri="{FF2B5EF4-FFF2-40B4-BE49-F238E27FC236}">
                  <a16:creationId xmlns:a16="http://schemas.microsoft.com/office/drawing/2014/main" id="{3CF229E4-D500-ADE3-77D1-10E85C74A718}"/>
                </a:ext>
              </a:extLst>
            </p:cNvPr>
            <p:cNvSpPr/>
            <p:nvPr/>
          </p:nvSpPr>
          <p:spPr>
            <a:xfrm>
              <a:off x="7857346" y="4002005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" y="1463"/>
                  </a:moveTo>
                  <a:cubicBezTo>
                    <a:pt x="1" y="670"/>
                    <a:pt x="670" y="1"/>
                    <a:pt x="1488" y="1"/>
                  </a:cubicBezTo>
                  <a:cubicBezTo>
                    <a:pt x="2306" y="1"/>
                    <a:pt x="2951" y="670"/>
                    <a:pt x="2951" y="1463"/>
                  </a:cubicBezTo>
                  <a:cubicBezTo>
                    <a:pt x="2951" y="2281"/>
                    <a:pt x="2306" y="2951"/>
                    <a:pt x="1488" y="2951"/>
                  </a:cubicBezTo>
                  <a:cubicBezTo>
                    <a:pt x="670" y="2951"/>
                    <a:pt x="1" y="2281"/>
                    <a:pt x="1" y="1463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2" name="Google Shape;2922;p39">
              <a:extLst>
                <a:ext uri="{FF2B5EF4-FFF2-40B4-BE49-F238E27FC236}">
                  <a16:creationId xmlns:a16="http://schemas.microsoft.com/office/drawing/2014/main" id="{F427602E-33D5-EE02-B208-C9D7F66A63B3}"/>
                </a:ext>
              </a:extLst>
            </p:cNvPr>
            <p:cNvSpPr/>
            <p:nvPr/>
          </p:nvSpPr>
          <p:spPr>
            <a:xfrm>
              <a:off x="7882087" y="4026715"/>
              <a:ext cx="43281" cy="42533"/>
            </a:xfrm>
            <a:custGeom>
              <a:avLst/>
              <a:gdLst/>
              <a:ahLst/>
              <a:cxnLst/>
              <a:rect l="l" t="t" r="r" b="b"/>
              <a:pathLst>
                <a:path w="1389" h="1365" extrusionOk="0">
                  <a:moveTo>
                    <a:pt x="694" y="1"/>
                  </a:moveTo>
                  <a:cubicBezTo>
                    <a:pt x="298" y="1"/>
                    <a:pt x="0" y="298"/>
                    <a:pt x="0" y="670"/>
                  </a:cubicBezTo>
                  <a:cubicBezTo>
                    <a:pt x="0" y="1067"/>
                    <a:pt x="298" y="1364"/>
                    <a:pt x="694" y="1364"/>
                  </a:cubicBezTo>
                  <a:cubicBezTo>
                    <a:pt x="1066" y="1364"/>
                    <a:pt x="1388" y="1067"/>
                    <a:pt x="1388" y="670"/>
                  </a:cubicBezTo>
                  <a:cubicBezTo>
                    <a:pt x="1388" y="298"/>
                    <a:pt x="1066" y="1"/>
                    <a:pt x="69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3" name="Google Shape;2923;p39">
              <a:extLst>
                <a:ext uri="{FF2B5EF4-FFF2-40B4-BE49-F238E27FC236}">
                  <a16:creationId xmlns:a16="http://schemas.microsoft.com/office/drawing/2014/main" id="{213A95CF-5918-ACD4-C70B-F8D5C0C028BB}"/>
                </a:ext>
              </a:extLst>
            </p:cNvPr>
            <p:cNvSpPr/>
            <p:nvPr/>
          </p:nvSpPr>
          <p:spPr>
            <a:xfrm>
              <a:off x="8545608" y="3948721"/>
              <a:ext cx="1134754" cy="175368"/>
            </a:xfrm>
            <a:custGeom>
              <a:avLst/>
              <a:gdLst/>
              <a:ahLst/>
              <a:cxnLst/>
              <a:rect l="l" t="t" r="r" b="b"/>
              <a:pathLst>
                <a:path w="36417" h="5628" fill="none" extrusionOk="0">
                  <a:moveTo>
                    <a:pt x="0" y="0"/>
                  </a:moveTo>
                  <a:lnTo>
                    <a:pt x="6049" y="0"/>
                  </a:lnTo>
                  <a:lnTo>
                    <a:pt x="8379" y="2330"/>
                  </a:lnTo>
                  <a:lnTo>
                    <a:pt x="11676" y="5627"/>
                  </a:lnTo>
                  <a:lnTo>
                    <a:pt x="36416" y="5627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24" name="Google Shape;2924;p39">
            <a:extLst>
              <a:ext uri="{FF2B5EF4-FFF2-40B4-BE49-F238E27FC236}">
                <a16:creationId xmlns:a16="http://schemas.microsoft.com/office/drawing/2014/main" id="{4BCF8BAA-7BFA-994B-98A6-55A88E7C3DA7}"/>
              </a:ext>
            </a:extLst>
          </p:cNvPr>
          <p:cNvGrpSpPr/>
          <p:nvPr/>
        </p:nvGrpSpPr>
        <p:grpSpPr>
          <a:xfrm rot="5400000">
            <a:off x="1639375" y="1028400"/>
            <a:ext cx="98902" cy="553090"/>
            <a:chOff x="4898850" y="4820550"/>
            <a:chExt cx="98902" cy="553090"/>
          </a:xfrm>
        </p:grpSpPr>
        <p:sp>
          <p:nvSpPr>
            <p:cNvPr id="2925" name="Google Shape;2925;p39">
              <a:extLst>
                <a:ext uri="{FF2B5EF4-FFF2-40B4-BE49-F238E27FC236}">
                  <a16:creationId xmlns:a16="http://schemas.microsoft.com/office/drawing/2014/main" id="{90C2CDEA-F14C-5148-0691-1B92B4E7217F}"/>
                </a:ext>
              </a:extLst>
            </p:cNvPr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6" name="Google Shape;2926;p39">
              <a:extLst>
                <a:ext uri="{FF2B5EF4-FFF2-40B4-BE49-F238E27FC236}">
                  <a16:creationId xmlns:a16="http://schemas.microsoft.com/office/drawing/2014/main" id="{D4DFC507-F648-0252-BD9F-F9A1A728B53B}"/>
                </a:ext>
              </a:extLst>
            </p:cNvPr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7" name="Google Shape;2927;p39">
              <a:extLst>
                <a:ext uri="{FF2B5EF4-FFF2-40B4-BE49-F238E27FC236}">
                  <a16:creationId xmlns:a16="http://schemas.microsoft.com/office/drawing/2014/main" id="{F786690E-4BC8-C264-880D-C843B3768A34}"/>
                </a:ext>
              </a:extLst>
            </p:cNvPr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8" name="Google Shape;2928;p39">
              <a:extLst>
                <a:ext uri="{FF2B5EF4-FFF2-40B4-BE49-F238E27FC236}">
                  <a16:creationId xmlns:a16="http://schemas.microsoft.com/office/drawing/2014/main" id="{168588AA-CADD-4F73-D601-0567026D6782}"/>
                </a:ext>
              </a:extLst>
            </p:cNvPr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9" name="Google Shape;2929;p39">
              <a:extLst>
                <a:ext uri="{FF2B5EF4-FFF2-40B4-BE49-F238E27FC236}">
                  <a16:creationId xmlns:a16="http://schemas.microsoft.com/office/drawing/2014/main" id="{88F191BB-5099-278D-482C-57CE211440F3}"/>
                </a:ext>
              </a:extLst>
            </p:cNvPr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30" name="Google Shape;2930;p39">
            <a:extLst>
              <a:ext uri="{FF2B5EF4-FFF2-40B4-BE49-F238E27FC236}">
                <a16:creationId xmlns:a16="http://schemas.microsoft.com/office/drawing/2014/main" id="{D8A36719-38C6-9A82-0F99-0220F6B841C2}"/>
              </a:ext>
            </a:extLst>
          </p:cNvPr>
          <p:cNvGrpSpPr/>
          <p:nvPr/>
        </p:nvGrpSpPr>
        <p:grpSpPr>
          <a:xfrm>
            <a:off x="1609176" y="4434219"/>
            <a:ext cx="1252897" cy="51000"/>
            <a:chOff x="2915381" y="4104819"/>
            <a:chExt cx="1252897" cy="51000"/>
          </a:xfrm>
        </p:grpSpPr>
        <p:sp>
          <p:nvSpPr>
            <p:cNvPr id="2931" name="Google Shape;2931;p39">
              <a:extLst>
                <a:ext uri="{FF2B5EF4-FFF2-40B4-BE49-F238E27FC236}">
                  <a16:creationId xmlns:a16="http://schemas.microsoft.com/office/drawing/2014/main" id="{57CB70BE-848F-D077-C967-AD790A2058F6}"/>
                </a:ext>
              </a:extLst>
            </p:cNvPr>
            <p:cNvSpPr/>
            <p:nvPr/>
          </p:nvSpPr>
          <p:spPr>
            <a:xfrm>
              <a:off x="2915381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2" name="Google Shape;2932;p39">
              <a:extLst>
                <a:ext uri="{FF2B5EF4-FFF2-40B4-BE49-F238E27FC236}">
                  <a16:creationId xmlns:a16="http://schemas.microsoft.com/office/drawing/2014/main" id="{4704D1AB-EAE1-5CD8-C212-3E4BEFD0D12E}"/>
                </a:ext>
              </a:extLst>
            </p:cNvPr>
            <p:cNvSpPr/>
            <p:nvPr/>
          </p:nvSpPr>
          <p:spPr>
            <a:xfrm>
              <a:off x="3007850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3" name="Google Shape;2933;p39">
              <a:extLst>
                <a:ext uri="{FF2B5EF4-FFF2-40B4-BE49-F238E27FC236}">
                  <a16:creationId xmlns:a16="http://schemas.microsoft.com/office/drawing/2014/main" id="{CFF874D6-4023-6152-7EE7-0E46FB7B3905}"/>
                </a:ext>
              </a:extLst>
            </p:cNvPr>
            <p:cNvSpPr/>
            <p:nvPr/>
          </p:nvSpPr>
          <p:spPr>
            <a:xfrm>
              <a:off x="3100319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4" name="Google Shape;2934;p39">
              <a:extLst>
                <a:ext uri="{FF2B5EF4-FFF2-40B4-BE49-F238E27FC236}">
                  <a16:creationId xmlns:a16="http://schemas.microsoft.com/office/drawing/2014/main" id="{95ED3363-730A-3F77-AB9F-62EA613D6C96}"/>
                </a:ext>
              </a:extLst>
            </p:cNvPr>
            <p:cNvSpPr/>
            <p:nvPr/>
          </p:nvSpPr>
          <p:spPr>
            <a:xfrm>
              <a:off x="3192788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5" name="Google Shape;2935;p39">
              <a:extLst>
                <a:ext uri="{FF2B5EF4-FFF2-40B4-BE49-F238E27FC236}">
                  <a16:creationId xmlns:a16="http://schemas.microsoft.com/office/drawing/2014/main" id="{73D3DE1F-AD81-0F80-10CE-8A4A32682C99}"/>
                </a:ext>
              </a:extLst>
            </p:cNvPr>
            <p:cNvSpPr/>
            <p:nvPr/>
          </p:nvSpPr>
          <p:spPr>
            <a:xfrm>
              <a:off x="328525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6" name="Google Shape;2936;p39">
              <a:extLst>
                <a:ext uri="{FF2B5EF4-FFF2-40B4-BE49-F238E27FC236}">
                  <a16:creationId xmlns:a16="http://schemas.microsoft.com/office/drawing/2014/main" id="{038DA9A3-2F9A-F039-0213-0ED3AE5E68C7}"/>
                </a:ext>
              </a:extLst>
            </p:cNvPr>
            <p:cNvSpPr/>
            <p:nvPr/>
          </p:nvSpPr>
          <p:spPr>
            <a:xfrm>
              <a:off x="3377726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7" name="Google Shape;2937;p39">
              <a:extLst>
                <a:ext uri="{FF2B5EF4-FFF2-40B4-BE49-F238E27FC236}">
                  <a16:creationId xmlns:a16="http://schemas.microsoft.com/office/drawing/2014/main" id="{7C9EB5FA-8B87-AE8A-2FCA-D1987083C5D7}"/>
                </a:ext>
              </a:extLst>
            </p:cNvPr>
            <p:cNvSpPr/>
            <p:nvPr/>
          </p:nvSpPr>
          <p:spPr>
            <a:xfrm>
              <a:off x="3470195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8" name="Google Shape;2938;p39">
              <a:extLst>
                <a:ext uri="{FF2B5EF4-FFF2-40B4-BE49-F238E27FC236}">
                  <a16:creationId xmlns:a16="http://schemas.microsoft.com/office/drawing/2014/main" id="{5FC61C57-0100-07AE-0C32-341CBA69193E}"/>
                </a:ext>
              </a:extLst>
            </p:cNvPr>
            <p:cNvSpPr/>
            <p:nvPr/>
          </p:nvSpPr>
          <p:spPr>
            <a:xfrm>
              <a:off x="3562664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9" name="Google Shape;2939;p39">
              <a:extLst>
                <a:ext uri="{FF2B5EF4-FFF2-40B4-BE49-F238E27FC236}">
                  <a16:creationId xmlns:a16="http://schemas.microsoft.com/office/drawing/2014/main" id="{6B027A8F-6599-66A1-BCC2-0340FB739892}"/>
                </a:ext>
              </a:extLst>
            </p:cNvPr>
            <p:cNvSpPr/>
            <p:nvPr/>
          </p:nvSpPr>
          <p:spPr>
            <a:xfrm>
              <a:off x="3655133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0" name="Google Shape;2940;p39">
              <a:extLst>
                <a:ext uri="{FF2B5EF4-FFF2-40B4-BE49-F238E27FC236}">
                  <a16:creationId xmlns:a16="http://schemas.microsoft.com/office/drawing/2014/main" id="{BA21C207-CDB1-3583-19FA-0BB43AA78393}"/>
                </a:ext>
              </a:extLst>
            </p:cNvPr>
            <p:cNvSpPr/>
            <p:nvPr/>
          </p:nvSpPr>
          <p:spPr>
            <a:xfrm>
              <a:off x="3747602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1" name="Google Shape;2941;p39">
              <a:extLst>
                <a:ext uri="{FF2B5EF4-FFF2-40B4-BE49-F238E27FC236}">
                  <a16:creationId xmlns:a16="http://schemas.microsoft.com/office/drawing/2014/main" id="{71140F99-1702-76CF-416B-F99CACF87023}"/>
                </a:ext>
              </a:extLst>
            </p:cNvPr>
            <p:cNvSpPr/>
            <p:nvPr/>
          </p:nvSpPr>
          <p:spPr>
            <a:xfrm>
              <a:off x="38400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2" name="Google Shape;2942;p39">
              <a:extLst>
                <a:ext uri="{FF2B5EF4-FFF2-40B4-BE49-F238E27FC236}">
                  <a16:creationId xmlns:a16="http://schemas.microsoft.com/office/drawing/2014/main" id="{5755B759-B689-5FD6-B42E-123DB828F3E9}"/>
                </a:ext>
              </a:extLst>
            </p:cNvPr>
            <p:cNvSpPr/>
            <p:nvPr/>
          </p:nvSpPr>
          <p:spPr>
            <a:xfrm>
              <a:off x="39324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3" name="Google Shape;2943;p39">
              <a:extLst>
                <a:ext uri="{FF2B5EF4-FFF2-40B4-BE49-F238E27FC236}">
                  <a16:creationId xmlns:a16="http://schemas.microsoft.com/office/drawing/2014/main" id="{9A85F264-3A38-3100-83CF-D58B0EF39DE9}"/>
                </a:ext>
              </a:extLst>
            </p:cNvPr>
            <p:cNvSpPr/>
            <p:nvPr/>
          </p:nvSpPr>
          <p:spPr>
            <a:xfrm>
              <a:off x="40248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4" name="Google Shape;2944;p39">
              <a:extLst>
                <a:ext uri="{FF2B5EF4-FFF2-40B4-BE49-F238E27FC236}">
                  <a16:creationId xmlns:a16="http://schemas.microsoft.com/office/drawing/2014/main" id="{DB43D41B-194A-A93D-C70C-1336DA0B99AA}"/>
                </a:ext>
              </a:extLst>
            </p:cNvPr>
            <p:cNvSpPr/>
            <p:nvPr/>
          </p:nvSpPr>
          <p:spPr>
            <a:xfrm>
              <a:off x="4117277" y="4104819"/>
              <a:ext cx="51000" cy="5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45" name="Google Shape;2945;p39">
            <a:extLst>
              <a:ext uri="{FF2B5EF4-FFF2-40B4-BE49-F238E27FC236}">
                <a16:creationId xmlns:a16="http://schemas.microsoft.com/office/drawing/2014/main" id="{3DF885F0-A7C4-D719-6397-5FA9FC89972D}"/>
              </a:ext>
            </a:extLst>
          </p:cNvPr>
          <p:cNvGrpSpPr/>
          <p:nvPr/>
        </p:nvGrpSpPr>
        <p:grpSpPr>
          <a:xfrm>
            <a:off x="5495767" y="691791"/>
            <a:ext cx="1105976" cy="133969"/>
            <a:chOff x="8183182" y="663852"/>
            <a:chExt cx="1475028" cy="178673"/>
          </a:xfrm>
        </p:grpSpPr>
        <p:grpSp>
          <p:nvGrpSpPr>
            <p:cNvPr id="2946" name="Google Shape;2946;p39">
              <a:extLst>
                <a:ext uri="{FF2B5EF4-FFF2-40B4-BE49-F238E27FC236}">
                  <a16:creationId xmlns:a16="http://schemas.microsoft.com/office/drawing/2014/main" id="{6D3FDAC0-AADC-57E6-664C-45DB4A99F67C}"/>
                </a:ext>
              </a:extLst>
            </p:cNvPr>
            <p:cNvGrpSpPr/>
            <p:nvPr/>
          </p:nvGrpSpPr>
          <p:grpSpPr>
            <a:xfrm>
              <a:off x="8183182" y="774425"/>
              <a:ext cx="1178025" cy="68100"/>
              <a:chOff x="2024450" y="204150"/>
              <a:chExt cx="1178025" cy="68100"/>
            </a:xfrm>
          </p:grpSpPr>
          <p:sp>
            <p:nvSpPr>
              <p:cNvPr id="2947" name="Google Shape;2947;p39">
                <a:extLst>
                  <a:ext uri="{FF2B5EF4-FFF2-40B4-BE49-F238E27FC236}">
                    <a16:creationId xmlns:a16="http://schemas.microsoft.com/office/drawing/2014/main" id="{65823383-B170-6CA0-44ED-1F869DA7261B}"/>
                  </a:ext>
                </a:extLst>
              </p:cNvPr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8" name="Google Shape;2948;p39">
                <a:extLst>
                  <a:ext uri="{FF2B5EF4-FFF2-40B4-BE49-F238E27FC236}">
                    <a16:creationId xmlns:a16="http://schemas.microsoft.com/office/drawing/2014/main" id="{98688275-C196-703D-C978-31D985EFA7F1}"/>
                  </a:ext>
                </a:extLst>
              </p:cNvPr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9" name="Google Shape;2949;p39">
                <a:extLst>
                  <a:ext uri="{FF2B5EF4-FFF2-40B4-BE49-F238E27FC236}">
                    <a16:creationId xmlns:a16="http://schemas.microsoft.com/office/drawing/2014/main" id="{04B9C84C-C7BF-32F9-F488-C7B2873C71BD}"/>
                  </a:ext>
                </a:extLst>
              </p:cNvPr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0" name="Google Shape;2950;p39">
                <a:extLst>
                  <a:ext uri="{FF2B5EF4-FFF2-40B4-BE49-F238E27FC236}">
                    <a16:creationId xmlns:a16="http://schemas.microsoft.com/office/drawing/2014/main" id="{C1FE9CEB-2884-8141-D2EB-B6472B78B19D}"/>
                  </a:ext>
                </a:extLst>
              </p:cNvPr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1" name="Google Shape;2951;p39">
                <a:extLst>
                  <a:ext uri="{FF2B5EF4-FFF2-40B4-BE49-F238E27FC236}">
                    <a16:creationId xmlns:a16="http://schemas.microsoft.com/office/drawing/2014/main" id="{D720DC4D-A16F-0101-DDAA-5829697A8EB0}"/>
                  </a:ext>
                </a:extLst>
              </p:cNvPr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2" name="Google Shape;2952;p39">
                <a:extLst>
                  <a:ext uri="{FF2B5EF4-FFF2-40B4-BE49-F238E27FC236}">
                    <a16:creationId xmlns:a16="http://schemas.microsoft.com/office/drawing/2014/main" id="{87E9BF16-6B68-A118-3DE6-0860DA0D945D}"/>
                  </a:ext>
                </a:extLst>
              </p:cNvPr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3" name="Google Shape;2953;p39">
                <a:extLst>
                  <a:ext uri="{FF2B5EF4-FFF2-40B4-BE49-F238E27FC236}">
                    <a16:creationId xmlns:a16="http://schemas.microsoft.com/office/drawing/2014/main" id="{503EB3B0-A8AE-A3F3-4D82-2B0990FE0604}"/>
                  </a:ext>
                </a:extLst>
              </p:cNvPr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4" name="Google Shape;2954;p39">
                <a:extLst>
                  <a:ext uri="{FF2B5EF4-FFF2-40B4-BE49-F238E27FC236}">
                    <a16:creationId xmlns:a16="http://schemas.microsoft.com/office/drawing/2014/main" id="{F852030A-81C6-6DAC-9005-5B1EB9D273F9}"/>
                  </a:ext>
                </a:extLst>
              </p:cNvPr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5" name="Google Shape;2955;p39">
                <a:extLst>
                  <a:ext uri="{FF2B5EF4-FFF2-40B4-BE49-F238E27FC236}">
                    <a16:creationId xmlns:a16="http://schemas.microsoft.com/office/drawing/2014/main" id="{B9443934-A1E9-4D45-507E-DC7F818CFAD8}"/>
                  </a:ext>
                </a:extLst>
              </p:cNvPr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6" name="Google Shape;2956;p39">
                <a:extLst>
                  <a:ext uri="{FF2B5EF4-FFF2-40B4-BE49-F238E27FC236}">
                    <a16:creationId xmlns:a16="http://schemas.microsoft.com/office/drawing/2014/main" id="{536A9CF0-0671-DB5D-8489-D8D26D7C3EA1}"/>
                  </a:ext>
                </a:extLst>
              </p:cNvPr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957" name="Google Shape;2957;p39">
              <a:extLst>
                <a:ext uri="{FF2B5EF4-FFF2-40B4-BE49-F238E27FC236}">
                  <a16:creationId xmlns:a16="http://schemas.microsoft.com/office/drawing/2014/main" id="{A17C27E0-6770-796F-81E9-23EFF7A4341A}"/>
                </a:ext>
              </a:extLst>
            </p:cNvPr>
            <p:cNvGrpSpPr/>
            <p:nvPr/>
          </p:nvGrpSpPr>
          <p:grpSpPr>
            <a:xfrm>
              <a:off x="8480185" y="663852"/>
              <a:ext cx="1178025" cy="68100"/>
              <a:chOff x="2024450" y="204150"/>
              <a:chExt cx="1178025" cy="68100"/>
            </a:xfrm>
          </p:grpSpPr>
          <p:sp>
            <p:nvSpPr>
              <p:cNvPr id="2958" name="Google Shape;2958;p39">
                <a:extLst>
                  <a:ext uri="{FF2B5EF4-FFF2-40B4-BE49-F238E27FC236}">
                    <a16:creationId xmlns:a16="http://schemas.microsoft.com/office/drawing/2014/main" id="{FC548E78-77E6-D633-8472-87AFFD346BA0}"/>
                  </a:ext>
                </a:extLst>
              </p:cNvPr>
              <p:cNvSpPr/>
              <p:nvPr/>
            </p:nvSpPr>
            <p:spPr>
              <a:xfrm>
                <a:off x="20244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9" name="Google Shape;2959;p39">
                <a:extLst>
                  <a:ext uri="{FF2B5EF4-FFF2-40B4-BE49-F238E27FC236}">
                    <a16:creationId xmlns:a16="http://schemas.microsoft.com/office/drawing/2014/main" id="{396AC530-3915-AE18-C914-6E881E2603D9}"/>
                  </a:ext>
                </a:extLst>
              </p:cNvPr>
              <p:cNvSpPr/>
              <p:nvPr/>
            </p:nvSpPr>
            <p:spPr>
              <a:xfrm>
                <a:off x="21477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0" name="Google Shape;2960;p39">
                <a:extLst>
                  <a:ext uri="{FF2B5EF4-FFF2-40B4-BE49-F238E27FC236}">
                    <a16:creationId xmlns:a16="http://schemas.microsoft.com/office/drawing/2014/main" id="{21F27986-05A2-0931-442A-9831706A9859}"/>
                  </a:ext>
                </a:extLst>
              </p:cNvPr>
              <p:cNvSpPr/>
              <p:nvPr/>
            </p:nvSpPr>
            <p:spPr>
              <a:xfrm>
                <a:off x="22711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1" name="Google Shape;2961;p39">
                <a:extLst>
                  <a:ext uri="{FF2B5EF4-FFF2-40B4-BE49-F238E27FC236}">
                    <a16:creationId xmlns:a16="http://schemas.microsoft.com/office/drawing/2014/main" id="{30002549-C07A-DA80-E8C9-4E362C801208}"/>
                  </a:ext>
                </a:extLst>
              </p:cNvPr>
              <p:cNvSpPr/>
              <p:nvPr/>
            </p:nvSpPr>
            <p:spPr>
              <a:xfrm>
                <a:off x="23944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2" name="Google Shape;2962;p39">
                <a:extLst>
                  <a:ext uri="{FF2B5EF4-FFF2-40B4-BE49-F238E27FC236}">
                    <a16:creationId xmlns:a16="http://schemas.microsoft.com/office/drawing/2014/main" id="{8940175E-C3CC-4481-DA5B-21606772D17E}"/>
                  </a:ext>
                </a:extLst>
              </p:cNvPr>
              <p:cNvSpPr/>
              <p:nvPr/>
            </p:nvSpPr>
            <p:spPr>
              <a:xfrm>
                <a:off x="25177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3" name="Google Shape;2963;p39">
                <a:extLst>
                  <a:ext uri="{FF2B5EF4-FFF2-40B4-BE49-F238E27FC236}">
                    <a16:creationId xmlns:a16="http://schemas.microsoft.com/office/drawing/2014/main" id="{41F76BFC-E9BA-0801-BE23-73814181137C}"/>
                  </a:ext>
                </a:extLst>
              </p:cNvPr>
              <p:cNvSpPr/>
              <p:nvPr/>
            </p:nvSpPr>
            <p:spPr>
              <a:xfrm>
                <a:off x="26410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4" name="Google Shape;2964;p39">
                <a:extLst>
                  <a:ext uri="{FF2B5EF4-FFF2-40B4-BE49-F238E27FC236}">
                    <a16:creationId xmlns:a16="http://schemas.microsoft.com/office/drawing/2014/main" id="{2C9C9958-61E0-8AB3-C00E-86CF8D7F3187}"/>
                  </a:ext>
                </a:extLst>
              </p:cNvPr>
              <p:cNvSpPr/>
              <p:nvPr/>
            </p:nvSpPr>
            <p:spPr>
              <a:xfrm>
                <a:off x="276440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5" name="Google Shape;2965;p39">
                <a:extLst>
                  <a:ext uri="{FF2B5EF4-FFF2-40B4-BE49-F238E27FC236}">
                    <a16:creationId xmlns:a16="http://schemas.microsoft.com/office/drawing/2014/main" id="{71D7BAA1-EEAF-86E9-BAAC-46AC4968D218}"/>
                  </a:ext>
                </a:extLst>
              </p:cNvPr>
              <p:cNvSpPr/>
              <p:nvPr/>
            </p:nvSpPr>
            <p:spPr>
              <a:xfrm>
                <a:off x="288772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6" name="Google Shape;2966;p39">
                <a:extLst>
                  <a:ext uri="{FF2B5EF4-FFF2-40B4-BE49-F238E27FC236}">
                    <a16:creationId xmlns:a16="http://schemas.microsoft.com/office/drawing/2014/main" id="{EE890929-6193-3E5F-66FD-069E5A87F10D}"/>
                  </a:ext>
                </a:extLst>
              </p:cNvPr>
              <p:cNvSpPr/>
              <p:nvPr/>
            </p:nvSpPr>
            <p:spPr>
              <a:xfrm>
                <a:off x="3011050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7" name="Google Shape;2967;p39">
                <a:extLst>
                  <a:ext uri="{FF2B5EF4-FFF2-40B4-BE49-F238E27FC236}">
                    <a16:creationId xmlns:a16="http://schemas.microsoft.com/office/drawing/2014/main" id="{7424A923-FE85-5B24-5D12-09A9CCD962A6}"/>
                  </a:ext>
                </a:extLst>
              </p:cNvPr>
              <p:cNvSpPr/>
              <p:nvPr/>
            </p:nvSpPr>
            <p:spPr>
              <a:xfrm>
                <a:off x="3134375" y="204150"/>
                <a:ext cx="68100" cy="68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968" name="Google Shape;2968;p39">
            <a:extLst>
              <a:ext uri="{FF2B5EF4-FFF2-40B4-BE49-F238E27FC236}">
                <a16:creationId xmlns:a16="http://schemas.microsoft.com/office/drawing/2014/main" id="{E5F2491E-54B1-8207-15FA-6D0701E9649B}"/>
              </a:ext>
            </a:extLst>
          </p:cNvPr>
          <p:cNvGrpSpPr/>
          <p:nvPr/>
        </p:nvGrpSpPr>
        <p:grpSpPr>
          <a:xfrm rot="5400000">
            <a:off x="5968600" y="4273462"/>
            <a:ext cx="98902" cy="553090"/>
            <a:chOff x="4898850" y="4820550"/>
            <a:chExt cx="98902" cy="553090"/>
          </a:xfrm>
        </p:grpSpPr>
        <p:sp>
          <p:nvSpPr>
            <p:cNvPr id="2969" name="Google Shape;2969;p39">
              <a:extLst>
                <a:ext uri="{FF2B5EF4-FFF2-40B4-BE49-F238E27FC236}">
                  <a16:creationId xmlns:a16="http://schemas.microsoft.com/office/drawing/2014/main" id="{2ECE789C-6CBA-F685-F1FE-C24EDE81AF00}"/>
                </a:ext>
              </a:extLst>
            </p:cNvPr>
            <p:cNvSpPr/>
            <p:nvPr/>
          </p:nvSpPr>
          <p:spPr>
            <a:xfrm>
              <a:off x="4898850" y="4820550"/>
              <a:ext cx="98902" cy="98902"/>
            </a:xfrm>
            <a:custGeom>
              <a:avLst/>
              <a:gdLst/>
              <a:ahLst/>
              <a:cxnLst/>
              <a:rect l="l" t="t" r="r" b="b"/>
              <a:pathLst>
                <a:path w="3174" h="3174" fill="none" extrusionOk="0">
                  <a:moveTo>
                    <a:pt x="1810" y="124"/>
                  </a:moveTo>
                  <a:cubicBezTo>
                    <a:pt x="2603" y="248"/>
                    <a:pt x="3173" y="1017"/>
                    <a:pt x="3024" y="1810"/>
                  </a:cubicBezTo>
                  <a:cubicBezTo>
                    <a:pt x="2900" y="2603"/>
                    <a:pt x="2157" y="3173"/>
                    <a:pt x="1339" y="3025"/>
                  </a:cubicBezTo>
                  <a:cubicBezTo>
                    <a:pt x="545" y="2901"/>
                    <a:pt x="0" y="2157"/>
                    <a:pt x="124" y="1339"/>
                  </a:cubicBezTo>
                  <a:cubicBezTo>
                    <a:pt x="248" y="546"/>
                    <a:pt x="992" y="0"/>
                    <a:pt x="1810" y="124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0" name="Google Shape;2970;p39">
              <a:extLst>
                <a:ext uri="{FF2B5EF4-FFF2-40B4-BE49-F238E27FC236}">
                  <a16:creationId xmlns:a16="http://schemas.microsoft.com/office/drawing/2014/main" id="{EA537C58-58FB-7EB9-2764-361DF1E0D230}"/>
                </a:ext>
              </a:extLst>
            </p:cNvPr>
            <p:cNvSpPr/>
            <p:nvPr/>
          </p:nvSpPr>
          <p:spPr>
            <a:xfrm>
              <a:off x="4924339" y="4847971"/>
              <a:ext cx="46366" cy="43094"/>
            </a:xfrm>
            <a:custGeom>
              <a:avLst/>
              <a:gdLst/>
              <a:ahLst/>
              <a:cxnLst/>
              <a:rect l="l" t="t" r="r" b="b"/>
              <a:pathLst>
                <a:path w="1488" h="1383" extrusionOk="0">
                  <a:moveTo>
                    <a:pt x="744" y="1"/>
                  </a:moveTo>
                  <a:cubicBezTo>
                    <a:pt x="417" y="1"/>
                    <a:pt x="119" y="253"/>
                    <a:pt x="74" y="583"/>
                  </a:cubicBezTo>
                  <a:cubicBezTo>
                    <a:pt x="0" y="955"/>
                    <a:pt x="273" y="1327"/>
                    <a:pt x="645" y="1376"/>
                  </a:cubicBezTo>
                  <a:cubicBezTo>
                    <a:pt x="676" y="1380"/>
                    <a:pt x="708" y="1383"/>
                    <a:pt x="739" y="1383"/>
                  </a:cubicBezTo>
                  <a:cubicBezTo>
                    <a:pt x="1074" y="1383"/>
                    <a:pt x="1370" y="1146"/>
                    <a:pt x="1438" y="806"/>
                  </a:cubicBezTo>
                  <a:cubicBezTo>
                    <a:pt x="1487" y="434"/>
                    <a:pt x="1240" y="62"/>
                    <a:pt x="868" y="13"/>
                  </a:cubicBezTo>
                  <a:cubicBezTo>
                    <a:pt x="826" y="4"/>
                    <a:pt x="785" y="1"/>
                    <a:pt x="7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1" name="Google Shape;2971;p39">
              <a:extLst>
                <a:ext uri="{FF2B5EF4-FFF2-40B4-BE49-F238E27FC236}">
                  <a16:creationId xmlns:a16="http://schemas.microsoft.com/office/drawing/2014/main" id="{CF3B09C2-0F40-8263-F77F-CE9A030D76E6}"/>
                </a:ext>
              </a:extLst>
            </p:cNvPr>
            <p:cNvSpPr/>
            <p:nvPr/>
          </p:nvSpPr>
          <p:spPr>
            <a:xfrm>
              <a:off x="4901935" y="5281687"/>
              <a:ext cx="91953" cy="91953"/>
            </a:xfrm>
            <a:custGeom>
              <a:avLst/>
              <a:gdLst/>
              <a:ahLst/>
              <a:cxnLst/>
              <a:rect l="l" t="t" r="r" b="b"/>
              <a:pathLst>
                <a:path w="2951" h="2951" fill="none" extrusionOk="0">
                  <a:moveTo>
                    <a:pt x="1463" y="2951"/>
                  </a:moveTo>
                  <a:cubicBezTo>
                    <a:pt x="645" y="2951"/>
                    <a:pt x="0" y="2306"/>
                    <a:pt x="0" y="1488"/>
                  </a:cubicBezTo>
                  <a:cubicBezTo>
                    <a:pt x="0" y="670"/>
                    <a:pt x="645" y="1"/>
                    <a:pt x="1463" y="1"/>
                  </a:cubicBezTo>
                  <a:cubicBezTo>
                    <a:pt x="2281" y="1"/>
                    <a:pt x="2950" y="670"/>
                    <a:pt x="2950" y="1488"/>
                  </a:cubicBezTo>
                  <a:cubicBezTo>
                    <a:pt x="2950" y="2306"/>
                    <a:pt x="2281" y="2951"/>
                    <a:pt x="1463" y="2951"/>
                  </a:cubicBezTo>
                  <a:close/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2" name="Google Shape;2972;p39">
              <a:extLst>
                <a:ext uri="{FF2B5EF4-FFF2-40B4-BE49-F238E27FC236}">
                  <a16:creationId xmlns:a16="http://schemas.microsoft.com/office/drawing/2014/main" id="{1E4C370B-CFAA-DD71-26A8-E244257DED04}"/>
                </a:ext>
              </a:extLst>
            </p:cNvPr>
            <p:cNvSpPr/>
            <p:nvPr/>
          </p:nvSpPr>
          <p:spPr>
            <a:xfrm>
              <a:off x="4925866" y="5306428"/>
              <a:ext cx="43281" cy="43281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695" y="0"/>
                  </a:moveTo>
                  <a:cubicBezTo>
                    <a:pt x="323" y="0"/>
                    <a:pt x="1" y="297"/>
                    <a:pt x="1" y="694"/>
                  </a:cubicBezTo>
                  <a:cubicBezTo>
                    <a:pt x="1" y="1066"/>
                    <a:pt x="323" y="1388"/>
                    <a:pt x="695" y="1388"/>
                  </a:cubicBezTo>
                  <a:cubicBezTo>
                    <a:pt x="1091" y="1388"/>
                    <a:pt x="1389" y="1066"/>
                    <a:pt x="1389" y="694"/>
                  </a:cubicBezTo>
                  <a:cubicBezTo>
                    <a:pt x="1389" y="297"/>
                    <a:pt x="1091" y="0"/>
                    <a:pt x="6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3" name="Google Shape;2973;p39">
              <a:extLst>
                <a:ext uri="{FF2B5EF4-FFF2-40B4-BE49-F238E27FC236}">
                  <a16:creationId xmlns:a16="http://schemas.microsoft.com/office/drawing/2014/main" id="{BEEE1E95-2BAF-C7B0-7EBE-5F22D0A60CED}"/>
                </a:ext>
              </a:extLst>
            </p:cNvPr>
            <p:cNvSpPr/>
            <p:nvPr/>
          </p:nvSpPr>
          <p:spPr>
            <a:xfrm>
              <a:off x="4942100" y="4917862"/>
              <a:ext cx="31" cy="358465"/>
            </a:xfrm>
            <a:custGeom>
              <a:avLst/>
              <a:gdLst/>
              <a:ahLst/>
              <a:cxnLst/>
              <a:rect l="l" t="t" r="r" b="b"/>
              <a:pathLst>
                <a:path w="1" h="11504" fill="none" extrusionOk="0">
                  <a:moveTo>
                    <a:pt x="0" y="11503"/>
                  </a:moveTo>
                  <a:lnTo>
                    <a:pt x="0" y="1"/>
                  </a:lnTo>
                </a:path>
              </a:pathLst>
            </a:custGeom>
            <a:noFill/>
            <a:ln w="19050" cap="rnd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050" name="Picture 2" descr="Desenchufado - Iconos gratis de electrónica">
            <a:extLst>
              <a:ext uri="{FF2B5EF4-FFF2-40B4-BE49-F238E27FC236}">
                <a16:creationId xmlns:a16="http://schemas.microsoft.com/office/drawing/2014/main" id="{72145186-0947-59A4-D31B-05708845ED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671066">
            <a:off x="3718305" y="863010"/>
            <a:ext cx="1831378" cy="1831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Google Shape;2758;p34">
            <a:extLst>
              <a:ext uri="{FF2B5EF4-FFF2-40B4-BE49-F238E27FC236}">
                <a16:creationId xmlns:a16="http://schemas.microsoft.com/office/drawing/2014/main" id="{84F645B2-54CA-8092-F0B9-39E7A4A9F927}"/>
              </a:ext>
            </a:extLst>
          </p:cNvPr>
          <p:cNvSpPr txBox="1">
            <a:spLocks/>
          </p:cNvSpPr>
          <p:nvPr/>
        </p:nvSpPr>
        <p:spPr>
          <a:xfrm>
            <a:off x="721112" y="-689221"/>
            <a:ext cx="2211021" cy="19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2000" dirty="0">
                <a:solidFill>
                  <a:schemeClr val="accent2"/>
                </a:solidFill>
              </a:rPr>
              <a:t>MechaGestionEX</a:t>
            </a:r>
            <a:endParaRPr lang="en-US" sz="1800" dirty="0"/>
          </a:p>
        </p:txBody>
      </p:sp>
      <p:pic>
        <p:nvPicPr>
          <p:cNvPr id="21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6BF9CF81-4B8B-DA70-6BAA-C3C44D0B68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8316" y="797343"/>
            <a:ext cx="2114268" cy="528567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56307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9">
          <a:extLst>
            <a:ext uri="{FF2B5EF4-FFF2-40B4-BE49-F238E27FC236}">
              <a16:creationId xmlns:a16="http://schemas.microsoft.com/office/drawing/2014/main" id="{FEF39E5A-B27E-F2F7-8EB6-D45337EA5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0" name="Google Shape;3260;p46">
            <a:extLst>
              <a:ext uri="{FF2B5EF4-FFF2-40B4-BE49-F238E27FC236}">
                <a16:creationId xmlns:a16="http://schemas.microsoft.com/office/drawing/2014/main" id="{A3F18044-A87C-A4C8-ECD4-4BABEBB3FC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100" y="539400"/>
            <a:ext cx="771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OBSTÁCULOS</a:t>
            </a:r>
            <a:endParaRPr dirty="0"/>
          </a:p>
        </p:txBody>
      </p:sp>
      <p:grpSp>
        <p:nvGrpSpPr>
          <p:cNvPr id="3326" name="Google Shape;3326;p46">
            <a:extLst>
              <a:ext uri="{FF2B5EF4-FFF2-40B4-BE49-F238E27FC236}">
                <a16:creationId xmlns:a16="http://schemas.microsoft.com/office/drawing/2014/main" id="{DB0DCE81-7789-2FAB-7953-99F7378B00DC}"/>
              </a:ext>
            </a:extLst>
          </p:cNvPr>
          <p:cNvGrpSpPr/>
          <p:nvPr/>
        </p:nvGrpSpPr>
        <p:grpSpPr>
          <a:xfrm>
            <a:off x="8186645" y="925129"/>
            <a:ext cx="2297800" cy="347400"/>
            <a:chOff x="7805645" y="2296729"/>
            <a:chExt cx="2297800" cy="347400"/>
          </a:xfrm>
        </p:grpSpPr>
        <p:sp>
          <p:nvSpPr>
            <p:cNvPr id="3327" name="Google Shape;3327;p46">
              <a:extLst>
                <a:ext uri="{FF2B5EF4-FFF2-40B4-BE49-F238E27FC236}">
                  <a16:creationId xmlns:a16="http://schemas.microsoft.com/office/drawing/2014/main" id="{FEF39FED-BA05-5753-7A0C-D7B6368BE10D}"/>
                </a:ext>
              </a:extLst>
            </p:cNvPr>
            <p:cNvSpPr/>
            <p:nvPr/>
          </p:nvSpPr>
          <p:spPr>
            <a:xfrm flipH="1">
              <a:off x="8108745" y="2576029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8" name="Google Shape;3328;p46">
              <a:extLst>
                <a:ext uri="{FF2B5EF4-FFF2-40B4-BE49-F238E27FC236}">
                  <a16:creationId xmlns:a16="http://schemas.microsoft.com/office/drawing/2014/main" id="{B734D709-0F73-41B2-DC5C-D301E837B7B6}"/>
                </a:ext>
              </a:extLst>
            </p:cNvPr>
            <p:cNvSpPr/>
            <p:nvPr/>
          </p:nvSpPr>
          <p:spPr>
            <a:xfrm flipH="1">
              <a:off x="7805645" y="2296729"/>
              <a:ext cx="1994700" cy="6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29" name="Google Shape;3329;p46">
            <a:extLst>
              <a:ext uri="{FF2B5EF4-FFF2-40B4-BE49-F238E27FC236}">
                <a16:creationId xmlns:a16="http://schemas.microsoft.com/office/drawing/2014/main" id="{7CF66526-B25D-D274-183D-B23E2063A3B8}"/>
              </a:ext>
            </a:extLst>
          </p:cNvPr>
          <p:cNvGrpSpPr/>
          <p:nvPr/>
        </p:nvGrpSpPr>
        <p:grpSpPr>
          <a:xfrm rot="5400000" flipH="1">
            <a:off x="185402" y="2892328"/>
            <a:ext cx="883262" cy="242091"/>
            <a:chOff x="2300350" y="2601250"/>
            <a:chExt cx="2275275" cy="623625"/>
          </a:xfrm>
        </p:grpSpPr>
        <p:sp>
          <p:nvSpPr>
            <p:cNvPr id="3330" name="Google Shape;3330;p46">
              <a:extLst>
                <a:ext uri="{FF2B5EF4-FFF2-40B4-BE49-F238E27FC236}">
                  <a16:creationId xmlns:a16="http://schemas.microsoft.com/office/drawing/2014/main" id="{3663180A-1710-F323-A11D-75CA83442631}"/>
                </a:ext>
              </a:extLst>
            </p:cNvPr>
            <p:cNvSpPr/>
            <p:nvPr/>
          </p:nvSpPr>
          <p:spPr>
            <a:xfrm>
              <a:off x="2300350" y="2601250"/>
              <a:ext cx="392100" cy="623625"/>
            </a:xfrm>
            <a:custGeom>
              <a:avLst/>
              <a:gdLst/>
              <a:ahLst/>
              <a:cxnLst/>
              <a:rect l="l" t="t" r="r" b="b"/>
              <a:pathLst>
                <a:path w="15684" h="24945" extrusionOk="0">
                  <a:moveTo>
                    <a:pt x="12720" y="0"/>
                  </a:moveTo>
                  <a:cubicBezTo>
                    <a:pt x="13337" y="0"/>
                    <a:pt x="14078" y="247"/>
                    <a:pt x="14572" y="741"/>
                  </a:cubicBezTo>
                  <a:cubicBezTo>
                    <a:pt x="15684" y="1852"/>
                    <a:pt x="15684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684" y="21240"/>
                    <a:pt x="15684" y="22845"/>
                    <a:pt x="14572" y="23957"/>
                  </a:cubicBezTo>
                  <a:cubicBezTo>
                    <a:pt x="13584" y="24944"/>
                    <a:pt x="11855" y="24944"/>
                    <a:pt x="10744" y="23957"/>
                  </a:cubicBezTo>
                  <a:lnTo>
                    <a:pt x="1112" y="14325"/>
                  </a:lnTo>
                  <a:cubicBezTo>
                    <a:pt x="1" y="13213"/>
                    <a:pt x="1" y="11484"/>
                    <a:pt x="1112" y="10496"/>
                  </a:cubicBezTo>
                  <a:lnTo>
                    <a:pt x="10744" y="741"/>
                  </a:lnTo>
                  <a:cubicBezTo>
                    <a:pt x="11361" y="247"/>
                    <a:pt x="11979" y="0"/>
                    <a:pt x="127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1" name="Google Shape;3331;p46">
              <a:extLst>
                <a:ext uri="{FF2B5EF4-FFF2-40B4-BE49-F238E27FC236}">
                  <a16:creationId xmlns:a16="http://schemas.microsoft.com/office/drawing/2014/main" id="{D5D42EB3-86BD-5613-0493-F9058455EA2F}"/>
                </a:ext>
              </a:extLst>
            </p:cNvPr>
            <p:cNvSpPr/>
            <p:nvPr/>
          </p:nvSpPr>
          <p:spPr>
            <a:xfrm>
              <a:off x="2680075" y="2601250"/>
              <a:ext cx="389025" cy="623625"/>
            </a:xfrm>
            <a:custGeom>
              <a:avLst/>
              <a:gdLst/>
              <a:ahLst/>
              <a:cxnLst/>
              <a:rect l="l" t="t" r="r" b="b"/>
              <a:pathLst>
                <a:path w="15561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449" y="741"/>
                  </a:cubicBezTo>
                  <a:cubicBezTo>
                    <a:pt x="15560" y="1852"/>
                    <a:pt x="15560" y="3581"/>
                    <a:pt x="14449" y="4569"/>
                  </a:cubicBezTo>
                  <a:lnTo>
                    <a:pt x="6669" y="12349"/>
                  </a:lnTo>
                  <a:lnTo>
                    <a:pt x="14449" y="20128"/>
                  </a:lnTo>
                  <a:cubicBezTo>
                    <a:pt x="15560" y="21240"/>
                    <a:pt x="15560" y="22845"/>
                    <a:pt x="14449" y="23957"/>
                  </a:cubicBezTo>
                  <a:cubicBezTo>
                    <a:pt x="13461" y="24944"/>
                    <a:pt x="11732" y="24944"/>
                    <a:pt x="10621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621" y="741"/>
                  </a:lnTo>
                  <a:cubicBezTo>
                    <a:pt x="11238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2" name="Google Shape;3332;p46">
              <a:extLst>
                <a:ext uri="{FF2B5EF4-FFF2-40B4-BE49-F238E27FC236}">
                  <a16:creationId xmlns:a16="http://schemas.microsoft.com/office/drawing/2014/main" id="{4838E411-B2A6-1537-E72C-BA7E624AC498}"/>
                </a:ext>
              </a:extLst>
            </p:cNvPr>
            <p:cNvSpPr/>
            <p:nvPr/>
          </p:nvSpPr>
          <p:spPr>
            <a:xfrm>
              <a:off x="30567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448" y="741"/>
                  </a:cubicBezTo>
                  <a:cubicBezTo>
                    <a:pt x="15559" y="1852"/>
                    <a:pt x="15559" y="3581"/>
                    <a:pt x="14448" y="4569"/>
                  </a:cubicBezTo>
                  <a:lnTo>
                    <a:pt x="6792" y="12349"/>
                  </a:lnTo>
                  <a:lnTo>
                    <a:pt x="14448" y="20128"/>
                  </a:lnTo>
                  <a:cubicBezTo>
                    <a:pt x="15559" y="21240"/>
                    <a:pt x="15559" y="22845"/>
                    <a:pt x="14448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855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3" name="Google Shape;3333;p46">
              <a:extLst>
                <a:ext uri="{FF2B5EF4-FFF2-40B4-BE49-F238E27FC236}">
                  <a16:creationId xmlns:a16="http://schemas.microsoft.com/office/drawing/2014/main" id="{A705FEDA-F2D4-91BF-017A-2DE641DD3AAC}"/>
                </a:ext>
              </a:extLst>
            </p:cNvPr>
            <p:cNvSpPr/>
            <p:nvPr/>
          </p:nvSpPr>
          <p:spPr>
            <a:xfrm>
              <a:off x="343335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1" y="13213"/>
                    <a:pt x="1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4" name="Google Shape;3334;p46">
              <a:extLst>
                <a:ext uri="{FF2B5EF4-FFF2-40B4-BE49-F238E27FC236}">
                  <a16:creationId xmlns:a16="http://schemas.microsoft.com/office/drawing/2014/main" id="{D56706C0-D33F-17B0-5842-082CBD4FC349}"/>
                </a:ext>
              </a:extLst>
            </p:cNvPr>
            <p:cNvSpPr/>
            <p:nvPr/>
          </p:nvSpPr>
          <p:spPr>
            <a:xfrm>
              <a:off x="3810000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4" y="247"/>
                    <a:pt x="14572" y="741"/>
                  </a:cubicBezTo>
                  <a:cubicBezTo>
                    <a:pt x="15559" y="1852"/>
                    <a:pt x="15559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59" y="21240"/>
                    <a:pt x="15559" y="22845"/>
                    <a:pt x="14572" y="23957"/>
                  </a:cubicBezTo>
                  <a:cubicBezTo>
                    <a:pt x="13460" y="24944"/>
                    <a:pt x="11731" y="24944"/>
                    <a:pt x="10743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3" y="741"/>
                  </a:lnTo>
                  <a:cubicBezTo>
                    <a:pt x="11237" y="247"/>
                    <a:pt x="11978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5" name="Google Shape;3335;p46">
              <a:extLst>
                <a:ext uri="{FF2B5EF4-FFF2-40B4-BE49-F238E27FC236}">
                  <a16:creationId xmlns:a16="http://schemas.microsoft.com/office/drawing/2014/main" id="{15B492E0-D75A-2983-AC11-DCACD240DFB3}"/>
                </a:ext>
              </a:extLst>
            </p:cNvPr>
            <p:cNvSpPr/>
            <p:nvPr/>
          </p:nvSpPr>
          <p:spPr>
            <a:xfrm>
              <a:off x="4186625" y="2601250"/>
              <a:ext cx="389000" cy="623625"/>
            </a:xfrm>
            <a:custGeom>
              <a:avLst/>
              <a:gdLst/>
              <a:ahLst/>
              <a:cxnLst/>
              <a:rect l="l" t="t" r="r" b="b"/>
              <a:pathLst>
                <a:path w="15560" h="24945" extrusionOk="0">
                  <a:moveTo>
                    <a:pt x="12596" y="0"/>
                  </a:moveTo>
                  <a:cubicBezTo>
                    <a:pt x="13337" y="0"/>
                    <a:pt x="13955" y="247"/>
                    <a:pt x="14572" y="741"/>
                  </a:cubicBezTo>
                  <a:cubicBezTo>
                    <a:pt x="15560" y="1852"/>
                    <a:pt x="15560" y="3581"/>
                    <a:pt x="14572" y="4569"/>
                  </a:cubicBezTo>
                  <a:lnTo>
                    <a:pt x="6792" y="12349"/>
                  </a:lnTo>
                  <a:lnTo>
                    <a:pt x="14572" y="20128"/>
                  </a:lnTo>
                  <a:cubicBezTo>
                    <a:pt x="15560" y="21240"/>
                    <a:pt x="15560" y="22845"/>
                    <a:pt x="14572" y="23957"/>
                  </a:cubicBezTo>
                  <a:cubicBezTo>
                    <a:pt x="13461" y="24944"/>
                    <a:pt x="11732" y="24944"/>
                    <a:pt x="10744" y="23957"/>
                  </a:cubicBezTo>
                  <a:lnTo>
                    <a:pt x="988" y="14325"/>
                  </a:lnTo>
                  <a:cubicBezTo>
                    <a:pt x="0" y="13213"/>
                    <a:pt x="0" y="11484"/>
                    <a:pt x="988" y="10496"/>
                  </a:cubicBezTo>
                  <a:lnTo>
                    <a:pt x="10744" y="741"/>
                  </a:lnTo>
                  <a:cubicBezTo>
                    <a:pt x="11238" y="247"/>
                    <a:pt x="11979" y="0"/>
                    <a:pt x="125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" name="Google Shape;3314;p46">
            <a:extLst>
              <a:ext uri="{FF2B5EF4-FFF2-40B4-BE49-F238E27FC236}">
                <a16:creationId xmlns:a16="http://schemas.microsoft.com/office/drawing/2014/main" id="{3D1FE0AC-4F8A-4741-AA9A-1A648521CEAB}"/>
              </a:ext>
            </a:extLst>
          </p:cNvPr>
          <p:cNvSpPr txBox="1"/>
          <p:nvPr/>
        </p:nvSpPr>
        <p:spPr>
          <a:xfrm>
            <a:off x="1239391" y="2647247"/>
            <a:ext cx="761544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Problemas iniciales de conexión con Azure SQL</a:t>
            </a:r>
          </a:p>
          <a:p>
            <a:pPr marL="285750" lvl="0" indent="-28575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Complejidad en el modelado de entidades relacionadas</a:t>
            </a:r>
          </a:p>
          <a:p>
            <a:pPr marL="285750" lvl="0" indent="-28575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Ajustes necesarios en autenticación y </a:t>
            </a:r>
            <a:r>
              <a:rPr lang="es-ES" sz="1800" dirty="0" err="1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hashing</a:t>
            </a:r>
            <a:r>
              <a:rPr lang="es-ES" sz="18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 SHA-256</a:t>
            </a:r>
          </a:p>
          <a:p>
            <a:pPr marL="285750" lvl="0" indent="-28575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Desafíos en la integración de inventario y servicios</a:t>
            </a:r>
          </a:p>
          <a:p>
            <a:pPr marL="285750" lvl="0" indent="-28575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Limitaciones de tiempo para módulos avanzados como el SII</a:t>
            </a:r>
          </a:p>
          <a:p>
            <a:pPr marL="285750" lvl="0" indent="-28575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Limitaciones económicas para integraciones como </a:t>
            </a:r>
            <a:r>
              <a:rPr lang="es-ES" sz="1800" dirty="0" err="1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API’s</a:t>
            </a:r>
            <a:r>
              <a:rPr lang="es-ES" sz="18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 externas de repuestos</a:t>
            </a:r>
          </a:p>
          <a:p>
            <a:pPr marL="285750" lvl="0" indent="-28575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Toma de decisiones sobre el orden y priorización de las tareas a realizar</a:t>
            </a:r>
          </a:p>
          <a:p>
            <a:pPr marL="285750" lvl="0" indent="-28575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rPr>
              <a:t>Variaciones en estructura de tablas que requirieron migraciones en el sistema</a:t>
            </a:r>
          </a:p>
          <a:p>
            <a:pPr marL="285750" lvl="0" indent="-28575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endParaRPr sz="1800" dirty="0">
              <a:solidFill>
                <a:schemeClr val="lt1"/>
              </a:solidFill>
              <a:latin typeface="PT Sans"/>
              <a:ea typeface="PT Sans"/>
              <a:cs typeface="PT Sans"/>
              <a:sym typeface="PT Sans"/>
            </a:endParaRPr>
          </a:p>
        </p:txBody>
      </p:sp>
      <p:sp>
        <p:nvSpPr>
          <p:cNvPr id="5" name="Google Shape;2758;p34">
            <a:extLst>
              <a:ext uri="{FF2B5EF4-FFF2-40B4-BE49-F238E27FC236}">
                <a16:creationId xmlns:a16="http://schemas.microsoft.com/office/drawing/2014/main" id="{EEC31EC9-0B8C-C62B-BAE6-CBF3B92460BC}"/>
              </a:ext>
            </a:extLst>
          </p:cNvPr>
          <p:cNvSpPr txBox="1">
            <a:spLocks/>
          </p:cNvSpPr>
          <p:nvPr/>
        </p:nvSpPr>
        <p:spPr>
          <a:xfrm>
            <a:off x="601662" y="-499261"/>
            <a:ext cx="2211021" cy="19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2000" dirty="0">
                <a:solidFill>
                  <a:schemeClr val="accent2"/>
                </a:solidFill>
              </a:rPr>
              <a:t>MechaGestionEX</a:t>
            </a:r>
            <a:endParaRPr lang="en-US" sz="1800" dirty="0"/>
          </a:p>
        </p:txBody>
      </p:sp>
      <p:pic>
        <p:nvPicPr>
          <p:cNvPr id="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3C10061D-97EE-2522-8EAE-A28DE0D7F4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2408" y="169517"/>
            <a:ext cx="2114268" cy="528567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1843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B9AF0D0-E8A7-97F7-E549-3FDC8BAFA6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8256" y="766955"/>
            <a:ext cx="4767485" cy="2158171"/>
          </a:xfrm>
          <a:prstGeom prst="rect">
            <a:avLst/>
          </a:prstGeom>
        </p:spPr>
      </p:pic>
      <p:sp>
        <p:nvSpPr>
          <p:cNvPr id="4" name="Google Shape;4573;p70">
            <a:extLst>
              <a:ext uri="{FF2B5EF4-FFF2-40B4-BE49-F238E27FC236}">
                <a16:creationId xmlns:a16="http://schemas.microsoft.com/office/drawing/2014/main" id="{47E29F73-A0F9-0E4F-00DE-E93A0134787C}"/>
              </a:ext>
            </a:extLst>
          </p:cNvPr>
          <p:cNvSpPr txBox="1">
            <a:spLocks/>
          </p:cNvSpPr>
          <p:nvPr/>
        </p:nvSpPr>
        <p:spPr>
          <a:xfrm>
            <a:off x="2335649" y="2366076"/>
            <a:ext cx="4472700" cy="111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buClr>
                <a:schemeClr val="dk1"/>
              </a:buClr>
              <a:buSzPts val="1100"/>
              <a:buNone/>
              <a:defRPr sz="1800" b="1">
                <a:solidFill>
                  <a:schemeClr val="lt1"/>
                </a:solidFill>
                <a:latin typeface="Exo"/>
                <a:ea typeface="Exo"/>
                <a:cs typeface="Exo"/>
                <a:sym typeface="PT Sans"/>
              </a:defRPr>
            </a:lvl1pPr>
            <a:lvl2pPr marL="914400" indent="-317500" algn="ctr">
              <a:buClr>
                <a:schemeClr val="lt1"/>
              </a:buClr>
              <a:buSzPts val="1400"/>
              <a:buFont typeface="PT Sans"/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2pPr>
            <a:lvl3pPr marL="1371600" indent="-317500" algn="ctr">
              <a:buClr>
                <a:schemeClr val="lt1"/>
              </a:buClr>
              <a:buSzPts val="1400"/>
              <a:buFont typeface="PT Sans"/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3pPr>
            <a:lvl4pPr marL="1828800" indent="-317500" algn="ctr">
              <a:buClr>
                <a:schemeClr val="lt1"/>
              </a:buClr>
              <a:buSzPts val="1400"/>
              <a:buFont typeface="PT Sans"/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286000" indent="-317500" algn="ctr">
              <a:buClr>
                <a:schemeClr val="lt1"/>
              </a:buClr>
              <a:buSzPts val="1400"/>
              <a:buFont typeface="PT Sans"/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743200" indent="-317500" algn="ctr">
              <a:buClr>
                <a:schemeClr val="lt1"/>
              </a:buClr>
              <a:buSzPts val="1400"/>
              <a:buFont typeface="PT Sans"/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3200400" indent="-317500" algn="ctr">
              <a:buClr>
                <a:schemeClr val="lt1"/>
              </a:buClr>
              <a:buSzPts val="1400"/>
              <a:buFont typeface="PT Sans"/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657600" indent="-317500" algn="ctr">
              <a:buClr>
                <a:schemeClr val="lt1"/>
              </a:buClr>
              <a:buSzPts val="1400"/>
              <a:buFont typeface="PT Sans"/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4114800" indent="-317500" algn="ctr">
              <a:buClr>
                <a:schemeClr val="lt1"/>
              </a:buClr>
              <a:buSzPts val="1400"/>
              <a:buFont typeface="PT Sans"/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r>
              <a:rPr lang="en-US" dirty="0">
                <a:sym typeface="Exo"/>
              </a:rPr>
              <a:t>Do you have any questions?</a:t>
            </a:r>
          </a:p>
        </p:txBody>
      </p:sp>
      <p:pic>
        <p:nvPicPr>
          <p:cNvPr id="3074" name="Picture 2" descr="Question Animated Icon | Free communications Animated Icon">
            <a:extLst>
              <a:ext uri="{FF2B5EF4-FFF2-40B4-BE49-F238E27FC236}">
                <a16:creationId xmlns:a16="http://schemas.microsoft.com/office/drawing/2014/main" id="{13EBEB8A-D8E8-A6CA-1EED-51FD70EE88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4788" y="2453957"/>
            <a:ext cx="2158172" cy="2158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Google Shape;2758;p34">
            <a:extLst>
              <a:ext uri="{FF2B5EF4-FFF2-40B4-BE49-F238E27FC236}">
                <a16:creationId xmlns:a16="http://schemas.microsoft.com/office/drawing/2014/main" id="{295E87E3-0AF9-4BFA-2313-D824B612EA6C}"/>
              </a:ext>
            </a:extLst>
          </p:cNvPr>
          <p:cNvSpPr txBox="1">
            <a:spLocks/>
          </p:cNvSpPr>
          <p:nvPr/>
        </p:nvSpPr>
        <p:spPr>
          <a:xfrm>
            <a:off x="506949" y="-427158"/>
            <a:ext cx="2211021" cy="19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1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Exo"/>
              <a:buNone/>
              <a:defRPr sz="3200" b="0" i="0" u="none" strike="noStrike" cap="none">
                <a:solidFill>
                  <a:schemeClr val="lt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r>
              <a:rPr lang="en-US" sz="2000" dirty="0">
                <a:solidFill>
                  <a:schemeClr val="accent2"/>
                </a:solidFill>
              </a:rPr>
              <a:t>MechaGestionEX</a:t>
            </a:r>
            <a:endParaRPr lang="en-US" sz="1800" dirty="0"/>
          </a:p>
        </p:txBody>
      </p:sp>
      <p:pic>
        <p:nvPicPr>
          <p:cNvPr id="7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823790E-F7B3-B3F6-9D61-807D0ED064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8349" y="369399"/>
            <a:ext cx="2114268" cy="528567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0528855"/>
      </p:ext>
    </p:extLst>
  </p:cSld>
  <p:clrMapOvr>
    <a:masterClrMapping/>
  </p:clrMapOvr>
</p:sld>
</file>

<file path=ppt/theme/theme1.xml><?xml version="1.0" encoding="utf-8"?>
<a:theme xmlns:a="http://schemas.openxmlformats.org/drawingml/2006/main" name="Data Center Business Plan by Slidesgo">
  <a:themeElements>
    <a:clrScheme name="Simple Light">
      <a:dk1>
        <a:srgbClr val="000000"/>
      </a:dk1>
      <a:lt1>
        <a:srgbClr val="FFFFFF"/>
      </a:lt1>
      <a:dk2>
        <a:srgbClr val="606060"/>
      </a:dk2>
      <a:lt2>
        <a:srgbClr val="151B46"/>
      </a:lt2>
      <a:accent1>
        <a:srgbClr val="2C4ED7"/>
      </a:accent1>
      <a:accent2>
        <a:srgbClr val="8FFFFF"/>
      </a:accent2>
      <a:accent3>
        <a:srgbClr val="95FFAE"/>
      </a:accent3>
      <a:accent4>
        <a:srgbClr val="1D2875"/>
      </a:accent4>
      <a:accent5>
        <a:srgbClr val="FFFFFF"/>
      </a:accent5>
      <a:accent6>
        <a:srgbClr val="FFFFFF"/>
      </a:accent6>
      <a:hlink>
        <a:srgbClr val="8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1c3ba50a-93e8-411f-aceb-87183474575f}" enabled="1" method="Standard" siteId="{3bfeb222-e42c-4535-aace-ea6f7751369b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806</Words>
  <Application>Microsoft Office PowerPoint</Application>
  <PresentationFormat>Presentación en pantalla (16:9)</PresentationFormat>
  <Paragraphs>184</Paragraphs>
  <Slides>19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4" baseType="lpstr">
      <vt:lpstr>Roboto Condensed Light</vt:lpstr>
      <vt:lpstr>Arial</vt:lpstr>
      <vt:lpstr>Exo</vt:lpstr>
      <vt:lpstr>PT Sans</vt:lpstr>
      <vt:lpstr>Data Center Business Plan by Slidesgo</vt:lpstr>
      <vt:lpstr>MechaGestionEX PRESENTACIÓN FINAL CAPSTONE</vt:lpstr>
      <vt:lpstr>INTEGRANTES DEL PROYECTO</vt:lpstr>
      <vt:lpstr>Carlos Herrera</vt:lpstr>
      <vt:lpstr>Marcelo Escobar</vt:lpstr>
      <vt:lpstr>DESCRIPCIONES DEL PROYECTO</vt:lpstr>
      <vt:lpstr>OBJETIVO GENERAL</vt:lpstr>
      <vt:lpstr>Presentación de PowerPoint</vt:lpstr>
      <vt:lpstr>ALCANCES Y LIMITACIONES  DEL PROYECTO</vt:lpstr>
      <vt:lpstr>METODOLOGÍA DE TRABAJO PARA EL DESARROLLO DEL PROYECTO </vt:lpstr>
      <vt:lpstr>FASES DEL DESARROLLO DEL PROYECTO</vt:lpstr>
      <vt:lpstr>CRONOGRAMA PARA EL DESARROLLO DEL PROYECTO</vt:lpstr>
      <vt:lpstr>ARQUITECTURA DEL SOFTWARE</vt:lpstr>
      <vt:lpstr>MODELO DE DATOS</vt:lpstr>
      <vt:lpstr>TECNOLOGÍAS UTILIZADAS</vt:lpstr>
      <vt:lpstr>Presentación de PowerPoint</vt:lpstr>
      <vt:lpstr>RESULTADOS OBTENIDOS</vt:lpstr>
      <vt:lpstr>Obstáculos presentados durante el desarrollo</vt:lpstr>
      <vt:lpstr>OBSTÁCULOS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Garcia, Vanessa</dc:creator>
  <cp:lastModifiedBy>MARCELO . ESCOBAR LEON</cp:lastModifiedBy>
  <cp:revision>4</cp:revision>
  <dcterms:modified xsi:type="dcterms:W3CDTF">2025-11-29T17:43:31Z</dcterms:modified>
</cp:coreProperties>
</file>